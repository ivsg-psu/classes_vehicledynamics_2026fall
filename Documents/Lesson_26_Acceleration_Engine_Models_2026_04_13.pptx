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avi" ContentType="video/x-msvideo"/>
  <Override PartName="/ppt/presentation.xml" ContentType="application/vnd.openxmlformats-officedocument.presentationml.presentation.main+xml"/>
  <Override PartName="/ppt/slides/slide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44.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59.xml" ContentType="application/vnd.openxmlformats-officedocument.presentationml.slide+xml"/>
  <Override PartName="/ppt/slides/slide65.xml" ContentType="application/vnd.openxmlformats-officedocument.presentationml.slide+xml"/>
  <Override PartName="/ppt/slides/slide57.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Override PartName="/ppt/slides/slide58.xml" ContentType="application/vnd.openxmlformats-officedocument.presentationml.slide+xml"/>
  <Override PartName="/ppt/slides/slide52.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1.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Slides/notesSlide68.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slideMasters/slideMaster1.xml" ContentType="application/vnd.openxmlformats-officedocument.presentationml.slideMaster+xml"/>
  <Override PartName="/ppt/notesSlides/notesSlide66.xml" ContentType="application/vnd.openxmlformats-officedocument.presentationml.notesSlide+xml"/>
  <Override PartName="/ppt/notesSlides/notesSlide65.xml" ContentType="application/vnd.openxmlformats-officedocument.presentationml.notesSlide+xml"/>
  <Override PartName="/ppt/notesSlides/notesSlide64.xml" ContentType="application/vnd.openxmlformats-officedocument.presentationml.notesSlide+xml"/>
  <Override PartName="/ppt/notesSlides/notesSlide56.xml" ContentType="application/vnd.openxmlformats-officedocument.presentationml.notesSlide+xml"/>
  <Override PartName="/ppt/notesSlides/notesSlide67.xml" ContentType="application/vnd.openxmlformats-officedocument.presentationml.notesSlide+xml"/>
  <Override PartName="/ppt/notesSlides/notesSlide31.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9.xml" ContentType="application/vnd.openxmlformats-officedocument.presentationml.notesSlide+xml"/>
  <Override PartName="/ppt/notesSlides/notesSlide46.xml" ContentType="application/vnd.openxmlformats-officedocument.presentationml.notesSlide+xml"/>
  <Override PartName="/ppt/notesSlides/notesSlide23.xml" ContentType="application/vnd.openxmlformats-officedocument.presentationml.notesSlide+xml"/>
  <Override PartName="/ppt/notesSlides/notesSlide48.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47.xml" ContentType="application/vnd.openxmlformats-officedocument.presentationml.notesSlide+xml"/>
  <Override PartName="/ppt/notesSlides/notesSlide16.xml" ContentType="application/vnd.openxmlformats-officedocument.presentationml.notesSlide+xml"/>
  <Override PartName="/ppt/notesSlides/notesSlide38.xml" ContentType="application/vnd.openxmlformats-officedocument.presentationml.notesSlide+xml"/>
  <Override PartName="/ppt/notesSlides/notesSlide14.xml" ContentType="application/vnd.openxmlformats-officedocument.presentationml.notesSlide+xml"/>
  <Override PartName="/ppt/notesSlides/notesSlide34.xml" ContentType="application/vnd.openxmlformats-officedocument.presentationml.notesSlide+xml"/>
  <Override PartName="/ppt/notesSlides/notesSlide28.xml" ContentType="application/vnd.openxmlformats-officedocument.presentationml.notesSlide+xml"/>
  <Override PartName="/ppt/notesSlides/notesSlide12.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7.xml" ContentType="application/vnd.openxmlformats-officedocument.presentationml.notesSlide+xml"/>
  <Override PartName="/ppt/notesSlides/notesSlide11.xml" ContentType="application/vnd.openxmlformats-officedocument.presentationml.notesSlide+xml"/>
  <Override PartName="/ppt/notesSlides/notesSlide26.xml" ContentType="application/vnd.openxmlformats-officedocument.presentationml.notesSlide+xml"/>
  <Override PartName="/ppt/notesSlides/notesSlide10.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notesSlides/notesSlide53.xml" ContentType="application/vnd.openxmlformats-officedocument.presentationml.notesSlide+xml"/>
  <Override PartName="/ppt/slideLayouts/slideLayout8.xml" ContentType="application/vnd.openxmlformats-officedocument.presentationml.slideLayout+xml"/>
  <Override PartName="/ppt/notesSlides/notesSlide52.xml" ContentType="application/vnd.openxmlformats-officedocument.presentationml.notesSlide+xml"/>
  <Override PartName="/ppt/slideLayouts/slideLayout9.xml" ContentType="application/vnd.openxmlformats-officedocument.presentationml.slideLayout+xml"/>
  <Override PartName="/ppt/notesSlides/notesSlide51.xml" ContentType="application/vnd.openxmlformats-officedocument.presentationml.notesSlide+xml"/>
  <Override PartName="/ppt/slideLayouts/slideLayout11.xml" ContentType="application/vnd.openxmlformats-officedocument.presentationml.slideLayout+xml"/>
  <Override PartName="/ppt/notesSlides/notesSlide50.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notesSlides/notesSlide55.xml" ContentType="application/vnd.openxmlformats-officedocument.presentationml.notesSlide+xml"/>
  <Override PartName="/ppt/slideLayouts/slideLayout1.xml" ContentType="application/vnd.openxmlformats-officedocument.presentationml.slideLayout+xml"/>
  <Override PartName="/ppt/notesSlides/notesSlide54.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49.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17.xml" ContentType="application/vnd.openxmlformats-officedocument.presentationml.notesSlide+xml"/>
  <Override PartName="/ppt/slideLayouts/slideLayout14.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harts/chart3.xml" ContentType="application/vnd.openxmlformats-officedocument.drawingml.chart+xml"/>
  <Override PartName="/ppt/charts/chart1.xml" ContentType="application/vnd.openxmlformats-officedocument.drawingml.chart+xml"/>
  <Override PartName="/ppt/charts/chart2.xml" ContentType="application/vnd.openxmlformats-officedocument.drawingml.chart+xml"/>
  <Override PartName="/ppt/theme/themeOverride2.xml" ContentType="application/vnd.openxmlformats-officedocument.themeOverrid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1" r:id="rId1"/>
  </p:sldMasterIdLst>
  <p:notesMasterIdLst>
    <p:notesMasterId r:id="rId73"/>
  </p:notesMasterIdLst>
  <p:handoutMasterIdLst>
    <p:handoutMasterId r:id="rId74"/>
  </p:handoutMasterIdLst>
  <p:sldIdLst>
    <p:sldId id="357" r:id="rId2"/>
    <p:sldId id="368" r:id="rId3"/>
    <p:sldId id="358" r:id="rId4"/>
    <p:sldId id="359" r:id="rId5"/>
    <p:sldId id="360" r:id="rId6"/>
    <p:sldId id="361" r:id="rId7"/>
    <p:sldId id="441" r:id="rId8"/>
    <p:sldId id="442" r:id="rId9"/>
    <p:sldId id="379" r:id="rId10"/>
    <p:sldId id="365" r:id="rId11"/>
    <p:sldId id="366" r:id="rId12"/>
    <p:sldId id="367" r:id="rId13"/>
    <p:sldId id="380" r:id="rId14"/>
    <p:sldId id="381" r:id="rId15"/>
    <p:sldId id="444" r:id="rId16"/>
    <p:sldId id="382" r:id="rId17"/>
    <p:sldId id="383" r:id="rId18"/>
    <p:sldId id="384" r:id="rId19"/>
    <p:sldId id="385" r:id="rId20"/>
    <p:sldId id="386" r:id="rId21"/>
    <p:sldId id="387" r:id="rId22"/>
    <p:sldId id="388" r:id="rId23"/>
    <p:sldId id="389" r:id="rId24"/>
    <p:sldId id="390" r:id="rId25"/>
    <p:sldId id="363" r:id="rId26"/>
    <p:sldId id="343" r:id="rId27"/>
    <p:sldId id="370" r:id="rId28"/>
    <p:sldId id="371" r:id="rId29"/>
    <p:sldId id="372" r:id="rId30"/>
    <p:sldId id="373" r:id="rId31"/>
    <p:sldId id="374" r:id="rId32"/>
    <p:sldId id="375" r:id="rId33"/>
    <p:sldId id="376" r:id="rId34"/>
    <p:sldId id="377" r:id="rId35"/>
    <p:sldId id="378" r:id="rId36"/>
    <p:sldId id="443" r:id="rId37"/>
    <p:sldId id="445" r:id="rId38"/>
    <p:sldId id="362" r:id="rId39"/>
    <p:sldId id="391" r:id="rId40"/>
    <p:sldId id="392" r:id="rId41"/>
    <p:sldId id="409" r:id="rId42"/>
    <p:sldId id="410" r:id="rId43"/>
    <p:sldId id="411" r:id="rId44"/>
    <p:sldId id="412" r:id="rId45"/>
    <p:sldId id="413" r:id="rId46"/>
    <p:sldId id="414" r:id="rId47"/>
    <p:sldId id="415" r:id="rId48"/>
    <p:sldId id="416" r:id="rId49"/>
    <p:sldId id="417" r:id="rId50"/>
    <p:sldId id="418" r:id="rId51"/>
    <p:sldId id="419" r:id="rId52"/>
    <p:sldId id="420" r:id="rId53"/>
    <p:sldId id="421" r:id="rId54"/>
    <p:sldId id="422" r:id="rId55"/>
    <p:sldId id="423" r:id="rId56"/>
    <p:sldId id="424" r:id="rId57"/>
    <p:sldId id="425" r:id="rId58"/>
    <p:sldId id="426" r:id="rId59"/>
    <p:sldId id="427" r:id="rId60"/>
    <p:sldId id="428" r:id="rId61"/>
    <p:sldId id="429" r:id="rId62"/>
    <p:sldId id="430" r:id="rId63"/>
    <p:sldId id="431" r:id="rId64"/>
    <p:sldId id="432" r:id="rId65"/>
    <p:sldId id="433" r:id="rId66"/>
    <p:sldId id="435" r:id="rId67"/>
    <p:sldId id="436" r:id="rId68"/>
    <p:sldId id="437" r:id="rId69"/>
    <p:sldId id="438" r:id="rId70"/>
    <p:sldId id="439" r:id="rId71"/>
    <p:sldId id="440" r:id="rId72"/>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Calibri" pitchFamily="34" charset="0"/>
        <a:ea typeface="+mn-ea"/>
        <a:cs typeface="+mn-cs"/>
      </a:defRPr>
    </a:lvl1pPr>
    <a:lvl2pPr marL="457200" algn="l" rtl="0" fontAlgn="base">
      <a:spcBef>
        <a:spcPct val="0"/>
      </a:spcBef>
      <a:spcAft>
        <a:spcPct val="0"/>
      </a:spcAft>
      <a:defRPr sz="2400" kern="1200">
        <a:solidFill>
          <a:schemeClr val="tx1"/>
        </a:solidFill>
        <a:latin typeface="Calibri" pitchFamily="34" charset="0"/>
        <a:ea typeface="+mn-ea"/>
        <a:cs typeface="+mn-cs"/>
      </a:defRPr>
    </a:lvl2pPr>
    <a:lvl3pPr marL="914400" algn="l" rtl="0" fontAlgn="base">
      <a:spcBef>
        <a:spcPct val="0"/>
      </a:spcBef>
      <a:spcAft>
        <a:spcPct val="0"/>
      </a:spcAft>
      <a:defRPr sz="2400" kern="1200">
        <a:solidFill>
          <a:schemeClr val="tx1"/>
        </a:solidFill>
        <a:latin typeface="Calibri" pitchFamily="34" charset="0"/>
        <a:ea typeface="+mn-ea"/>
        <a:cs typeface="+mn-cs"/>
      </a:defRPr>
    </a:lvl3pPr>
    <a:lvl4pPr marL="1371600" algn="l" rtl="0" fontAlgn="base">
      <a:spcBef>
        <a:spcPct val="0"/>
      </a:spcBef>
      <a:spcAft>
        <a:spcPct val="0"/>
      </a:spcAft>
      <a:defRPr sz="2400" kern="1200">
        <a:solidFill>
          <a:schemeClr val="tx1"/>
        </a:solidFill>
        <a:latin typeface="Calibri" pitchFamily="34" charset="0"/>
        <a:ea typeface="+mn-ea"/>
        <a:cs typeface="+mn-cs"/>
      </a:defRPr>
    </a:lvl4pPr>
    <a:lvl5pPr marL="1828800" algn="l" rtl="0" fontAlgn="base">
      <a:spcBef>
        <a:spcPct val="0"/>
      </a:spcBef>
      <a:spcAft>
        <a:spcPct val="0"/>
      </a:spcAft>
      <a:defRPr sz="2400" kern="1200">
        <a:solidFill>
          <a:schemeClr val="tx1"/>
        </a:solidFill>
        <a:latin typeface="Calibri" pitchFamily="34" charset="0"/>
        <a:ea typeface="+mn-ea"/>
        <a:cs typeface="+mn-cs"/>
      </a:defRPr>
    </a:lvl5pPr>
    <a:lvl6pPr marL="2286000" algn="l" defTabSz="914400" rtl="0" eaLnBrk="1" latinLnBrk="0" hangingPunct="1">
      <a:defRPr sz="2400" kern="1200">
        <a:solidFill>
          <a:schemeClr val="tx1"/>
        </a:solidFill>
        <a:latin typeface="Calibri" pitchFamily="34" charset="0"/>
        <a:ea typeface="+mn-ea"/>
        <a:cs typeface="+mn-cs"/>
      </a:defRPr>
    </a:lvl6pPr>
    <a:lvl7pPr marL="2743200" algn="l" defTabSz="914400" rtl="0" eaLnBrk="1" latinLnBrk="0" hangingPunct="1">
      <a:defRPr sz="2400" kern="1200">
        <a:solidFill>
          <a:schemeClr val="tx1"/>
        </a:solidFill>
        <a:latin typeface="Calibri" pitchFamily="34" charset="0"/>
        <a:ea typeface="+mn-ea"/>
        <a:cs typeface="+mn-cs"/>
      </a:defRPr>
    </a:lvl7pPr>
    <a:lvl8pPr marL="3200400" algn="l" defTabSz="914400" rtl="0" eaLnBrk="1" latinLnBrk="0" hangingPunct="1">
      <a:defRPr sz="2400" kern="1200">
        <a:solidFill>
          <a:schemeClr val="tx1"/>
        </a:solidFill>
        <a:latin typeface="Calibri" pitchFamily="34" charset="0"/>
        <a:ea typeface="+mn-ea"/>
        <a:cs typeface="+mn-cs"/>
      </a:defRPr>
    </a:lvl8pPr>
    <a:lvl9pPr marL="3657600" algn="l" defTabSz="914400" rtl="0" eaLnBrk="1" latinLnBrk="0" hangingPunct="1">
      <a:defRPr sz="2400"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CFA"/>
    <a:srgbClr val="FF9999"/>
    <a:srgbClr val="FF0000"/>
    <a:srgbClr val="808080"/>
    <a:srgbClr val="000000"/>
    <a:srgbClr val="003300"/>
    <a:srgbClr val="D9D8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32" autoAdjust="0"/>
    <p:restoredTop sz="94719" autoAdjust="0"/>
  </p:normalViewPr>
  <p:slideViewPr>
    <p:cSldViewPr snapToGrid="0">
      <p:cViewPr varScale="1">
        <p:scale>
          <a:sx n="103" d="100"/>
          <a:sy n="103" d="100"/>
        </p:scale>
        <p:origin x="1170" y="102"/>
      </p:cViewPr>
      <p:guideLst>
        <p:guide orient="horz" pos="2160"/>
        <p:guide pos="2880"/>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handoutMaster" Target="handoutMasters/handoutMaster1.xml"/><Relationship Id="rId79"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8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2" Type="http://schemas.openxmlformats.org/officeDocument/2006/relationships/oleObject" Target="file:///\\udrive.win.psu.edu\users\m\a\mak5159\Desktop\452project.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brennan-server\brennanfiles\Classes\Brennan_Classes_Current\2010_ME452\Lesson%2020%20-%20Longitudinal%20Dynamics%20-%20Engine%20Models%20and%20Accel.%20Limits\2010_PowerVsEfficiencyPlots\1980_s_to_2000_s_Fuel_Effieciency_Data.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1" Type="http://schemas.openxmlformats.org/officeDocument/2006/relationships/oleObject" Target="file:///\\mnelabs02\users\mjg5235\Desktop\452%20final%20spreadshee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2009/2010 Automotive Engine Efficiency vs. Power</a:t>
            </a:r>
          </a:p>
        </c:rich>
      </c:tx>
      <c:overlay val="0"/>
    </c:title>
    <c:autoTitleDeleted val="0"/>
    <c:plotArea>
      <c:layout/>
      <c:scatterChart>
        <c:scatterStyle val="lineMarker"/>
        <c:varyColors val="0"/>
        <c:ser>
          <c:idx val="0"/>
          <c:order val="0"/>
          <c:tx>
            <c:v>Gasoline Engines</c:v>
          </c:tx>
          <c:spPr>
            <a:ln w="28575">
              <a:noFill/>
            </a:ln>
          </c:spPr>
          <c:xVal>
            <c:numRef>
              <c:f>(Sheet1!$E$6:$E$12,Sheet1!$E$14,Sheet1!$E$16:$E$24,Sheet1!$E$26,Sheet1!$E$28:$E$29,Sheet1!$E$31,Sheet1!$E$33,Sheet1!$E$35:$E$37,Sheet1!$E$40:$E$43,Sheet1!$E$46:$E$49,Sheet1!$E$52:$E$53,Sheet1!$E$56:$E$61,Sheet1!$E$63:$E$68,Sheet1!$E$70:$E$71,Sheet1!$E$73:$E$95,Sheet1!$E$97:$E$102,Sheet1!$E$104:$E$109,Sheet1!$E$111:$E$137,Sheet1!$E$139:$E$170,Sheet1!$E$172:$E$173,Sheet1!$E$175:$E$179,Sheet1!$E$181:$E$185,Sheet1!$E$187:$E$191,Sheet1!$E$194,Sheet1!$E$196:$E$200,Sheet1!$E$202:$E$206,Sheet1!$E$209:$E$241,Sheet1!$E$243,Sheet1!$E$245:$E$250,Sheet1!$E$252:$E$254,Sheet1!$E$257:$E$258,Sheet1!$E$260:$E$261,Sheet1!$E$264,Sheet1!$E$267:$E$268,Sheet1!$E$273,Sheet1!$E$275:$E$277)</c:f>
              <c:numCache>
                <c:formatCode>General</c:formatCode>
                <c:ptCount val="225"/>
                <c:pt idx="0">
                  <c:v>300</c:v>
                </c:pt>
                <c:pt idx="1">
                  <c:v>240</c:v>
                </c:pt>
                <c:pt idx="2">
                  <c:v>300</c:v>
                </c:pt>
                <c:pt idx="3">
                  <c:v>280</c:v>
                </c:pt>
                <c:pt idx="4">
                  <c:v>201</c:v>
                </c:pt>
                <c:pt idx="5">
                  <c:v>300</c:v>
                </c:pt>
                <c:pt idx="6">
                  <c:v>470</c:v>
                </c:pt>
                <c:pt idx="7">
                  <c:v>250</c:v>
                </c:pt>
                <c:pt idx="8">
                  <c:v>265</c:v>
                </c:pt>
                <c:pt idx="9">
                  <c:v>340</c:v>
                </c:pt>
                <c:pt idx="10">
                  <c:v>265</c:v>
                </c:pt>
                <c:pt idx="11">
                  <c:v>354</c:v>
                </c:pt>
                <c:pt idx="12">
                  <c:v>350</c:v>
                </c:pt>
                <c:pt idx="13">
                  <c:v>450</c:v>
                </c:pt>
                <c:pt idx="14">
                  <c:v>450</c:v>
                </c:pt>
                <c:pt idx="15">
                  <c:v>420</c:v>
                </c:pt>
                <c:pt idx="16">
                  <c:v>350</c:v>
                </c:pt>
                <c:pt idx="17">
                  <c:v>250</c:v>
                </c:pt>
                <c:pt idx="18">
                  <c:v>600</c:v>
                </c:pt>
                <c:pt idx="19">
                  <c:v>230</c:v>
                </c:pt>
                <c:pt idx="20">
                  <c:v>230</c:v>
                </c:pt>
                <c:pt idx="21">
                  <c:v>230</c:v>
                </c:pt>
                <c:pt idx="22">
                  <c:v>414</c:v>
                </c:pt>
                <c:pt idx="23">
                  <c:v>230</c:v>
                </c:pt>
                <c:pt idx="24">
                  <c:v>230</c:v>
                </c:pt>
                <c:pt idx="25">
                  <c:v>400</c:v>
                </c:pt>
                <c:pt idx="26">
                  <c:v>500</c:v>
                </c:pt>
                <c:pt idx="27">
                  <c:v>360</c:v>
                </c:pt>
                <c:pt idx="28">
                  <c:v>500</c:v>
                </c:pt>
                <c:pt idx="29">
                  <c:v>535</c:v>
                </c:pt>
                <c:pt idx="30">
                  <c:v>260</c:v>
                </c:pt>
                <c:pt idx="31">
                  <c:v>260</c:v>
                </c:pt>
                <c:pt idx="32">
                  <c:v>350</c:v>
                </c:pt>
                <c:pt idx="33">
                  <c:v>300</c:v>
                </c:pt>
                <c:pt idx="34">
                  <c:v>400</c:v>
                </c:pt>
                <c:pt idx="35">
                  <c:v>255</c:v>
                </c:pt>
                <c:pt idx="36">
                  <c:v>320</c:v>
                </c:pt>
                <c:pt idx="37">
                  <c:v>108</c:v>
                </c:pt>
                <c:pt idx="38">
                  <c:v>304</c:v>
                </c:pt>
                <c:pt idx="39">
                  <c:v>426</c:v>
                </c:pt>
                <c:pt idx="40">
                  <c:v>155</c:v>
                </c:pt>
                <c:pt idx="41">
                  <c:v>242</c:v>
                </c:pt>
                <c:pt idx="42">
                  <c:v>300</c:v>
                </c:pt>
                <c:pt idx="43">
                  <c:v>430</c:v>
                </c:pt>
                <c:pt idx="44">
                  <c:v>505</c:v>
                </c:pt>
                <c:pt idx="45">
                  <c:v>604</c:v>
                </c:pt>
                <c:pt idx="46">
                  <c:v>155</c:v>
                </c:pt>
                <c:pt idx="47">
                  <c:v>211</c:v>
                </c:pt>
                <c:pt idx="48">
                  <c:v>169</c:v>
                </c:pt>
                <c:pt idx="49">
                  <c:v>281</c:v>
                </c:pt>
                <c:pt idx="50">
                  <c:v>172</c:v>
                </c:pt>
                <c:pt idx="51">
                  <c:v>189</c:v>
                </c:pt>
                <c:pt idx="52">
                  <c:v>158</c:v>
                </c:pt>
                <c:pt idx="53">
                  <c:v>172</c:v>
                </c:pt>
                <c:pt idx="54">
                  <c:v>250</c:v>
                </c:pt>
                <c:pt idx="55">
                  <c:v>410</c:v>
                </c:pt>
                <c:pt idx="56">
                  <c:v>420</c:v>
                </c:pt>
                <c:pt idx="57">
                  <c:v>178</c:v>
                </c:pt>
                <c:pt idx="58">
                  <c:v>250</c:v>
                </c:pt>
                <c:pt idx="59">
                  <c:v>395</c:v>
                </c:pt>
                <c:pt idx="60">
                  <c:v>425</c:v>
                </c:pt>
                <c:pt idx="61">
                  <c:v>215</c:v>
                </c:pt>
                <c:pt idx="62">
                  <c:v>175</c:v>
                </c:pt>
                <c:pt idx="63">
                  <c:v>251</c:v>
                </c:pt>
                <c:pt idx="64">
                  <c:v>173</c:v>
                </c:pt>
                <c:pt idx="65">
                  <c:v>235</c:v>
                </c:pt>
                <c:pt idx="66">
                  <c:v>210</c:v>
                </c:pt>
                <c:pt idx="67">
                  <c:v>260</c:v>
                </c:pt>
                <c:pt idx="68">
                  <c:v>600</c:v>
                </c:pt>
                <c:pt idx="69">
                  <c:v>453</c:v>
                </c:pt>
                <c:pt idx="70">
                  <c:v>265</c:v>
                </c:pt>
                <c:pt idx="71">
                  <c:v>171</c:v>
                </c:pt>
                <c:pt idx="72">
                  <c:v>310</c:v>
                </c:pt>
                <c:pt idx="73">
                  <c:v>210</c:v>
                </c:pt>
                <c:pt idx="74">
                  <c:v>262</c:v>
                </c:pt>
                <c:pt idx="75">
                  <c:v>140</c:v>
                </c:pt>
                <c:pt idx="76">
                  <c:v>172</c:v>
                </c:pt>
                <c:pt idx="77">
                  <c:v>263</c:v>
                </c:pt>
                <c:pt idx="78">
                  <c:v>210</c:v>
                </c:pt>
                <c:pt idx="79">
                  <c:v>315</c:v>
                </c:pt>
                <c:pt idx="80">
                  <c:v>540</c:v>
                </c:pt>
                <c:pt idx="81">
                  <c:v>143</c:v>
                </c:pt>
                <c:pt idx="82">
                  <c:v>207</c:v>
                </c:pt>
                <c:pt idx="83">
                  <c:v>263</c:v>
                </c:pt>
                <c:pt idx="84">
                  <c:v>110</c:v>
                </c:pt>
                <c:pt idx="85">
                  <c:v>234</c:v>
                </c:pt>
                <c:pt idx="86">
                  <c:v>263</c:v>
                </c:pt>
                <c:pt idx="87">
                  <c:v>138</c:v>
                </c:pt>
                <c:pt idx="88">
                  <c:v>250</c:v>
                </c:pt>
                <c:pt idx="89">
                  <c:v>290</c:v>
                </c:pt>
                <c:pt idx="90">
                  <c:v>324</c:v>
                </c:pt>
                <c:pt idx="91">
                  <c:v>210</c:v>
                </c:pt>
                <c:pt idx="92">
                  <c:v>306</c:v>
                </c:pt>
                <c:pt idx="93">
                  <c:v>185</c:v>
                </c:pt>
                <c:pt idx="94">
                  <c:v>242</c:v>
                </c:pt>
                <c:pt idx="95">
                  <c:v>175</c:v>
                </c:pt>
                <c:pt idx="96">
                  <c:v>249</c:v>
                </c:pt>
                <c:pt idx="97">
                  <c:v>136</c:v>
                </c:pt>
                <c:pt idx="98">
                  <c:v>173</c:v>
                </c:pt>
                <c:pt idx="99">
                  <c:v>260</c:v>
                </c:pt>
                <c:pt idx="100">
                  <c:v>297</c:v>
                </c:pt>
                <c:pt idx="101">
                  <c:v>303</c:v>
                </c:pt>
                <c:pt idx="102">
                  <c:v>390</c:v>
                </c:pt>
                <c:pt idx="103">
                  <c:v>328</c:v>
                </c:pt>
                <c:pt idx="104">
                  <c:v>330</c:v>
                </c:pt>
                <c:pt idx="105">
                  <c:v>275</c:v>
                </c:pt>
                <c:pt idx="106">
                  <c:v>275</c:v>
                </c:pt>
                <c:pt idx="107">
                  <c:v>325</c:v>
                </c:pt>
                <c:pt idx="108">
                  <c:v>325</c:v>
                </c:pt>
                <c:pt idx="109">
                  <c:v>320</c:v>
                </c:pt>
                <c:pt idx="110">
                  <c:v>300</c:v>
                </c:pt>
                <c:pt idx="111">
                  <c:v>210</c:v>
                </c:pt>
                <c:pt idx="112">
                  <c:v>305</c:v>
                </c:pt>
                <c:pt idx="113">
                  <c:v>172</c:v>
                </c:pt>
                <c:pt idx="114">
                  <c:v>210</c:v>
                </c:pt>
                <c:pt idx="115">
                  <c:v>380</c:v>
                </c:pt>
                <c:pt idx="116">
                  <c:v>210</c:v>
                </c:pt>
                <c:pt idx="117">
                  <c:v>202</c:v>
                </c:pt>
                <c:pt idx="118">
                  <c:v>276</c:v>
                </c:pt>
                <c:pt idx="119">
                  <c:v>337</c:v>
                </c:pt>
                <c:pt idx="120">
                  <c:v>175</c:v>
                </c:pt>
                <c:pt idx="121">
                  <c:v>110</c:v>
                </c:pt>
                <c:pt idx="122">
                  <c:v>142</c:v>
                </c:pt>
                <c:pt idx="123">
                  <c:v>138</c:v>
                </c:pt>
                <c:pt idx="124">
                  <c:v>230</c:v>
                </c:pt>
                <c:pt idx="125">
                  <c:v>272</c:v>
                </c:pt>
                <c:pt idx="126">
                  <c:v>303</c:v>
                </c:pt>
                <c:pt idx="127">
                  <c:v>342</c:v>
                </c:pt>
                <c:pt idx="128">
                  <c:v>263</c:v>
                </c:pt>
                <c:pt idx="129">
                  <c:v>204</c:v>
                </c:pt>
                <c:pt idx="130">
                  <c:v>306</c:v>
                </c:pt>
                <c:pt idx="131">
                  <c:v>416</c:v>
                </c:pt>
                <c:pt idx="132">
                  <c:v>380</c:v>
                </c:pt>
                <c:pt idx="133">
                  <c:v>438</c:v>
                </c:pt>
                <c:pt idx="134">
                  <c:v>383</c:v>
                </c:pt>
                <c:pt idx="135">
                  <c:v>370</c:v>
                </c:pt>
                <c:pt idx="136">
                  <c:v>273</c:v>
                </c:pt>
                <c:pt idx="137">
                  <c:v>265</c:v>
                </c:pt>
                <c:pt idx="138">
                  <c:v>263</c:v>
                </c:pt>
                <c:pt idx="139">
                  <c:v>310</c:v>
                </c:pt>
                <c:pt idx="140">
                  <c:v>239</c:v>
                </c:pt>
                <c:pt idx="141">
                  <c:v>148</c:v>
                </c:pt>
                <c:pt idx="142">
                  <c:v>168</c:v>
                </c:pt>
                <c:pt idx="143">
                  <c:v>167</c:v>
                </c:pt>
                <c:pt idx="144">
                  <c:v>272</c:v>
                </c:pt>
                <c:pt idx="145">
                  <c:v>273</c:v>
                </c:pt>
                <c:pt idx="146">
                  <c:v>232</c:v>
                </c:pt>
                <c:pt idx="147">
                  <c:v>228</c:v>
                </c:pt>
                <c:pt idx="148">
                  <c:v>451</c:v>
                </c:pt>
                <c:pt idx="149">
                  <c:v>518</c:v>
                </c:pt>
                <c:pt idx="150">
                  <c:v>268</c:v>
                </c:pt>
                <c:pt idx="151">
                  <c:v>382</c:v>
                </c:pt>
                <c:pt idx="152">
                  <c:v>382</c:v>
                </c:pt>
                <c:pt idx="153">
                  <c:v>507</c:v>
                </c:pt>
                <c:pt idx="154">
                  <c:v>268</c:v>
                </c:pt>
                <c:pt idx="155">
                  <c:v>392</c:v>
                </c:pt>
                <c:pt idx="156">
                  <c:v>507</c:v>
                </c:pt>
                <c:pt idx="157">
                  <c:v>391</c:v>
                </c:pt>
                <c:pt idx="158">
                  <c:v>518</c:v>
                </c:pt>
                <c:pt idx="159">
                  <c:v>510</c:v>
                </c:pt>
                <c:pt idx="160">
                  <c:v>118</c:v>
                </c:pt>
                <c:pt idx="161">
                  <c:v>162</c:v>
                </c:pt>
                <c:pt idx="162">
                  <c:v>265</c:v>
                </c:pt>
                <c:pt idx="163">
                  <c:v>160</c:v>
                </c:pt>
                <c:pt idx="164">
                  <c:v>230</c:v>
                </c:pt>
                <c:pt idx="165">
                  <c:v>152</c:v>
                </c:pt>
                <c:pt idx="166">
                  <c:v>168</c:v>
                </c:pt>
                <c:pt idx="167">
                  <c:v>220</c:v>
                </c:pt>
                <c:pt idx="168">
                  <c:v>332</c:v>
                </c:pt>
                <c:pt idx="169">
                  <c:v>175</c:v>
                </c:pt>
                <c:pt idx="170">
                  <c:v>270</c:v>
                </c:pt>
                <c:pt idx="171">
                  <c:v>265</c:v>
                </c:pt>
                <c:pt idx="172">
                  <c:v>266</c:v>
                </c:pt>
                <c:pt idx="173">
                  <c:v>310</c:v>
                </c:pt>
                <c:pt idx="174">
                  <c:v>325</c:v>
                </c:pt>
                <c:pt idx="175">
                  <c:v>170</c:v>
                </c:pt>
                <c:pt idx="176">
                  <c:v>140</c:v>
                </c:pt>
                <c:pt idx="177">
                  <c:v>200</c:v>
                </c:pt>
                <c:pt idx="178">
                  <c:v>155</c:v>
                </c:pt>
                <c:pt idx="179">
                  <c:v>256</c:v>
                </c:pt>
                <c:pt idx="180">
                  <c:v>361</c:v>
                </c:pt>
                <c:pt idx="181">
                  <c:v>173</c:v>
                </c:pt>
                <c:pt idx="182">
                  <c:v>260</c:v>
                </c:pt>
                <c:pt idx="183">
                  <c:v>132</c:v>
                </c:pt>
                <c:pt idx="184">
                  <c:v>162</c:v>
                </c:pt>
                <c:pt idx="185">
                  <c:v>345</c:v>
                </c:pt>
                <c:pt idx="186">
                  <c:v>480</c:v>
                </c:pt>
                <c:pt idx="187">
                  <c:v>415</c:v>
                </c:pt>
                <c:pt idx="188">
                  <c:v>210</c:v>
                </c:pt>
                <c:pt idx="189">
                  <c:v>280</c:v>
                </c:pt>
                <c:pt idx="190">
                  <c:v>258</c:v>
                </c:pt>
                <c:pt idx="191">
                  <c:v>291</c:v>
                </c:pt>
                <c:pt idx="192">
                  <c:v>300</c:v>
                </c:pt>
                <c:pt idx="193">
                  <c:v>390</c:v>
                </c:pt>
                <c:pt idx="194">
                  <c:v>138</c:v>
                </c:pt>
                <c:pt idx="195">
                  <c:v>169</c:v>
                </c:pt>
                <c:pt idx="196">
                  <c:v>252</c:v>
                </c:pt>
                <c:pt idx="197">
                  <c:v>164</c:v>
                </c:pt>
                <c:pt idx="198">
                  <c:v>281</c:v>
                </c:pt>
                <c:pt idx="199">
                  <c:v>161</c:v>
                </c:pt>
                <c:pt idx="200">
                  <c:v>158</c:v>
                </c:pt>
                <c:pt idx="201">
                  <c:v>128</c:v>
                </c:pt>
                <c:pt idx="202">
                  <c:v>71</c:v>
                </c:pt>
                <c:pt idx="203">
                  <c:v>170</c:v>
                </c:pt>
                <c:pt idx="204">
                  <c:v>170</c:v>
                </c:pt>
                <c:pt idx="205">
                  <c:v>243</c:v>
                </c:pt>
                <c:pt idx="206">
                  <c:v>245</c:v>
                </c:pt>
                <c:pt idx="207">
                  <c:v>236</c:v>
                </c:pt>
                <c:pt idx="208">
                  <c:v>260</c:v>
                </c:pt>
                <c:pt idx="209">
                  <c:v>158</c:v>
                </c:pt>
                <c:pt idx="210">
                  <c:v>268</c:v>
                </c:pt>
                <c:pt idx="211">
                  <c:v>132</c:v>
                </c:pt>
                <c:pt idx="212">
                  <c:v>158</c:v>
                </c:pt>
                <c:pt idx="213">
                  <c:v>270</c:v>
                </c:pt>
                <c:pt idx="214">
                  <c:v>266</c:v>
                </c:pt>
                <c:pt idx="215">
                  <c:v>106</c:v>
                </c:pt>
                <c:pt idx="216">
                  <c:v>280</c:v>
                </c:pt>
                <c:pt idx="217">
                  <c:v>150</c:v>
                </c:pt>
                <c:pt idx="218">
                  <c:v>170</c:v>
                </c:pt>
                <c:pt idx="219">
                  <c:v>170</c:v>
                </c:pt>
                <c:pt idx="220">
                  <c:v>197</c:v>
                </c:pt>
                <c:pt idx="221">
                  <c:v>235</c:v>
                </c:pt>
                <c:pt idx="222">
                  <c:v>311</c:v>
                </c:pt>
                <c:pt idx="223">
                  <c:v>235</c:v>
                </c:pt>
                <c:pt idx="224">
                  <c:v>311</c:v>
                </c:pt>
              </c:numCache>
            </c:numRef>
          </c:xVal>
          <c:yVal>
            <c:numRef>
              <c:f>(Sheet1!$H$6:$H$12,Sheet1!$H$14,Sheet1!$H$16:$H$24,Sheet1!$H$26,Sheet1!$H$28:$H$29,Sheet1!$H$31,Sheet1!$H$33,Sheet1!$H$35:$H$37,Sheet1!$H$40:$H$43,Sheet1!$H$46:$H$49,Sheet1!$H$52:$H$53,Sheet1!$H$56:$H$61,Sheet1!$H$63:$H$68,Sheet1!$H$70:$H$71,Sheet1!$H$73:$H$95,Sheet1!$H$97:$H$102,Sheet1!$H$104:$H$109,Sheet1!$H$111:$H$137,Sheet1!$H$139:$H$170,Sheet1!$H$172:$H$173,Sheet1!$H$175:$H$179,Sheet1!$H$181:$H$185,Sheet1!$H$187:$H$191,Sheet1!$H$194,Sheet1!$H$196:$H$200,Sheet1!$H$202:$H$206,Sheet1!$H$209:$H$241,Sheet1!$H$243,Sheet1!$H$245:$H$250,Sheet1!$H$252:$H$254,Sheet1!$H$257:$H$258,Sheet1!$H$260:$H$261,Sheet1!$H$264,Sheet1!$H$267:$H$268,Sheet1!$H$273,Sheet1!$H$275:$H$277)</c:f>
              <c:numCache>
                <c:formatCode>0.0</c:formatCode>
                <c:ptCount val="225"/>
                <c:pt idx="0">
                  <c:v>18.5</c:v>
                </c:pt>
                <c:pt idx="1">
                  <c:v>19.5</c:v>
                </c:pt>
                <c:pt idx="2">
                  <c:v>19</c:v>
                </c:pt>
                <c:pt idx="3">
                  <c:v>22</c:v>
                </c:pt>
                <c:pt idx="4">
                  <c:v>25.5</c:v>
                </c:pt>
                <c:pt idx="5">
                  <c:v>19.5</c:v>
                </c:pt>
                <c:pt idx="6">
                  <c:v>14</c:v>
                </c:pt>
                <c:pt idx="7">
                  <c:v>24.5</c:v>
                </c:pt>
                <c:pt idx="8">
                  <c:v>21.5</c:v>
                </c:pt>
                <c:pt idx="9">
                  <c:v>17.5</c:v>
                </c:pt>
                <c:pt idx="10">
                  <c:v>21.5</c:v>
                </c:pt>
                <c:pt idx="11">
                  <c:v>17.5</c:v>
                </c:pt>
                <c:pt idx="12">
                  <c:v>19.5</c:v>
                </c:pt>
                <c:pt idx="13">
                  <c:v>18</c:v>
                </c:pt>
                <c:pt idx="14">
                  <c:v>16</c:v>
                </c:pt>
                <c:pt idx="15">
                  <c:v>20.5</c:v>
                </c:pt>
                <c:pt idx="16">
                  <c:v>15.5</c:v>
                </c:pt>
                <c:pt idx="17">
                  <c:v>21</c:v>
                </c:pt>
                <c:pt idx="18">
                  <c:v>13.5</c:v>
                </c:pt>
                <c:pt idx="19">
                  <c:v>23</c:v>
                </c:pt>
                <c:pt idx="20">
                  <c:v>23</c:v>
                </c:pt>
                <c:pt idx="21">
                  <c:v>21</c:v>
                </c:pt>
                <c:pt idx="22">
                  <c:v>17</c:v>
                </c:pt>
                <c:pt idx="23">
                  <c:v>23</c:v>
                </c:pt>
                <c:pt idx="24">
                  <c:v>21</c:v>
                </c:pt>
                <c:pt idx="25">
                  <c:v>18.5</c:v>
                </c:pt>
                <c:pt idx="26">
                  <c:v>14</c:v>
                </c:pt>
                <c:pt idx="27">
                  <c:v>19</c:v>
                </c:pt>
                <c:pt idx="28">
                  <c:v>14</c:v>
                </c:pt>
                <c:pt idx="29">
                  <c:v>16</c:v>
                </c:pt>
                <c:pt idx="30">
                  <c:v>20.5</c:v>
                </c:pt>
                <c:pt idx="31">
                  <c:v>18</c:v>
                </c:pt>
                <c:pt idx="32">
                  <c:v>16.5</c:v>
                </c:pt>
                <c:pt idx="33">
                  <c:v>18</c:v>
                </c:pt>
                <c:pt idx="34">
                  <c:v>15.5</c:v>
                </c:pt>
                <c:pt idx="35">
                  <c:v>23</c:v>
                </c:pt>
                <c:pt idx="36">
                  <c:v>17</c:v>
                </c:pt>
                <c:pt idx="37">
                  <c:v>30.5</c:v>
                </c:pt>
                <c:pt idx="38">
                  <c:v>23</c:v>
                </c:pt>
                <c:pt idx="39">
                  <c:v>20</c:v>
                </c:pt>
                <c:pt idx="40">
                  <c:v>30</c:v>
                </c:pt>
                <c:pt idx="41">
                  <c:v>21</c:v>
                </c:pt>
                <c:pt idx="42">
                  <c:v>20</c:v>
                </c:pt>
                <c:pt idx="43">
                  <c:v>21</c:v>
                </c:pt>
                <c:pt idx="44">
                  <c:v>19.5</c:v>
                </c:pt>
                <c:pt idx="45">
                  <c:v>17</c:v>
                </c:pt>
                <c:pt idx="46">
                  <c:v>27</c:v>
                </c:pt>
                <c:pt idx="47">
                  <c:v>24</c:v>
                </c:pt>
                <c:pt idx="48">
                  <c:v>27.5</c:v>
                </c:pt>
                <c:pt idx="49">
                  <c:v>20.5</c:v>
                </c:pt>
                <c:pt idx="50">
                  <c:v>25.5</c:v>
                </c:pt>
                <c:pt idx="51">
                  <c:v>23</c:v>
                </c:pt>
                <c:pt idx="52">
                  <c:v>26.5</c:v>
                </c:pt>
                <c:pt idx="53">
                  <c:v>26</c:v>
                </c:pt>
                <c:pt idx="54">
                  <c:v>21</c:v>
                </c:pt>
                <c:pt idx="55">
                  <c:v>20.5</c:v>
                </c:pt>
                <c:pt idx="56">
                  <c:v>16</c:v>
                </c:pt>
                <c:pt idx="57">
                  <c:v>22</c:v>
                </c:pt>
                <c:pt idx="58">
                  <c:v>20</c:v>
                </c:pt>
                <c:pt idx="59">
                  <c:v>19.5</c:v>
                </c:pt>
                <c:pt idx="60">
                  <c:v>16</c:v>
                </c:pt>
                <c:pt idx="61">
                  <c:v>17.5</c:v>
                </c:pt>
                <c:pt idx="62">
                  <c:v>20.5</c:v>
                </c:pt>
                <c:pt idx="63">
                  <c:v>19.5</c:v>
                </c:pt>
                <c:pt idx="64">
                  <c:v>22</c:v>
                </c:pt>
                <c:pt idx="65">
                  <c:v>20</c:v>
                </c:pt>
                <c:pt idx="66">
                  <c:v>19</c:v>
                </c:pt>
                <c:pt idx="67">
                  <c:v>18</c:v>
                </c:pt>
                <c:pt idx="68">
                  <c:v>17</c:v>
                </c:pt>
                <c:pt idx="69">
                  <c:v>16</c:v>
                </c:pt>
                <c:pt idx="70">
                  <c:v>20.5</c:v>
                </c:pt>
                <c:pt idx="71">
                  <c:v>25</c:v>
                </c:pt>
                <c:pt idx="72">
                  <c:v>17</c:v>
                </c:pt>
                <c:pt idx="73">
                  <c:v>17</c:v>
                </c:pt>
                <c:pt idx="74">
                  <c:v>20.5</c:v>
                </c:pt>
                <c:pt idx="75">
                  <c:v>29.5</c:v>
                </c:pt>
                <c:pt idx="76">
                  <c:v>26.5</c:v>
                </c:pt>
                <c:pt idx="77">
                  <c:v>22.5</c:v>
                </c:pt>
                <c:pt idx="78">
                  <c:v>22</c:v>
                </c:pt>
                <c:pt idx="79">
                  <c:v>20</c:v>
                </c:pt>
                <c:pt idx="80">
                  <c:v>18</c:v>
                </c:pt>
                <c:pt idx="81">
                  <c:v>23.5</c:v>
                </c:pt>
                <c:pt idx="82">
                  <c:v>18</c:v>
                </c:pt>
                <c:pt idx="83">
                  <c:v>23</c:v>
                </c:pt>
                <c:pt idx="84">
                  <c:v>30</c:v>
                </c:pt>
                <c:pt idx="85">
                  <c:v>22</c:v>
                </c:pt>
                <c:pt idx="86">
                  <c:v>21.5</c:v>
                </c:pt>
                <c:pt idx="87">
                  <c:v>28.5</c:v>
                </c:pt>
                <c:pt idx="88">
                  <c:v>19.5</c:v>
                </c:pt>
                <c:pt idx="89">
                  <c:v>22.5</c:v>
                </c:pt>
                <c:pt idx="90">
                  <c:v>21</c:v>
                </c:pt>
                <c:pt idx="91">
                  <c:v>25.5</c:v>
                </c:pt>
                <c:pt idx="92">
                  <c:v>22</c:v>
                </c:pt>
                <c:pt idx="93">
                  <c:v>20.5</c:v>
                </c:pt>
                <c:pt idx="94">
                  <c:v>20.5</c:v>
                </c:pt>
                <c:pt idx="95">
                  <c:v>26.5</c:v>
                </c:pt>
                <c:pt idx="96">
                  <c:v>24</c:v>
                </c:pt>
                <c:pt idx="97">
                  <c:v>23</c:v>
                </c:pt>
                <c:pt idx="98">
                  <c:v>21</c:v>
                </c:pt>
                <c:pt idx="99">
                  <c:v>19.5</c:v>
                </c:pt>
                <c:pt idx="100">
                  <c:v>20.5</c:v>
                </c:pt>
                <c:pt idx="101">
                  <c:v>18.5</c:v>
                </c:pt>
                <c:pt idx="102">
                  <c:v>17</c:v>
                </c:pt>
                <c:pt idx="103">
                  <c:v>22</c:v>
                </c:pt>
                <c:pt idx="104">
                  <c:v>22</c:v>
                </c:pt>
                <c:pt idx="105">
                  <c:v>21</c:v>
                </c:pt>
                <c:pt idx="106">
                  <c:v>19</c:v>
                </c:pt>
                <c:pt idx="107">
                  <c:v>18.5</c:v>
                </c:pt>
                <c:pt idx="108">
                  <c:v>17</c:v>
                </c:pt>
                <c:pt idx="109">
                  <c:v>15</c:v>
                </c:pt>
                <c:pt idx="110">
                  <c:v>20.5</c:v>
                </c:pt>
                <c:pt idx="111">
                  <c:v>17.5</c:v>
                </c:pt>
                <c:pt idx="112">
                  <c:v>16.5</c:v>
                </c:pt>
                <c:pt idx="113">
                  <c:v>25.5</c:v>
                </c:pt>
                <c:pt idx="114">
                  <c:v>18.5</c:v>
                </c:pt>
                <c:pt idx="115">
                  <c:v>12.5</c:v>
                </c:pt>
                <c:pt idx="116">
                  <c:v>19</c:v>
                </c:pt>
                <c:pt idx="117">
                  <c:v>17</c:v>
                </c:pt>
                <c:pt idx="118">
                  <c:v>19</c:v>
                </c:pt>
                <c:pt idx="119">
                  <c:v>18.5</c:v>
                </c:pt>
                <c:pt idx="120">
                  <c:v>27</c:v>
                </c:pt>
                <c:pt idx="121">
                  <c:v>30</c:v>
                </c:pt>
                <c:pt idx="122">
                  <c:v>27</c:v>
                </c:pt>
                <c:pt idx="123">
                  <c:v>26.5</c:v>
                </c:pt>
                <c:pt idx="124">
                  <c:v>18.5</c:v>
                </c:pt>
                <c:pt idx="125">
                  <c:v>23</c:v>
                </c:pt>
                <c:pt idx="126">
                  <c:v>23</c:v>
                </c:pt>
                <c:pt idx="127">
                  <c:v>20.5</c:v>
                </c:pt>
                <c:pt idx="128">
                  <c:v>16</c:v>
                </c:pt>
                <c:pt idx="129">
                  <c:v>25</c:v>
                </c:pt>
                <c:pt idx="130">
                  <c:v>21.5</c:v>
                </c:pt>
                <c:pt idx="131">
                  <c:v>19.5</c:v>
                </c:pt>
                <c:pt idx="132">
                  <c:v>20</c:v>
                </c:pt>
                <c:pt idx="133">
                  <c:v>21</c:v>
                </c:pt>
                <c:pt idx="134">
                  <c:v>15</c:v>
                </c:pt>
                <c:pt idx="135">
                  <c:v>20.5</c:v>
                </c:pt>
                <c:pt idx="136">
                  <c:v>20.5</c:v>
                </c:pt>
                <c:pt idx="137">
                  <c:v>20.5</c:v>
                </c:pt>
                <c:pt idx="138">
                  <c:v>23</c:v>
                </c:pt>
                <c:pt idx="139">
                  <c:v>17</c:v>
                </c:pt>
                <c:pt idx="140">
                  <c:v>17.5</c:v>
                </c:pt>
                <c:pt idx="141">
                  <c:v>27</c:v>
                </c:pt>
                <c:pt idx="142">
                  <c:v>25.5</c:v>
                </c:pt>
                <c:pt idx="143">
                  <c:v>24.5</c:v>
                </c:pt>
                <c:pt idx="144">
                  <c:v>21</c:v>
                </c:pt>
                <c:pt idx="145">
                  <c:v>19</c:v>
                </c:pt>
                <c:pt idx="146">
                  <c:v>19</c:v>
                </c:pt>
                <c:pt idx="147">
                  <c:v>22</c:v>
                </c:pt>
                <c:pt idx="148">
                  <c:v>15.5</c:v>
                </c:pt>
                <c:pt idx="149">
                  <c:v>14.5</c:v>
                </c:pt>
                <c:pt idx="150">
                  <c:v>21</c:v>
                </c:pt>
                <c:pt idx="151">
                  <c:v>18</c:v>
                </c:pt>
                <c:pt idx="152">
                  <c:v>17.5</c:v>
                </c:pt>
                <c:pt idx="153">
                  <c:v>15</c:v>
                </c:pt>
                <c:pt idx="154">
                  <c:v>19</c:v>
                </c:pt>
                <c:pt idx="155">
                  <c:v>18.5</c:v>
                </c:pt>
                <c:pt idx="156">
                  <c:v>15.5</c:v>
                </c:pt>
                <c:pt idx="157">
                  <c:v>17</c:v>
                </c:pt>
                <c:pt idx="158">
                  <c:v>15.5</c:v>
                </c:pt>
                <c:pt idx="159">
                  <c:v>14.5</c:v>
                </c:pt>
                <c:pt idx="160">
                  <c:v>27.5</c:v>
                </c:pt>
                <c:pt idx="161">
                  <c:v>24</c:v>
                </c:pt>
                <c:pt idx="162">
                  <c:v>21</c:v>
                </c:pt>
                <c:pt idx="163">
                  <c:v>23.5</c:v>
                </c:pt>
                <c:pt idx="164">
                  <c:v>20.5</c:v>
                </c:pt>
                <c:pt idx="165">
                  <c:v>26</c:v>
                </c:pt>
                <c:pt idx="166">
                  <c:v>22.5</c:v>
                </c:pt>
                <c:pt idx="167">
                  <c:v>20.5</c:v>
                </c:pt>
                <c:pt idx="168">
                  <c:v>20.5</c:v>
                </c:pt>
                <c:pt idx="169">
                  <c:v>27</c:v>
                </c:pt>
                <c:pt idx="170">
                  <c:v>22.5</c:v>
                </c:pt>
                <c:pt idx="171">
                  <c:v>20.5</c:v>
                </c:pt>
                <c:pt idx="172">
                  <c:v>18.5</c:v>
                </c:pt>
                <c:pt idx="173">
                  <c:v>15.5</c:v>
                </c:pt>
                <c:pt idx="174">
                  <c:v>20</c:v>
                </c:pt>
                <c:pt idx="175">
                  <c:v>24.5</c:v>
                </c:pt>
                <c:pt idx="176">
                  <c:v>29</c:v>
                </c:pt>
                <c:pt idx="177">
                  <c:v>25</c:v>
                </c:pt>
                <c:pt idx="178">
                  <c:v>30</c:v>
                </c:pt>
                <c:pt idx="179">
                  <c:v>21</c:v>
                </c:pt>
                <c:pt idx="180">
                  <c:v>19.5</c:v>
                </c:pt>
                <c:pt idx="181">
                  <c:v>22</c:v>
                </c:pt>
                <c:pt idx="182">
                  <c:v>23.5</c:v>
                </c:pt>
                <c:pt idx="183">
                  <c:v>29</c:v>
                </c:pt>
                <c:pt idx="184">
                  <c:v>24.5</c:v>
                </c:pt>
                <c:pt idx="185">
                  <c:v>22</c:v>
                </c:pt>
                <c:pt idx="186">
                  <c:v>19.5</c:v>
                </c:pt>
                <c:pt idx="187">
                  <c:v>18.5</c:v>
                </c:pt>
                <c:pt idx="188">
                  <c:v>22.5</c:v>
                </c:pt>
                <c:pt idx="189">
                  <c:v>19.5</c:v>
                </c:pt>
                <c:pt idx="190">
                  <c:v>21.5</c:v>
                </c:pt>
                <c:pt idx="191">
                  <c:v>17</c:v>
                </c:pt>
                <c:pt idx="192">
                  <c:v>17</c:v>
                </c:pt>
                <c:pt idx="193">
                  <c:v>14</c:v>
                </c:pt>
                <c:pt idx="194">
                  <c:v>28</c:v>
                </c:pt>
                <c:pt idx="195">
                  <c:v>27.5</c:v>
                </c:pt>
                <c:pt idx="196">
                  <c:v>21.5</c:v>
                </c:pt>
                <c:pt idx="197">
                  <c:v>30</c:v>
                </c:pt>
                <c:pt idx="198">
                  <c:v>20.5</c:v>
                </c:pt>
                <c:pt idx="199">
                  <c:v>23.5</c:v>
                </c:pt>
                <c:pt idx="200">
                  <c:v>25</c:v>
                </c:pt>
                <c:pt idx="201">
                  <c:v>30</c:v>
                </c:pt>
                <c:pt idx="202">
                  <c:v>37</c:v>
                </c:pt>
                <c:pt idx="203">
                  <c:v>23</c:v>
                </c:pt>
                <c:pt idx="204">
                  <c:v>23.5</c:v>
                </c:pt>
                <c:pt idx="205">
                  <c:v>21.5</c:v>
                </c:pt>
                <c:pt idx="206">
                  <c:v>20.5</c:v>
                </c:pt>
                <c:pt idx="207">
                  <c:v>18.5</c:v>
                </c:pt>
                <c:pt idx="208">
                  <c:v>17</c:v>
                </c:pt>
                <c:pt idx="209">
                  <c:v>26</c:v>
                </c:pt>
                <c:pt idx="210">
                  <c:v>23.5</c:v>
                </c:pt>
                <c:pt idx="211">
                  <c:v>30.5</c:v>
                </c:pt>
                <c:pt idx="212">
                  <c:v>26</c:v>
                </c:pt>
                <c:pt idx="213">
                  <c:v>20</c:v>
                </c:pt>
                <c:pt idx="214">
                  <c:v>20</c:v>
                </c:pt>
                <c:pt idx="215">
                  <c:v>32.5</c:v>
                </c:pt>
                <c:pt idx="216">
                  <c:v>21</c:v>
                </c:pt>
                <c:pt idx="217">
                  <c:v>24</c:v>
                </c:pt>
                <c:pt idx="218">
                  <c:v>25</c:v>
                </c:pt>
                <c:pt idx="219">
                  <c:v>25</c:v>
                </c:pt>
                <c:pt idx="220">
                  <c:v>19.5</c:v>
                </c:pt>
                <c:pt idx="221">
                  <c:v>20.5</c:v>
                </c:pt>
                <c:pt idx="222">
                  <c:v>18.5</c:v>
                </c:pt>
                <c:pt idx="223">
                  <c:v>17</c:v>
                </c:pt>
                <c:pt idx="224">
                  <c:v>16</c:v>
                </c:pt>
              </c:numCache>
            </c:numRef>
          </c:yVal>
          <c:smooth val="0"/>
        </c:ser>
        <c:ser>
          <c:idx val="1"/>
          <c:order val="1"/>
          <c:tx>
            <c:v>Hybrid Engines</c:v>
          </c:tx>
          <c:spPr>
            <a:ln w="28575">
              <a:noFill/>
            </a:ln>
          </c:spPr>
          <c:xVal>
            <c:numRef>
              <c:f>(Sheet1!$E$54,Sheet1!$E$72,Sheet1!$E$96,Sheet1!$E$103,Sheet1!$E$207,Sheet1!$E$251,Sheet1!$E$255:$E$256)</c:f>
              <c:numCache>
                <c:formatCode>General</c:formatCode>
                <c:ptCount val="8"/>
                <c:pt idx="0">
                  <c:v>480</c:v>
                </c:pt>
                <c:pt idx="1">
                  <c:v>164</c:v>
                </c:pt>
                <c:pt idx="2">
                  <c:v>153</c:v>
                </c:pt>
                <c:pt idx="3">
                  <c:v>156</c:v>
                </c:pt>
                <c:pt idx="4">
                  <c:v>162</c:v>
                </c:pt>
                <c:pt idx="5">
                  <c:v>192</c:v>
                </c:pt>
                <c:pt idx="6">
                  <c:v>209</c:v>
                </c:pt>
                <c:pt idx="7">
                  <c:v>177</c:v>
                </c:pt>
              </c:numCache>
            </c:numRef>
          </c:xVal>
          <c:yVal>
            <c:numRef>
              <c:f>(Sheet1!$H$54,Sheet1!$H$72,Sheet1!$H$96,Sheet1!$H$103,Sheet1!$H$207,Sheet1!$H$251,Sheet1!$H$255:$H$256)</c:f>
              <c:numCache>
                <c:formatCode>0.0</c:formatCode>
                <c:ptCount val="8"/>
                <c:pt idx="0">
                  <c:v>18</c:v>
                </c:pt>
                <c:pt idx="1">
                  <c:v>30</c:v>
                </c:pt>
                <c:pt idx="2">
                  <c:v>32.5</c:v>
                </c:pt>
                <c:pt idx="3">
                  <c:v>38.5</c:v>
                </c:pt>
                <c:pt idx="4">
                  <c:v>34</c:v>
                </c:pt>
                <c:pt idx="5">
                  <c:v>33.5</c:v>
                </c:pt>
                <c:pt idx="6">
                  <c:v>26</c:v>
                </c:pt>
                <c:pt idx="7">
                  <c:v>46.5</c:v>
                </c:pt>
              </c:numCache>
            </c:numRef>
          </c:yVal>
          <c:smooth val="0"/>
        </c:ser>
        <c:ser>
          <c:idx val="2"/>
          <c:order val="2"/>
          <c:tx>
            <c:v>Diesel Engines</c:v>
          </c:tx>
          <c:spPr>
            <a:ln w="28575">
              <a:noFill/>
            </a:ln>
          </c:spPr>
          <c:xVal>
            <c:numRef>
              <c:f>(Sheet1!$E$50,Sheet1!$E$186,Sheet1!$E$265)</c:f>
              <c:numCache>
                <c:formatCode>General</c:formatCode>
                <c:ptCount val="3"/>
                <c:pt idx="0">
                  <c:v>265</c:v>
                </c:pt>
                <c:pt idx="1">
                  <c:v>210</c:v>
                </c:pt>
                <c:pt idx="2">
                  <c:v>140</c:v>
                </c:pt>
              </c:numCache>
            </c:numRef>
          </c:xVal>
          <c:yVal>
            <c:numRef>
              <c:f>(Sheet1!$H$50,Sheet1!$H$186,Sheet1!$H$265)</c:f>
              <c:numCache>
                <c:formatCode>0.0</c:formatCode>
                <c:ptCount val="3"/>
                <c:pt idx="0">
                  <c:v>22.5</c:v>
                </c:pt>
                <c:pt idx="1">
                  <c:v>27.5</c:v>
                </c:pt>
                <c:pt idx="2">
                  <c:v>35.5</c:v>
                </c:pt>
              </c:numCache>
            </c:numRef>
          </c:yVal>
          <c:smooth val="0"/>
        </c:ser>
        <c:ser>
          <c:idx val="3"/>
          <c:order val="3"/>
          <c:tx>
            <c:v>Forced Induction Engines</c:v>
          </c:tx>
          <c:spPr>
            <a:ln w="28575">
              <a:noFill/>
            </a:ln>
          </c:spPr>
          <c:xVal>
            <c:numRef>
              <c:f>(Sheet1!$E$13,Sheet1!$E$15,Sheet1!$E$25,Sheet1!$E$27,Sheet1!$E$30,Sheet1!$E$32,Sheet1!$E$34,Sheet1!$E$38:$E$39,Sheet1!$E$44:$E$45,Sheet1!$E$51,Sheet1!$E$55,Sheet1!$E$62,Sheet1!$E$69,Sheet1!$E$110,Sheet1!$E$138,Sheet1!$E$171,Sheet1!$E$174,Sheet1!$E$180,Sheet1!$E$192:$E$193,Sheet1!$E$195,Sheet1!$E$201,Sheet1!$E$208,Sheet1!$E$242,Sheet1!$E$244,Sheet1!$E$259,Sheet1!$E$262:$E$263,Sheet1!$E$266,Sheet1!$E$269:$E$272,Sheet1!$E$274)</c:f>
              <c:numCache>
                <c:formatCode>General</c:formatCode>
                <c:ptCount val="36"/>
                <c:pt idx="0">
                  <c:v>200</c:v>
                </c:pt>
                <c:pt idx="1">
                  <c:v>200</c:v>
                </c:pt>
                <c:pt idx="2">
                  <c:v>200</c:v>
                </c:pt>
                <c:pt idx="3">
                  <c:v>450</c:v>
                </c:pt>
                <c:pt idx="4">
                  <c:v>300</c:v>
                </c:pt>
                <c:pt idx="5">
                  <c:v>300</c:v>
                </c:pt>
                <c:pt idx="6">
                  <c:v>300</c:v>
                </c:pt>
                <c:pt idx="7">
                  <c:v>300</c:v>
                </c:pt>
                <c:pt idx="8">
                  <c:v>300</c:v>
                </c:pt>
                <c:pt idx="9">
                  <c:v>400</c:v>
                </c:pt>
                <c:pt idx="10">
                  <c:v>400</c:v>
                </c:pt>
                <c:pt idx="11">
                  <c:v>555</c:v>
                </c:pt>
                <c:pt idx="12">
                  <c:v>555</c:v>
                </c:pt>
                <c:pt idx="13">
                  <c:v>260</c:v>
                </c:pt>
                <c:pt idx="14">
                  <c:v>260</c:v>
                </c:pt>
                <c:pt idx="15">
                  <c:v>365</c:v>
                </c:pt>
                <c:pt idx="16">
                  <c:v>400</c:v>
                </c:pt>
                <c:pt idx="17">
                  <c:v>263</c:v>
                </c:pt>
                <c:pt idx="18">
                  <c:v>244</c:v>
                </c:pt>
                <c:pt idx="19">
                  <c:v>510</c:v>
                </c:pt>
                <c:pt idx="20">
                  <c:v>604</c:v>
                </c:pt>
                <c:pt idx="21">
                  <c:v>617</c:v>
                </c:pt>
                <c:pt idx="22">
                  <c:v>168</c:v>
                </c:pt>
                <c:pt idx="23">
                  <c:v>237</c:v>
                </c:pt>
                <c:pt idx="24">
                  <c:v>480</c:v>
                </c:pt>
                <c:pt idx="25">
                  <c:v>224</c:v>
                </c:pt>
                <c:pt idx="26">
                  <c:v>305</c:v>
                </c:pt>
                <c:pt idx="27">
                  <c:v>200</c:v>
                </c:pt>
                <c:pt idx="28">
                  <c:v>200</c:v>
                </c:pt>
                <c:pt idx="29">
                  <c:v>200</c:v>
                </c:pt>
                <c:pt idx="30">
                  <c:v>200</c:v>
                </c:pt>
                <c:pt idx="31">
                  <c:v>227</c:v>
                </c:pt>
                <c:pt idx="32">
                  <c:v>227</c:v>
                </c:pt>
                <c:pt idx="33">
                  <c:v>168</c:v>
                </c:pt>
                <c:pt idx="34">
                  <c:v>227</c:v>
                </c:pt>
                <c:pt idx="35">
                  <c:v>281</c:v>
                </c:pt>
              </c:numCache>
            </c:numRef>
          </c:xVal>
          <c:yVal>
            <c:numRef>
              <c:f>(Sheet1!$H$13,Sheet1!$H$15,Sheet1!$H$25,Sheet1!$H$27,Sheet1!$H$30,Sheet1!$H$32,Sheet1!$H$34,Sheet1!$H$38:$H$39,Sheet1!$H$44:$H$45,Sheet1!$H$51,Sheet1!$H$55,Sheet1!$H$62,Sheet1!$H$69,Sheet1!$H$110,Sheet1!$H$138,Sheet1!$H$171,Sheet1!$H$174,Sheet1!$H$180,Sheet1!$H$192:$H$193,Sheet1!$H$195,Sheet1!$H$201,Sheet1!$H$208,Sheet1!$H$242,Sheet1!$H$244,Sheet1!$H$259,Sheet1!$H$262:$H$263,Sheet1!$H$266,Sheet1!$H$269:$H$272)</c:f>
              <c:numCache>
                <c:formatCode>0.0</c:formatCode>
                <c:ptCount val="35"/>
                <c:pt idx="0">
                  <c:v>25</c:v>
                </c:pt>
                <c:pt idx="1">
                  <c:v>24</c:v>
                </c:pt>
                <c:pt idx="2">
                  <c:v>25</c:v>
                </c:pt>
                <c:pt idx="3">
                  <c:v>13.5</c:v>
                </c:pt>
                <c:pt idx="4">
                  <c:v>21.5</c:v>
                </c:pt>
                <c:pt idx="5">
                  <c:v>21.5</c:v>
                </c:pt>
                <c:pt idx="6">
                  <c:v>21</c:v>
                </c:pt>
                <c:pt idx="7">
                  <c:v>21.5</c:v>
                </c:pt>
                <c:pt idx="8">
                  <c:v>20.5</c:v>
                </c:pt>
                <c:pt idx="9">
                  <c:v>18.5</c:v>
                </c:pt>
                <c:pt idx="10">
                  <c:v>17</c:v>
                </c:pt>
                <c:pt idx="11">
                  <c:v>14.5</c:v>
                </c:pt>
                <c:pt idx="12">
                  <c:v>14.5</c:v>
                </c:pt>
                <c:pt idx="13">
                  <c:v>26</c:v>
                </c:pt>
                <c:pt idx="14">
                  <c:v>25</c:v>
                </c:pt>
                <c:pt idx="15">
                  <c:v>20</c:v>
                </c:pt>
                <c:pt idx="16">
                  <c:v>18.5</c:v>
                </c:pt>
                <c:pt idx="17">
                  <c:v>21.5</c:v>
                </c:pt>
                <c:pt idx="18">
                  <c:v>20</c:v>
                </c:pt>
                <c:pt idx="19">
                  <c:v>14</c:v>
                </c:pt>
                <c:pt idx="20">
                  <c:v>14.5</c:v>
                </c:pt>
                <c:pt idx="21">
                  <c:v>14</c:v>
                </c:pt>
                <c:pt idx="22">
                  <c:v>30</c:v>
                </c:pt>
                <c:pt idx="23">
                  <c:v>21</c:v>
                </c:pt>
                <c:pt idx="24">
                  <c:v>18.5</c:v>
                </c:pt>
                <c:pt idx="25">
                  <c:v>21.5</c:v>
                </c:pt>
                <c:pt idx="26">
                  <c:v>20</c:v>
                </c:pt>
                <c:pt idx="27">
                  <c:v>26</c:v>
                </c:pt>
                <c:pt idx="28">
                  <c:v>26</c:v>
                </c:pt>
                <c:pt idx="29">
                  <c:v>25</c:v>
                </c:pt>
                <c:pt idx="30">
                  <c:v>26</c:v>
                </c:pt>
                <c:pt idx="31">
                  <c:v>23.5</c:v>
                </c:pt>
                <c:pt idx="32">
                  <c:v>22.5</c:v>
                </c:pt>
                <c:pt idx="33">
                  <c:v>24</c:v>
                </c:pt>
                <c:pt idx="34">
                  <c:v>23.5</c:v>
                </c:pt>
              </c:numCache>
            </c:numRef>
          </c:yVal>
          <c:smooth val="0"/>
        </c:ser>
        <c:dLbls>
          <c:showLegendKey val="0"/>
          <c:showVal val="0"/>
          <c:showCatName val="0"/>
          <c:showSerName val="0"/>
          <c:showPercent val="0"/>
          <c:showBubbleSize val="0"/>
        </c:dLbls>
        <c:axId val="389982480"/>
        <c:axId val="389982088"/>
      </c:scatterChart>
      <c:valAx>
        <c:axId val="389982480"/>
        <c:scaling>
          <c:orientation val="minMax"/>
        </c:scaling>
        <c:delete val="0"/>
        <c:axPos val="b"/>
        <c:title>
          <c:tx>
            <c:rich>
              <a:bodyPr/>
              <a:lstStyle/>
              <a:p>
                <a:pPr>
                  <a:defRPr/>
                </a:pPr>
                <a:r>
                  <a:rPr lang="en-US"/>
                  <a:t>Power (HP)</a:t>
                </a:r>
              </a:p>
            </c:rich>
          </c:tx>
          <c:overlay val="0"/>
        </c:title>
        <c:numFmt formatCode="General" sourceLinked="1"/>
        <c:majorTickMark val="none"/>
        <c:minorTickMark val="none"/>
        <c:tickLblPos val="nextTo"/>
        <c:crossAx val="389982088"/>
        <c:crosses val="autoZero"/>
        <c:crossBetween val="midCat"/>
      </c:valAx>
      <c:valAx>
        <c:axId val="389982088"/>
        <c:scaling>
          <c:orientation val="minMax"/>
        </c:scaling>
        <c:delete val="0"/>
        <c:axPos val="l"/>
        <c:majorGridlines/>
        <c:title>
          <c:tx>
            <c:rich>
              <a:bodyPr/>
              <a:lstStyle/>
              <a:p>
                <a:pPr>
                  <a:defRPr/>
                </a:pPr>
                <a:r>
                  <a:rPr lang="en-US"/>
                  <a:t>EPA estimated fuel econmy (mpg)</a:t>
                </a:r>
              </a:p>
            </c:rich>
          </c:tx>
          <c:overlay val="0"/>
        </c:title>
        <c:numFmt formatCode="0.0" sourceLinked="1"/>
        <c:majorTickMark val="none"/>
        <c:minorTickMark val="none"/>
        <c:tickLblPos val="nextTo"/>
        <c:crossAx val="389982480"/>
        <c:crosses val="autoZero"/>
        <c:crossBetween val="midCat"/>
      </c:valAx>
    </c:plotArea>
    <c:legend>
      <c:legendPos val="r"/>
      <c:overlay val="0"/>
    </c:legend>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MPG Vs. Power to</a:t>
            </a:r>
            <a:r>
              <a:rPr lang="en-US" baseline="0"/>
              <a:t> Weight Ratio (Lbs/HP) </a:t>
            </a:r>
          </a:p>
        </c:rich>
      </c:tx>
      <c:layout>
        <c:manualLayout>
          <c:xMode val="edge"/>
          <c:yMode val="edge"/>
          <c:x val="0.26925559126666765"/>
          <c:y val="2.018099090927808E-3"/>
        </c:manualLayout>
      </c:layout>
      <c:overlay val="0"/>
    </c:title>
    <c:autoTitleDeleted val="0"/>
    <c:plotArea>
      <c:layout>
        <c:manualLayout>
          <c:layoutTarget val="inner"/>
          <c:xMode val="edge"/>
          <c:yMode val="edge"/>
          <c:x val="0.12872262504657225"/>
          <c:y val="0.10845087231588875"/>
          <c:w val="0.83950302490730511"/>
          <c:h val="0.77256698738280138"/>
        </c:manualLayout>
      </c:layout>
      <c:scatterChart>
        <c:scatterStyle val="lineMarker"/>
        <c:varyColors val="0"/>
        <c:ser>
          <c:idx val="0"/>
          <c:order val="0"/>
          <c:tx>
            <c:v>1980's</c:v>
          </c:tx>
          <c:spPr>
            <a:ln w="28575">
              <a:noFill/>
            </a:ln>
          </c:spPr>
          <c:xVal>
            <c:numRef>
              <c:f>'1980''s'!$I$5:$I$107</c:f>
              <c:numCache>
                <c:formatCode>General</c:formatCode>
                <c:ptCount val="103"/>
                <c:pt idx="0" formatCode="0.0000">
                  <c:v>17.9158865137567</c:v>
                </c:pt>
                <c:pt idx="2" formatCode="0.0000">
                  <c:v>33.877312680558163</c:v>
                </c:pt>
                <c:pt idx="4" formatCode="0.0000">
                  <c:v>21.877716603882927</c:v>
                </c:pt>
                <c:pt idx="7" formatCode="0.0000">
                  <c:v>26.273826520761823</c:v>
                </c:pt>
                <c:pt idx="9" formatCode="0.0000">
                  <c:v>27.983762664791392</c:v>
                </c:pt>
                <c:pt idx="11" formatCode="0.0000">
                  <c:v>20.400571504715629</c:v>
                </c:pt>
                <c:pt idx="14" formatCode="0.0000">
                  <c:v>29.30409746942119</c:v>
                </c:pt>
                <c:pt idx="16" formatCode="0.0000">
                  <c:v>25.700030309388922</c:v>
                </c:pt>
                <c:pt idx="18" formatCode="0.0000">
                  <c:v>16.913030536435919</c:v>
                </c:pt>
                <c:pt idx="21" formatCode="0.0000">
                  <c:v>24.815789532928186</c:v>
                </c:pt>
                <c:pt idx="23" formatCode="0.0000">
                  <c:v>26.150908034115037</c:v>
                </c:pt>
                <c:pt idx="25" formatCode="0.0000">
                  <c:v>27.233893263298885</c:v>
                </c:pt>
                <c:pt idx="28" formatCode="0.0000">
                  <c:v>19.734356901295993</c:v>
                </c:pt>
                <c:pt idx="30" formatCode="0.0000">
                  <c:v>25.908489419662029</c:v>
                </c:pt>
                <c:pt idx="32" formatCode="0.0000">
                  <c:v>27.134740739281987</c:v>
                </c:pt>
                <c:pt idx="35" formatCode="0.0000">
                  <c:v>34.827143877209274</c:v>
                </c:pt>
                <c:pt idx="37" formatCode="0.0000">
                  <c:v>18.75757245735603</c:v>
                </c:pt>
                <c:pt idx="39" formatCode="0.0000">
                  <c:v>26.059471292737012</c:v>
                </c:pt>
                <c:pt idx="42" formatCode="0.0000">
                  <c:v>32.404386042272975</c:v>
                </c:pt>
                <c:pt idx="44" formatCode="0.0000">
                  <c:v>26.366776378736219</c:v>
                </c:pt>
                <c:pt idx="46" formatCode="0.0000">
                  <c:v>27.267105328254139</c:v>
                </c:pt>
                <c:pt idx="49" formatCode="0.0000">
                  <c:v>33.026626837767147</c:v>
                </c:pt>
                <c:pt idx="51" formatCode="0.0000">
                  <c:v>27.706352378151589</c:v>
                </c:pt>
                <c:pt idx="53" formatCode="0.0000">
                  <c:v>20.588422071057362</c:v>
                </c:pt>
                <c:pt idx="56" formatCode="0.0000">
                  <c:v>22.203601161041075</c:v>
                </c:pt>
                <c:pt idx="58" formatCode="0.0000">
                  <c:v>16.836616241843629</c:v>
                </c:pt>
                <c:pt idx="60" formatCode="0.0000">
                  <c:v>20.531704654883711</c:v>
                </c:pt>
                <c:pt idx="65" formatCode="0.0000">
                  <c:v>20.234413003772236</c:v>
                </c:pt>
                <c:pt idx="67" formatCode="0.0000">
                  <c:v>17.427144481035306</c:v>
                </c:pt>
                <c:pt idx="69" formatCode="0.0000">
                  <c:v>15.823797855037776</c:v>
                </c:pt>
                <c:pt idx="72" formatCode="0.0000">
                  <c:v>16.237491916607393</c:v>
                </c:pt>
                <c:pt idx="74" formatCode="0.0000">
                  <c:v>22.403834037242842</c:v>
                </c:pt>
                <c:pt idx="76" formatCode="0.0000">
                  <c:v>15.936583299478524</c:v>
                </c:pt>
                <c:pt idx="80" formatCode="0.0000">
                  <c:v>27.743820224719087</c:v>
                </c:pt>
                <c:pt idx="82" formatCode="0.0000">
                  <c:v>26.015000000000001</c:v>
                </c:pt>
                <c:pt idx="84" formatCode="0.0000">
                  <c:v>26.010112359550561</c:v>
                </c:pt>
                <c:pt idx="86" formatCode="0.0000">
                  <c:v>32.883050847457625</c:v>
                </c:pt>
                <c:pt idx="88" formatCode="0.0000">
                  <c:v>17.953892215568825</c:v>
                </c:pt>
                <c:pt idx="90" formatCode="0.0000">
                  <c:v>35.072727272727271</c:v>
                </c:pt>
                <c:pt idx="91" formatCode="0.0000">
                  <c:v>14.715625000000001</c:v>
                </c:pt>
                <c:pt idx="93" formatCode="0.0000">
                  <c:v>34.524528301886789</c:v>
                </c:pt>
                <c:pt idx="95" formatCode="0.0000">
                  <c:v>16.559907834101345</c:v>
                </c:pt>
                <c:pt idx="97" formatCode="0.0000">
                  <c:v>8.4632958801498148</c:v>
                </c:pt>
                <c:pt idx="99" formatCode="0.0000">
                  <c:v>18.188333333333244</c:v>
                </c:pt>
                <c:pt idx="101" formatCode="0.0000">
                  <c:v>15.263076923076923</c:v>
                </c:pt>
              </c:numCache>
            </c:numRef>
          </c:xVal>
          <c:yVal>
            <c:numRef>
              <c:f>'1980''s'!$G$5:$G$107</c:f>
              <c:numCache>
                <c:formatCode>General</c:formatCode>
                <c:ptCount val="103"/>
                <c:pt idx="0">
                  <c:v>48</c:v>
                </c:pt>
                <c:pt idx="2">
                  <c:v>35</c:v>
                </c:pt>
                <c:pt idx="4">
                  <c:v>39</c:v>
                </c:pt>
                <c:pt idx="7">
                  <c:v>33</c:v>
                </c:pt>
                <c:pt idx="9">
                  <c:v>35</c:v>
                </c:pt>
                <c:pt idx="11">
                  <c:v>52</c:v>
                </c:pt>
                <c:pt idx="14">
                  <c:v>57</c:v>
                </c:pt>
                <c:pt idx="16">
                  <c:v>35</c:v>
                </c:pt>
                <c:pt idx="18">
                  <c:v>36</c:v>
                </c:pt>
                <c:pt idx="21">
                  <c:v>32</c:v>
                </c:pt>
                <c:pt idx="23">
                  <c:v>45</c:v>
                </c:pt>
                <c:pt idx="25">
                  <c:v>39</c:v>
                </c:pt>
                <c:pt idx="28">
                  <c:v>40</c:v>
                </c:pt>
                <c:pt idx="30">
                  <c:v>51</c:v>
                </c:pt>
                <c:pt idx="32">
                  <c:v>68</c:v>
                </c:pt>
                <c:pt idx="35">
                  <c:v>70</c:v>
                </c:pt>
                <c:pt idx="37">
                  <c:v>39</c:v>
                </c:pt>
                <c:pt idx="39">
                  <c:v>28</c:v>
                </c:pt>
                <c:pt idx="42">
                  <c:v>50</c:v>
                </c:pt>
                <c:pt idx="44">
                  <c:v>48</c:v>
                </c:pt>
                <c:pt idx="46">
                  <c:v>34</c:v>
                </c:pt>
                <c:pt idx="49">
                  <c:v>35</c:v>
                </c:pt>
                <c:pt idx="51">
                  <c:v>35</c:v>
                </c:pt>
                <c:pt idx="53">
                  <c:v>33</c:v>
                </c:pt>
                <c:pt idx="56">
                  <c:v>36</c:v>
                </c:pt>
                <c:pt idx="58">
                  <c:v>38</c:v>
                </c:pt>
                <c:pt idx="60">
                  <c:v>54</c:v>
                </c:pt>
                <c:pt idx="65">
                  <c:v>50</c:v>
                </c:pt>
                <c:pt idx="67">
                  <c:v>40</c:v>
                </c:pt>
                <c:pt idx="69">
                  <c:v>34</c:v>
                </c:pt>
                <c:pt idx="72">
                  <c:v>48</c:v>
                </c:pt>
                <c:pt idx="74">
                  <c:v>42</c:v>
                </c:pt>
                <c:pt idx="76">
                  <c:v>37</c:v>
                </c:pt>
                <c:pt idx="80">
                  <c:v>46</c:v>
                </c:pt>
                <c:pt idx="82">
                  <c:v>37</c:v>
                </c:pt>
                <c:pt idx="84">
                  <c:v>42</c:v>
                </c:pt>
                <c:pt idx="86">
                  <c:v>51</c:v>
                </c:pt>
                <c:pt idx="88">
                  <c:v>39</c:v>
                </c:pt>
                <c:pt idx="90">
                  <c:v>46</c:v>
                </c:pt>
                <c:pt idx="91">
                  <c:v>29</c:v>
                </c:pt>
                <c:pt idx="93">
                  <c:v>44</c:v>
                </c:pt>
                <c:pt idx="95">
                  <c:v>28</c:v>
                </c:pt>
                <c:pt idx="97">
                  <c:v>38</c:v>
                </c:pt>
                <c:pt idx="99">
                  <c:v>49</c:v>
                </c:pt>
                <c:pt idx="101">
                  <c:v>57</c:v>
                </c:pt>
              </c:numCache>
            </c:numRef>
          </c:yVal>
          <c:smooth val="0"/>
        </c:ser>
        <c:ser>
          <c:idx val="1"/>
          <c:order val="1"/>
          <c:tx>
            <c:v>1990's</c:v>
          </c:tx>
          <c:spPr>
            <a:ln w="28575">
              <a:noFill/>
            </a:ln>
          </c:spPr>
          <c:xVal>
            <c:numRef>
              <c:f>'1990''s'!$I$5:$I$112</c:f>
              <c:numCache>
                <c:formatCode>General</c:formatCode>
                <c:ptCount val="108"/>
                <c:pt idx="0" formatCode="0.0000">
                  <c:v>19.425739677817784</c:v>
                </c:pt>
                <c:pt idx="2" formatCode="0.0000">
                  <c:v>15.624756372584459</c:v>
                </c:pt>
                <c:pt idx="4" formatCode="0.0000">
                  <c:v>20.381974812368604</c:v>
                </c:pt>
                <c:pt idx="7" formatCode="0.0000">
                  <c:v>18.002436690151594</c:v>
                </c:pt>
                <c:pt idx="9" formatCode="0.0000">
                  <c:v>13.71719409151433</c:v>
                </c:pt>
                <c:pt idx="11" formatCode="0.0000">
                  <c:v>23.610376313799744</c:v>
                </c:pt>
                <c:pt idx="14" formatCode="0.0000">
                  <c:v>21.813684262603278</c:v>
                </c:pt>
                <c:pt idx="16" formatCode="0.0000">
                  <c:v>10.631966889761465</c:v>
                </c:pt>
                <c:pt idx="18" formatCode="0.0000">
                  <c:v>22.607711192283521</c:v>
                </c:pt>
                <c:pt idx="21" formatCode="0.0000">
                  <c:v>23.33927595946593</c:v>
                </c:pt>
                <c:pt idx="23" formatCode="0.0000">
                  <c:v>18.282114774463032</c:v>
                </c:pt>
                <c:pt idx="25" formatCode="0.0000">
                  <c:v>23.003113548527061</c:v>
                </c:pt>
                <c:pt idx="28" formatCode="0.0000">
                  <c:v>15.734712434319745</c:v>
                </c:pt>
                <c:pt idx="30" formatCode="0.0000">
                  <c:v>27.775188036233949</c:v>
                </c:pt>
                <c:pt idx="32" formatCode="0.0000">
                  <c:v>24.041963837815441</c:v>
                </c:pt>
                <c:pt idx="35" formatCode="0.0000">
                  <c:v>33.075482794627753</c:v>
                </c:pt>
                <c:pt idx="37" formatCode="0.0000">
                  <c:v>25.878502742092987</c:v>
                </c:pt>
                <c:pt idx="39" formatCode="0.0000">
                  <c:v>22.676497331813753</c:v>
                </c:pt>
                <c:pt idx="42" formatCode="0.0000">
                  <c:v>23.990371640738584</c:v>
                </c:pt>
                <c:pt idx="44" formatCode="0.0000">
                  <c:v>26.366776378736219</c:v>
                </c:pt>
                <c:pt idx="46" formatCode="0.0000">
                  <c:v>19.225302123102626</c:v>
                </c:pt>
                <c:pt idx="49" formatCode="0.0000">
                  <c:v>16.798667444904829</c:v>
                </c:pt>
                <c:pt idx="51" formatCode="0.0000">
                  <c:v>16.050988061140245</c:v>
                </c:pt>
                <c:pt idx="53" formatCode="0.0000">
                  <c:v>21.375742226738318</c:v>
                </c:pt>
                <c:pt idx="56" formatCode="0.0000">
                  <c:v>17.605532574148242</c:v>
                </c:pt>
                <c:pt idx="58" formatCode="0.0000">
                  <c:v>20.550575706956231</c:v>
                </c:pt>
                <c:pt idx="60" formatCode="0.0000">
                  <c:v>22.403834037242842</c:v>
                </c:pt>
                <c:pt idx="63" formatCode="0.0000">
                  <c:v>19.476503805895749</c:v>
                </c:pt>
                <c:pt idx="65" formatCode="0.0000">
                  <c:v>19.09395932465279</c:v>
                </c:pt>
                <c:pt idx="70" formatCode="0.0000">
                  <c:v>19.80427490626073</c:v>
                </c:pt>
                <c:pt idx="72" formatCode="0.0000">
                  <c:v>23.026803675765521</c:v>
                </c:pt>
                <c:pt idx="74" formatCode="0.0000">
                  <c:v>16.005029612862089</c:v>
                </c:pt>
                <c:pt idx="77" formatCode="0.0000">
                  <c:v>15.936583299478524</c:v>
                </c:pt>
                <c:pt idx="79" formatCode="0.0000">
                  <c:v>18.046026125236775</c:v>
                </c:pt>
                <c:pt idx="81" formatCode="0.0000">
                  <c:v>13.683614669013684</c:v>
                </c:pt>
                <c:pt idx="84" formatCode="0.0000">
                  <c:v>23.58</c:v>
                </c:pt>
                <c:pt idx="86" formatCode="0.0000">
                  <c:v>18.057142857142829</c:v>
                </c:pt>
                <c:pt idx="88" formatCode="0.0000">
                  <c:v>26.800980392156891</c:v>
                </c:pt>
                <c:pt idx="90" formatCode="0.0000">
                  <c:v>19.466666666666669</c:v>
                </c:pt>
                <c:pt idx="92" formatCode="0.0000">
                  <c:v>28.197530864197532</c:v>
                </c:pt>
                <c:pt idx="94" formatCode="0.0000">
                  <c:v>17.322023809523735</c:v>
                </c:pt>
                <c:pt idx="96" formatCode="0.0000">
                  <c:v>15.67081081081081</c:v>
                </c:pt>
                <c:pt idx="98" formatCode="0.0000">
                  <c:v>19.049122807017529</c:v>
                </c:pt>
                <c:pt idx="100" formatCode="0.0000">
                  <c:v>12.524372759856631</c:v>
                </c:pt>
                <c:pt idx="102" formatCode="0.0000">
                  <c:v>21.176315789473691</c:v>
                </c:pt>
                <c:pt idx="104" formatCode="0.0000">
                  <c:v>11.574375</c:v>
                </c:pt>
                <c:pt idx="106" formatCode="0.0000">
                  <c:v>31.337142857142826</c:v>
                </c:pt>
              </c:numCache>
            </c:numRef>
          </c:xVal>
          <c:yVal>
            <c:numRef>
              <c:f>'1990''s'!$G$5:$G$112</c:f>
              <c:numCache>
                <c:formatCode>General</c:formatCode>
                <c:ptCount val="108"/>
                <c:pt idx="0">
                  <c:v>50</c:v>
                </c:pt>
                <c:pt idx="2">
                  <c:v>43</c:v>
                </c:pt>
                <c:pt idx="4">
                  <c:v>43</c:v>
                </c:pt>
                <c:pt idx="7">
                  <c:v>38</c:v>
                </c:pt>
                <c:pt idx="9">
                  <c:v>38</c:v>
                </c:pt>
                <c:pt idx="11">
                  <c:v>38</c:v>
                </c:pt>
                <c:pt idx="14">
                  <c:v>55</c:v>
                </c:pt>
                <c:pt idx="16">
                  <c:v>38</c:v>
                </c:pt>
                <c:pt idx="18">
                  <c:v>39</c:v>
                </c:pt>
                <c:pt idx="21">
                  <c:v>40</c:v>
                </c:pt>
                <c:pt idx="23">
                  <c:v>44</c:v>
                </c:pt>
                <c:pt idx="25">
                  <c:v>44</c:v>
                </c:pt>
                <c:pt idx="28">
                  <c:v>44</c:v>
                </c:pt>
                <c:pt idx="30">
                  <c:v>48</c:v>
                </c:pt>
                <c:pt idx="32">
                  <c:v>63</c:v>
                </c:pt>
                <c:pt idx="35">
                  <c:v>52</c:v>
                </c:pt>
                <c:pt idx="37">
                  <c:v>41</c:v>
                </c:pt>
                <c:pt idx="39">
                  <c:v>39</c:v>
                </c:pt>
                <c:pt idx="42">
                  <c:v>40</c:v>
                </c:pt>
                <c:pt idx="44">
                  <c:v>39</c:v>
                </c:pt>
                <c:pt idx="46">
                  <c:v>39</c:v>
                </c:pt>
                <c:pt idx="49">
                  <c:v>43</c:v>
                </c:pt>
                <c:pt idx="51">
                  <c:v>53</c:v>
                </c:pt>
                <c:pt idx="53">
                  <c:v>43</c:v>
                </c:pt>
                <c:pt idx="56">
                  <c:v>43</c:v>
                </c:pt>
                <c:pt idx="58">
                  <c:v>39</c:v>
                </c:pt>
                <c:pt idx="60">
                  <c:v>54</c:v>
                </c:pt>
                <c:pt idx="63">
                  <c:v>58</c:v>
                </c:pt>
                <c:pt idx="65">
                  <c:v>55</c:v>
                </c:pt>
                <c:pt idx="70">
                  <c:v>39</c:v>
                </c:pt>
                <c:pt idx="72">
                  <c:v>40</c:v>
                </c:pt>
                <c:pt idx="74">
                  <c:v>31</c:v>
                </c:pt>
                <c:pt idx="77">
                  <c:v>44</c:v>
                </c:pt>
                <c:pt idx="79">
                  <c:v>39</c:v>
                </c:pt>
                <c:pt idx="81">
                  <c:v>36</c:v>
                </c:pt>
                <c:pt idx="84">
                  <c:v>43</c:v>
                </c:pt>
                <c:pt idx="86">
                  <c:v>40</c:v>
                </c:pt>
                <c:pt idx="88">
                  <c:v>41</c:v>
                </c:pt>
                <c:pt idx="90">
                  <c:v>45</c:v>
                </c:pt>
                <c:pt idx="92">
                  <c:v>50</c:v>
                </c:pt>
                <c:pt idx="94">
                  <c:v>40</c:v>
                </c:pt>
                <c:pt idx="96">
                  <c:v>46</c:v>
                </c:pt>
                <c:pt idx="98">
                  <c:v>53</c:v>
                </c:pt>
                <c:pt idx="100">
                  <c:v>38</c:v>
                </c:pt>
                <c:pt idx="102">
                  <c:v>46</c:v>
                </c:pt>
                <c:pt idx="104">
                  <c:v>56</c:v>
                </c:pt>
                <c:pt idx="106">
                  <c:v>49</c:v>
                </c:pt>
              </c:numCache>
            </c:numRef>
          </c:yVal>
          <c:smooth val="0"/>
        </c:ser>
        <c:ser>
          <c:idx val="2"/>
          <c:order val="2"/>
          <c:tx>
            <c:v>2000's</c:v>
          </c:tx>
          <c:spPr>
            <a:ln w="28575">
              <a:noFill/>
            </a:ln>
          </c:spPr>
          <c:xVal>
            <c:numRef>
              <c:f>'2000''s'!$I$5:$I$117</c:f>
              <c:numCache>
                <c:formatCode>General</c:formatCode>
                <c:ptCount val="113"/>
                <c:pt idx="0" formatCode="0.0000">
                  <c:v>19.425739677817784</c:v>
                </c:pt>
                <c:pt idx="2" formatCode="0.0000">
                  <c:v>17.509026130907056</c:v>
                </c:pt>
                <c:pt idx="4" formatCode="0.0000">
                  <c:v>17.003061877694591</c:v>
                </c:pt>
                <c:pt idx="7" formatCode="0.0000">
                  <c:v>14.453152145551622</c:v>
                </c:pt>
                <c:pt idx="9" formatCode="0.0000">
                  <c:v>18.35716450670639</c:v>
                </c:pt>
                <c:pt idx="11" formatCode="0.0000">
                  <c:v>13.222369230732323</c:v>
                </c:pt>
                <c:pt idx="14" formatCode="0.0000">
                  <c:v>21.877716603882927</c:v>
                </c:pt>
                <c:pt idx="16" formatCode="0.0000">
                  <c:v>16.964359915909188</c:v>
                </c:pt>
                <c:pt idx="18" formatCode="0.0000">
                  <c:v>18.312060908409794</c:v>
                </c:pt>
                <c:pt idx="21" formatCode="0.0000">
                  <c:v>15.420018185633348</c:v>
                </c:pt>
                <c:pt idx="23" formatCode="0.0000">
                  <c:v>16.356273861864199</c:v>
                </c:pt>
                <c:pt idx="25" formatCode="0.0000">
                  <c:v>15.356474154648637</c:v>
                </c:pt>
                <c:pt idx="28" formatCode="0.0000">
                  <c:v>17.550256176741229</c:v>
                </c:pt>
                <c:pt idx="30" formatCode="0.0000">
                  <c:v>19.544603469552765</c:v>
                </c:pt>
                <c:pt idx="32" formatCode="0.0000">
                  <c:v>16.062518943368019</c:v>
                </c:pt>
                <c:pt idx="35" formatCode="0.0000">
                  <c:v>20.017033454940343</c:v>
                </c:pt>
                <c:pt idx="37" formatCode="0.0000">
                  <c:v>13.47741191631607</c:v>
                </c:pt>
                <c:pt idx="39" formatCode="0.0000">
                  <c:v>21.014122527413875</c:v>
                </c:pt>
                <c:pt idx="42" formatCode="0.0000">
                  <c:v>16.050988061140245</c:v>
                </c:pt>
                <c:pt idx="44" formatCode="0.0000">
                  <c:v>13.608658776121947</c:v>
                </c:pt>
                <c:pt idx="46" formatCode="0.0000">
                  <c:v>18.493818336781089</c:v>
                </c:pt>
                <c:pt idx="49" formatCode="0.0000">
                  <c:v>21.073540404494214</c:v>
                </c:pt>
                <c:pt idx="51" formatCode="0.0000">
                  <c:v>17.858647259719096</c:v>
                </c:pt>
                <c:pt idx="54" formatCode="0.0000">
                  <c:v>13.776356358082786</c:v>
                </c:pt>
                <c:pt idx="56" formatCode="0.0000">
                  <c:v>14.115546950232552</c:v>
                </c:pt>
                <c:pt idx="58" formatCode="0.0000">
                  <c:v>19.769254084145285</c:v>
                </c:pt>
                <c:pt idx="61" formatCode="0.0000">
                  <c:v>16.58681481392307</c:v>
                </c:pt>
                <c:pt idx="63" formatCode="0.0000">
                  <c:v>21.519755889478695</c:v>
                </c:pt>
                <c:pt idx="65" formatCode="0.0000">
                  <c:v>17.930253704224825</c:v>
                </c:pt>
                <c:pt idx="70" formatCode="0.0000">
                  <c:v>17.067959060433861</c:v>
                </c:pt>
                <c:pt idx="72" formatCode="0.0000">
                  <c:v>18.002436690151594</c:v>
                </c:pt>
                <c:pt idx="74" formatCode="0.0000">
                  <c:v>11.81142438941805</c:v>
                </c:pt>
                <c:pt idx="77" formatCode="0.0000">
                  <c:v>14.61374272494665</c:v>
                </c:pt>
                <c:pt idx="79" formatCode="0.0000">
                  <c:v>12.463225400874219</c:v>
                </c:pt>
                <c:pt idx="81" formatCode="0.0000">
                  <c:v>11.129430746226166</c:v>
                </c:pt>
                <c:pt idx="85" formatCode="0.0000">
                  <c:v>15.364159292035406</c:v>
                </c:pt>
                <c:pt idx="87" formatCode="0.0000">
                  <c:v>30.387837837837829</c:v>
                </c:pt>
                <c:pt idx="89" formatCode="0.0000">
                  <c:v>22.156666666666691</c:v>
                </c:pt>
                <c:pt idx="91" formatCode="0.0000">
                  <c:v>12.954400000000017</c:v>
                </c:pt>
                <c:pt idx="93" formatCode="0.0000">
                  <c:v>26.143362831858404</c:v>
                </c:pt>
                <c:pt idx="95" formatCode="0.0000">
                  <c:v>11.482575757575757</c:v>
                </c:pt>
                <c:pt idx="97" formatCode="0.0000">
                  <c:v>12.524752475247523</c:v>
                </c:pt>
                <c:pt idx="99" formatCode="0.0000">
                  <c:v>7.7162500000000014</c:v>
                </c:pt>
                <c:pt idx="101" formatCode="0.0000">
                  <c:v>17.013768115942035</c:v>
                </c:pt>
                <c:pt idx="103" formatCode="0.0000">
                  <c:v>12.381159420289855</c:v>
                </c:pt>
                <c:pt idx="105" formatCode="0.0000">
                  <c:v>22.25</c:v>
                </c:pt>
                <c:pt idx="107" formatCode="0.0000">
                  <c:v>15.279113924050618</c:v>
                </c:pt>
                <c:pt idx="109" formatCode="0.0000">
                  <c:v>14.419767441860465</c:v>
                </c:pt>
                <c:pt idx="111" formatCode="0.0000">
                  <c:v>12.924137931034483</c:v>
                </c:pt>
              </c:numCache>
            </c:numRef>
          </c:xVal>
          <c:yVal>
            <c:numRef>
              <c:f>'2000''s'!$G$5:$G$117</c:f>
              <c:numCache>
                <c:formatCode>General</c:formatCode>
                <c:ptCount val="113"/>
                <c:pt idx="0">
                  <c:v>45</c:v>
                </c:pt>
                <c:pt idx="2">
                  <c:v>45</c:v>
                </c:pt>
                <c:pt idx="4">
                  <c:v>42</c:v>
                </c:pt>
                <c:pt idx="7">
                  <c:v>40</c:v>
                </c:pt>
                <c:pt idx="9">
                  <c:v>41</c:v>
                </c:pt>
                <c:pt idx="11">
                  <c:v>40</c:v>
                </c:pt>
                <c:pt idx="14">
                  <c:v>56</c:v>
                </c:pt>
                <c:pt idx="16">
                  <c:v>46</c:v>
                </c:pt>
                <c:pt idx="18">
                  <c:v>49</c:v>
                </c:pt>
                <c:pt idx="21">
                  <c:v>41</c:v>
                </c:pt>
                <c:pt idx="23">
                  <c:v>44</c:v>
                </c:pt>
                <c:pt idx="25">
                  <c:v>44</c:v>
                </c:pt>
                <c:pt idx="28">
                  <c:v>41</c:v>
                </c:pt>
                <c:pt idx="30">
                  <c:v>47</c:v>
                </c:pt>
                <c:pt idx="32">
                  <c:v>45</c:v>
                </c:pt>
                <c:pt idx="35">
                  <c:v>56</c:v>
                </c:pt>
                <c:pt idx="37">
                  <c:v>38</c:v>
                </c:pt>
                <c:pt idx="39">
                  <c:v>43</c:v>
                </c:pt>
                <c:pt idx="42">
                  <c:v>43</c:v>
                </c:pt>
                <c:pt idx="44">
                  <c:v>38</c:v>
                </c:pt>
                <c:pt idx="46">
                  <c:v>38</c:v>
                </c:pt>
                <c:pt idx="49">
                  <c:v>56</c:v>
                </c:pt>
                <c:pt idx="51">
                  <c:v>45</c:v>
                </c:pt>
                <c:pt idx="54">
                  <c:v>37</c:v>
                </c:pt>
                <c:pt idx="56">
                  <c:v>46</c:v>
                </c:pt>
                <c:pt idx="58">
                  <c:v>56</c:v>
                </c:pt>
                <c:pt idx="61">
                  <c:v>46</c:v>
                </c:pt>
                <c:pt idx="63">
                  <c:v>52</c:v>
                </c:pt>
                <c:pt idx="65">
                  <c:v>44</c:v>
                </c:pt>
                <c:pt idx="70">
                  <c:v>49</c:v>
                </c:pt>
                <c:pt idx="72">
                  <c:v>43</c:v>
                </c:pt>
                <c:pt idx="74">
                  <c:v>38</c:v>
                </c:pt>
                <c:pt idx="77">
                  <c:v>45</c:v>
                </c:pt>
                <c:pt idx="79">
                  <c:v>40</c:v>
                </c:pt>
                <c:pt idx="81">
                  <c:v>34</c:v>
                </c:pt>
                <c:pt idx="85">
                  <c:v>44</c:v>
                </c:pt>
                <c:pt idx="87">
                  <c:v>49</c:v>
                </c:pt>
                <c:pt idx="89">
                  <c:v>50</c:v>
                </c:pt>
                <c:pt idx="91">
                  <c:v>45</c:v>
                </c:pt>
                <c:pt idx="93">
                  <c:v>47</c:v>
                </c:pt>
                <c:pt idx="95">
                  <c:v>46</c:v>
                </c:pt>
                <c:pt idx="97">
                  <c:v>43</c:v>
                </c:pt>
                <c:pt idx="99">
                  <c:v>42</c:v>
                </c:pt>
                <c:pt idx="101">
                  <c:v>53</c:v>
                </c:pt>
                <c:pt idx="103">
                  <c:v>39</c:v>
                </c:pt>
                <c:pt idx="105">
                  <c:v>60</c:v>
                </c:pt>
                <c:pt idx="107">
                  <c:v>48</c:v>
                </c:pt>
                <c:pt idx="109">
                  <c:v>55</c:v>
                </c:pt>
                <c:pt idx="111">
                  <c:v>45</c:v>
                </c:pt>
              </c:numCache>
            </c:numRef>
          </c:yVal>
          <c:smooth val="0"/>
        </c:ser>
        <c:dLbls>
          <c:showLegendKey val="0"/>
          <c:showVal val="0"/>
          <c:showCatName val="0"/>
          <c:showSerName val="0"/>
          <c:showPercent val="0"/>
          <c:showBubbleSize val="0"/>
        </c:dLbls>
        <c:axId val="389981304"/>
        <c:axId val="389980912"/>
      </c:scatterChart>
      <c:valAx>
        <c:axId val="389981304"/>
        <c:scaling>
          <c:orientation val="maxMin"/>
        </c:scaling>
        <c:delete val="0"/>
        <c:axPos val="b"/>
        <c:title>
          <c:tx>
            <c:rich>
              <a:bodyPr/>
              <a:lstStyle/>
              <a:p>
                <a:pPr>
                  <a:defRPr/>
                </a:pPr>
                <a:r>
                  <a:rPr lang="en-US"/>
                  <a:t>Power to Weight Ratio(Lbs/HP)</a:t>
                </a:r>
              </a:p>
            </c:rich>
          </c:tx>
          <c:overlay val="0"/>
        </c:title>
        <c:numFmt formatCode="0.00" sourceLinked="0"/>
        <c:majorTickMark val="out"/>
        <c:minorTickMark val="in"/>
        <c:tickLblPos val="nextTo"/>
        <c:crossAx val="389980912"/>
        <c:crosses val="autoZero"/>
        <c:crossBetween val="midCat"/>
      </c:valAx>
      <c:valAx>
        <c:axId val="389980912"/>
        <c:scaling>
          <c:orientation val="minMax"/>
        </c:scaling>
        <c:delete val="0"/>
        <c:axPos val="r"/>
        <c:majorGridlines/>
        <c:title>
          <c:tx>
            <c:rich>
              <a:bodyPr rot="-5400000" vert="horz"/>
              <a:lstStyle/>
              <a:p>
                <a:pPr>
                  <a:defRPr/>
                </a:pPr>
                <a:r>
                  <a:rPr lang="en-US"/>
                  <a:t>MPG</a:t>
                </a:r>
              </a:p>
            </c:rich>
          </c:tx>
          <c:layout>
            <c:manualLayout>
              <c:xMode val="edge"/>
              <c:yMode val="edge"/>
              <c:x val="1.0388581936824541E-2"/>
              <c:y val="0.47978019432027352"/>
            </c:manualLayout>
          </c:layout>
          <c:overlay val="0"/>
        </c:title>
        <c:numFmt formatCode="General" sourceLinked="1"/>
        <c:majorTickMark val="in"/>
        <c:minorTickMark val="out"/>
        <c:tickLblPos val="nextTo"/>
        <c:crossAx val="389981304"/>
        <c:crossesAt val="40"/>
        <c:crossBetween val="midCat"/>
      </c:valAx>
    </c:plotArea>
    <c:legend>
      <c:legendPos val="r"/>
      <c:overlay val="0"/>
    </c:legend>
    <c:plotVisOnly val="1"/>
    <c:dispBlanksAs val="gap"/>
    <c:showDLblsOverMax val="0"/>
  </c:chart>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Measured Horsepower vs. Artamonov prediction</a:t>
            </a:r>
          </a:p>
        </c:rich>
      </c:tx>
      <c:overlay val="0"/>
    </c:title>
    <c:autoTitleDeleted val="0"/>
    <c:plotArea>
      <c:layout/>
      <c:scatterChart>
        <c:scatterStyle val="lineMarker"/>
        <c:varyColors val="0"/>
        <c:ser>
          <c:idx val="0"/>
          <c:order val="0"/>
          <c:tx>
            <c:v>Measured Horsepower</c:v>
          </c:tx>
          <c:spPr>
            <a:ln w="28575">
              <a:noFill/>
            </a:ln>
          </c:spPr>
          <c:xVal>
            <c:numRef>
              <c:f>Sheet1!$G$3:$G$57</c:f>
              <c:numCache>
                <c:formatCode>General</c:formatCode>
                <c:ptCount val="55"/>
                <c:pt idx="0">
                  <c:v>4600</c:v>
                </c:pt>
                <c:pt idx="1">
                  <c:v>4700</c:v>
                </c:pt>
                <c:pt idx="2">
                  <c:v>4800</c:v>
                </c:pt>
                <c:pt idx="3">
                  <c:v>4900</c:v>
                </c:pt>
                <c:pt idx="4">
                  <c:v>5000</c:v>
                </c:pt>
                <c:pt idx="5">
                  <c:v>5100</c:v>
                </c:pt>
                <c:pt idx="6">
                  <c:v>5200</c:v>
                </c:pt>
                <c:pt idx="7">
                  <c:v>5300</c:v>
                </c:pt>
                <c:pt idx="8">
                  <c:v>5400</c:v>
                </c:pt>
                <c:pt idx="9">
                  <c:v>5500</c:v>
                </c:pt>
                <c:pt idx="10">
                  <c:v>5600</c:v>
                </c:pt>
                <c:pt idx="11">
                  <c:v>5700</c:v>
                </c:pt>
                <c:pt idx="12">
                  <c:v>5800</c:v>
                </c:pt>
                <c:pt idx="13">
                  <c:v>5900</c:v>
                </c:pt>
                <c:pt idx="14">
                  <c:v>6000</c:v>
                </c:pt>
                <c:pt idx="15">
                  <c:v>6100</c:v>
                </c:pt>
                <c:pt idx="16">
                  <c:v>6200</c:v>
                </c:pt>
                <c:pt idx="17">
                  <c:v>6300</c:v>
                </c:pt>
                <c:pt idx="18">
                  <c:v>6400</c:v>
                </c:pt>
                <c:pt idx="19">
                  <c:v>6500</c:v>
                </c:pt>
                <c:pt idx="20">
                  <c:v>6600</c:v>
                </c:pt>
                <c:pt idx="21">
                  <c:v>6700</c:v>
                </c:pt>
                <c:pt idx="22">
                  <c:v>6800</c:v>
                </c:pt>
                <c:pt idx="23">
                  <c:v>6900</c:v>
                </c:pt>
                <c:pt idx="24">
                  <c:v>7000</c:v>
                </c:pt>
                <c:pt idx="25">
                  <c:v>7100</c:v>
                </c:pt>
                <c:pt idx="26">
                  <c:v>7200</c:v>
                </c:pt>
                <c:pt idx="27">
                  <c:v>7300</c:v>
                </c:pt>
                <c:pt idx="28">
                  <c:v>7400</c:v>
                </c:pt>
                <c:pt idx="29">
                  <c:v>7500</c:v>
                </c:pt>
                <c:pt idx="30">
                  <c:v>7600</c:v>
                </c:pt>
                <c:pt idx="31">
                  <c:v>7700</c:v>
                </c:pt>
                <c:pt idx="32">
                  <c:v>7800</c:v>
                </c:pt>
                <c:pt idx="33">
                  <c:v>7900</c:v>
                </c:pt>
                <c:pt idx="34">
                  <c:v>8000</c:v>
                </c:pt>
                <c:pt idx="35">
                  <c:v>8100</c:v>
                </c:pt>
                <c:pt idx="36">
                  <c:v>8200</c:v>
                </c:pt>
                <c:pt idx="37">
                  <c:v>8300</c:v>
                </c:pt>
                <c:pt idx="38">
                  <c:v>8400</c:v>
                </c:pt>
                <c:pt idx="39">
                  <c:v>8500</c:v>
                </c:pt>
                <c:pt idx="40">
                  <c:v>8600</c:v>
                </c:pt>
                <c:pt idx="41">
                  <c:v>8700</c:v>
                </c:pt>
                <c:pt idx="42">
                  <c:v>8800</c:v>
                </c:pt>
                <c:pt idx="43">
                  <c:v>8900</c:v>
                </c:pt>
                <c:pt idx="44">
                  <c:v>9000</c:v>
                </c:pt>
                <c:pt idx="45">
                  <c:v>9100</c:v>
                </c:pt>
                <c:pt idx="46">
                  <c:v>9200</c:v>
                </c:pt>
                <c:pt idx="47">
                  <c:v>9300</c:v>
                </c:pt>
                <c:pt idx="48">
                  <c:v>9400</c:v>
                </c:pt>
                <c:pt idx="49">
                  <c:v>9500</c:v>
                </c:pt>
                <c:pt idx="50">
                  <c:v>9600</c:v>
                </c:pt>
                <c:pt idx="51">
                  <c:v>9700</c:v>
                </c:pt>
                <c:pt idx="52">
                  <c:v>9800</c:v>
                </c:pt>
                <c:pt idx="53">
                  <c:v>9900</c:v>
                </c:pt>
                <c:pt idx="54">
                  <c:v>10000</c:v>
                </c:pt>
              </c:numCache>
            </c:numRef>
          </c:xVal>
          <c:yVal>
            <c:numRef>
              <c:f>Sheet1!$H$3:$H$57</c:f>
              <c:numCache>
                <c:formatCode>General</c:formatCode>
                <c:ptCount val="55"/>
                <c:pt idx="0">
                  <c:v>20.14</c:v>
                </c:pt>
                <c:pt idx="1">
                  <c:v>20.54</c:v>
                </c:pt>
                <c:pt idx="2">
                  <c:v>20.95</c:v>
                </c:pt>
                <c:pt idx="3">
                  <c:v>21.459999999999997</c:v>
                </c:pt>
                <c:pt idx="4">
                  <c:v>22.09</c:v>
                </c:pt>
                <c:pt idx="5">
                  <c:v>22.810000000000002</c:v>
                </c:pt>
                <c:pt idx="6">
                  <c:v>23.43</c:v>
                </c:pt>
                <c:pt idx="7">
                  <c:v>23.93</c:v>
                </c:pt>
                <c:pt idx="8">
                  <c:v>24.01</c:v>
                </c:pt>
                <c:pt idx="9">
                  <c:v>24.05</c:v>
                </c:pt>
                <c:pt idx="10">
                  <c:v>24.37</c:v>
                </c:pt>
                <c:pt idx="11">
                  <c:v>24.88</c:v>
                </c:pt>
                <c:pt idx="12">
                  <c:v>25.7</c:v>
                </c:pt>
                <c:pt idx="13">
                  <c:v>26.67</c:v>
                </c:pt>
                <c:pt idx="14">
                  <c:v>27.49</c:v>
                </c:pt>
                <c:pt idx="15">
                  <c:v>28.330000000000002</c:v>
                </c:pt>
                <c:pt idx="16">
                  <c:v>29.25</c:v>
                </c:pt>
                <c:pt idx="17">
                  <c:v>30.03</c:v>
                </c:pt>
                <c:pt idx="18">
                  <c:v>30.75</c:v>
                </c:pt>
                <c:pt idx="19">
                  <c:v>31.41</c:v>
                </c:pt>
                <c:pt idx="20">
                  <c:v>31.84</c:v>
                </c:pt>
                <c:pt idx="21">
                  <c:v>32.25</c:v>
                </c:pt>
                <c:pt idx="22">
                  <c:v>32.61</c:v>
                </c:pt>
                <c:pt idx="23">
                  <c:v>32.849999999999994</c:v>
                </c:pt>
                <c:pt idx="24">
                  <c:v>33.160000000000004</c:v>
                </c:pt>
                <c:pt idx="25">
                  <c:v>33.480000000000004</c:v>
                </c:pt>
                <c:pt idx="26">
                  <c:v>33.630000000000003</c:v>
                </c:pt>
                <c:pt idx="27">
                  <c:v>33.9</c:v>
                </c:pt>
                <c:pt idx="28">
                  <c:v>34.74</c:v>
                </c:pt>
                <c:pt idx="29">
                  <c:v>35.720000000000006</c:v>
                </c:pt>
                <c:pt idx="30">
                  <c:v>36.03</c:v>
                </c:pt>
                <c:pt idx="31">
                  <c:v>36.54</c:v>
                </c:pt>
                <c:pt idx="32">
                  <c:v>37.290000000000006</c:v>
                </c:pt>
                <c:pt idx="33">
                  <c:v>37.849999999999994</c:v>
                </c:pt>
                <c:pt idx="34">
                  <c:v>38.47</c:v>
                </c:pt>
                <c:pt idx="35">
                  <c:v>38.870000000000005</c:v>
                </c:pt>
                <c:pt idx="36">
                  <c:v>38.96</c:v>
                </c:pt>
                <c:pt idx="37">
                  <c:v>38.86</c:v>
                </c:pt>
                <c:pt idx="38">
                  <c:v>38.630000000000003</c:v>
                </c:pt>
                <c:pt idx="39">
                  <c:v>38.230000000000011</c:v>
                </c:pt>
                <c:pt idx="40">
                  <c:v>38.15</c:v>
                </c:pt>
                <c:pt idx="41">
                  <c:v>37.97</c:v>
                </c:pt>
                <c:pt idx="42">
                  <c:v>37.65</c:v>
                </c:pt>
                <c:pt idx="43">
                  <c:v>37.32</c:v>
                </c:pt>
                <c:pt idx="44">
                  <c:v>36.770000000000003</c:v>
                </c:pt>
                <c:pt idx="45">
                  <c:v>36.15</c:v>
                </c:pt>
                <c:pt idx="46">
                  <c:v>35.520000000000003</c:v>
                </c:pt>
                <c:pt idx="47">
                  <c:v>34.910000000000004</c:v>
                </c:pt>
                <c:pt idx="48">
                  <c:v>33.630000000000003</c:v>
                </c:pt>
                <c:pt idx="49">
                  <c:v>32.83</c:v>
                </c:pt>
                <c:pt idx="50">
                  <c:v>31.9</c:v>
                </c:pt>
                <c:pt idx="51">
                  <c:v>31.34</c:v>
                </c:pt>
                <c:pt idx="52">
                  <c:v>30.56</c:v>
                </c:pt>
                <c:pt idx="53">
                  <c:v>29.939999999999998</c:v>
                </c:pt>
                <c:pt idx="54">
                  <c:v>29.4</c:v>
                </c:pt>
              </c:numCache>
            </c:numRef>
          </c:yVal>
          <c:smooth val="0"/>
        </c:ser>
        <c:ser>
          <c:idx val="1"/>
          <c:order val="1"/>
          <c:tx>
            <c:v>Artamonov</c:v>
          </c:tx>
          <c:spPr>
            <a:ln w="28575">
              <a:noFill/>
            </a:ln>
          </c:spPr>
          <c:marker>
            <c:symbol val="square"/>
            <c:size val="2"/>
          </c:marker>
          <c:xVal>
            <c:numRef>
              <c:f>Sheet1!$J$3:$J$10002</c:f>
              <c:numCache>
                <c:formatCode>General</c:formatCode>
                <c:ptCount val="10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pt idx="2801">
                  <c:v>2802</c:v>
                </c:pt>
                <c:pt idx="2802">
                  <c:v>2803</c:v>
                </c:pt>
                <c:pt idx="2803">
                  <c:v>2804</c:v>
                </c:pt>
                <c:pt idx="2804">
                  <c:v>2805</c:v>
                </c:pt>
                <c:pt idx="2805">
                  <c:v>2806</c:v>
                </c:pt>
                <c:pt idx="2806">
                  <c:v>2807</c:v>
                </c:pt>
                <c:pt idx="2807">
                  <c:v>2808</c:v>
                </c:pt>
                <c:pt idx="2808">
                  <c:v>2809</c:v>
                </c:pt>
                <c:pt idx="2809">
                  <c:v>2810</c:v>
                </c:pt>
                <c:pt idx="2810">
                  <c:v>2811</c:v>
                </c:pt>
                <c:pt idx="2811">
                  <c:v>2812</c:v>
                </c:pt>
                <c:pt idx="2812">
                  <c:v>2813</c:v>
                </c:pt>
                <c:pt idx="2813">
                  <c:v>2814</c:v>
                </c:pt>
                <c:pt idx="2814">
                  <c:v>2815</c:v>
                </c:pt>
                <c:pt idx="2815">
                  <c:v>2816</c:v>
                </c:pt>
                <c:pt idx="2816">
                  <c:v>2817</c:v>
                </c:pt>
                <c:pt idx="2817">
                  <c:v>2818</c:v>
                </c:pt>
                <c:pt idx="2818">
                  <c:v>2819</c:v>
                </c:pt>
                <c:pt idx="2819">
                  <c:v>2820</c:v>
                </c:pt>
                <c:pt idx="2820">
                  <c:v>2821</c:v>
                </c:pt>
                <c:pt idx="2821">
                  <c:v>2822</c:v>
                </c:pt>
                <c:pt idx="2822">
                  <c:v>2823</c:v>
                </c:pt>
                <c:pt idx="2823">
                  <c:v>2824</c:v>
                </c:pt>
                <c:pt idx="2824">
                  <c:v>2825</c:v>
                </c:pt>
                <c:pt idx="2825">
                  <c:v>2826</c:v>
                </c:pt>
                <c:pt idx="2826">
                  <c:v>2827</c:v>
                </c:pt>
                <c:pt idx="2827">
                  <c:v>2828</c:v>
                </c:pt>
                <c:pt idx="2828">
                  <c:v>2829</c:v>
                </c:pt>
                <c:pt idx="2829">
                  <c:v>2830</c:v>
                </c:pt>
                <c:pt idx="2830">
                  <c:v>2831</c:v>
                </c:pt>
                <c:pt idx="2831">
                  <c:v>2832</c:v>
                </c:pt>
                <c:pt idx="2832">
                  <c:v>2833</c:v>
                </c:pt>
                <c:pt idx="2833">
                  <c:v>2834</c:v>
                </c:pt>
                <c:pt idx="2834">
                  <c:v>2835</c:v>
                </c:pt>
                <c:pt idx="2835">
                  <c:v>2836</c:v>
                </c:pt>
                <c:pt idx="2836">
                  <c:v>2837</c:v>
                </c:pt>
                <c:pt idx="2837">
                  <c:v>2838</c:v>
                </c:pt>
                <c:pt idx="2838">
                  <c:v>2839</c:v>
                </c:pt>
                <c:pt idx="2839">
                  <c:v>2840</c:v>
                </c:pt>
                <c:pt idx="2840">
                  <c:v>2841</c:v>
                </c:pt>
                <c:pt idx="2841">
                  <c:v>2842</c:v>
                </c:pt>
                <c:pt idx="2842">
                  <c:v>2843</c:v>
                </c:pt>
                <c:pt idx="2843">
                  <c:v>2844</c:v>
                </c:pt>
                <c:pt idx="2844">
                  <c:v>2845</c:v>
                </c:pt>
                <c:pt idx="2845">
                  <c:v>2846</c:v>
                </c:pt>
                <c:pt idx="2846">
                  <c:v>2847</c:v>
                </c:pt>
                <c:pt idx="2847">
                  <c:v>2848</c:v>
                </c:pt>
                <c:pt idx="2848">
                  <c:v>2849</c:v>
                </c:pt>
                <c:pt idx="2849">
                  <c:v>2850</c:v>
                </c:pt>
                <c:pt idx="2850">
                  <c:v>2851</c:v>
                </c:pt>
                <c:pt idx="2851">
                  <c:v>2852</c:v>
                </c:pt>
                <c:pt idx="2852">
                  <c:v>2853</c:v>
                </c:pt>
                <c:pt idx="2853">
                  <c:v>2854</c:v>
                </c:pt>
                <c:pt idx="2854">
                  <c:v>2855</c:v>
                </c:pt>
                <c:pt idx="2855">
                  <c:v>2856</c:v>
                </c:pt>
                <c:pt idx="2856">
                  <c:v>2857</c:v>
                </c:pt>
                <c:pt idx="2857">
                  <c:v>2858</c:v>
                </c:pt>
                <c:pt idx="2858">
                  <c:v>2859</c:v>
                </c:pt>
                <c:pt idx="2859">
                  <c:v>2860</c:v>
                </c:pt>
                <c:pt idx="2860">
                  <c:v>2861</c:v>
                </c:pt>
                <c:pt idx="2861">
                  <c:v>2862</c:v>
                </c:pt>
                <c:pt idx="2862">
                  <c:v>2863</c:v>
                </c:pt>
                <c:pt idx="2863">
                  <c:v>2864</c:v>
                </c:pt>
                <c:pt idx="2864">
                  <c:v>2865</c:v>
                </c:pt>
                <c:pt idx="2865">
                  <c:v>2866</c:v>
                </c:pt>
                <c:pt idx="2866">
                  <c:v>2867</c:v>
                </c:pt>
                <c:pt idx="2867">
                  <c:v>2868</c:v>
                </c:pt>
                <c:pt idx="2868">
                  <c:v>2869</c:v>
                </c:pt>
                <c:pt idx="2869">
                  <c:v>2870</c:v>
                </c:pt>
                <c:pt idx="2870">
                  <c:v>2871</c:v>
                </c:pt>
                <c:pt idx="2871">
                  <c:v>2872</c:v>
                </c:pt>
                <c:pt idx="2872">
                  <c:v>2873</c:v>
                </c:pt>
                <c:pt idx="2873">
                  <c:v>2874</c:v>
                </c:pt>
                <c:pt idx="2874">
                  <c:v>2875</c:v>
                </c:pt>
                <c:pt idx="2875">
                  <c:v>2876</c:v>
                </c:pt>
                <c:pt idx="2876">
                  <c:v>2877</c:v>
                </c:pt>
                <c:pt idx="2877">
                  <c:v>2878</c:v>
                </c:pt>
                <c:pt idx="2878">
                  <c:v>2879</c:v>
                </c:pt>
                <c:pt idx="2879">
                  <c:v>2880</c:v>
                </c:pt>
                <c:pt idx="2880">
                  <c:v>2881</c:v>
                </c:pt>
                <c:pt idx="2881">
                  <c:v>2882</c:v>
                </c:pt>
                <c:pt idx="2882">
                  <c:v>2883</c:v>
                </c:pt>
                <c:pt idx="2883">
                  <c:v>2884</c:v>
                </c:pt>
                <c:pt idx="2884">
                  <c:v>2885</c:v>
                </c:pt>
                <c:pt idx="2885">
                  <c:v>2886</c:v>
                </c:pt>
                <c:pt idx="2886">
                  <c:v>2887</c:v>
                </c:pt>
                <c:pt idx="2887">
                  <c:v>2888</c:v>
                </c:pt>
                <c:pt idx="2888">
                  <c:v>2889</c:v>
                </c:pt>
                <c:pt idx="2889">
                  <c:v>2890</c:v>
                </c:pt>
                <c:pt idx="2890">
                  <c:v>2891</c:v>
                </c:pt>
                <c:pt idx="2891">
                  <c:v>2892</c:v>
                </c:pt>
                <c:pt idx="2892">
                  <c:v>2893</c:v>
                </c:pt>
                <c:pt idx="2893">
                  <c:v>2894</c:v>
                </c:pt>
                <c:pt idx="2894">
                  <c:v>2895</c:v>
                </c:pt>
                <c:pt idx="2895">
                  <c:v>2896</c:v>
                </c:pt>
                <c:pt idx="2896">
                  <c:v>2897</c:v>
                </c:pt>
                <c:pt idx="2897">
                  <c:v>2898</c:v>
                </c:pt>
                <c:pt idx="2898">
                  <c:v>2899</c:v>
                </c:pt>
                <c:pt idx="2899">
                  <c:v>2900</c:v>
                </c:pt>
                <c:pt idx="2900">
                  <c:v>2901</c:v>
                </c:pt>
                <c:pt idx="2901">
                  <c:v>2902</c:v>
                </c:pt>
                <c:pt idx="2902">
                  <c:v>2903</c:v>
                </c:pt>
                <c:pt idx="2903">
                  <c:v>2904</c:v>
                </c:pt>
                <c:pt idx="2904">
                  <c:v>2905</c:v>
                </c:pt>
                <c:pt idx="2905">
                  <c:v>2906</c:v>
                </c:pt>
                <c:pt idx="2906">
                  <c:v>2907</c:v>
                </c:pt>
                <c:pt idx="2907">
                  <c:v>2908</c:v>
                </c:pt>
                <c:pt idx="2908">
                  <c:v>2909</c:v>
                </c:pt>
                <c:pt idx="2909">
                  <c:v>2910</c:v>
                </c:pt>
                <c:pt idx="2910">
                  <c:v>2911</c:v>
                </c:pt>
                <c:pt idx="2911">
                  <c:v>2912</c:v>
                </c:pt>
                <c:pt idx="2912">
                  <c:v>2913</c:v>
                </c:pt>
                <c:pt idx="2913">
                  <c:v>2914</c:v>
                </c:pt>
                <c:pt idx="2914">
                  <c:v>2915</c:v>
                </c:pt>
                <c:pt idx="2915">
                  <c:v>2916</c:v>
                </c:pt>
                <c:pt idx="2916">
                  <c:v>2917</c:v>
                </c:pt>
                <c:pt idx="2917">
                  <c:v>2918</c:v>
                </c:pt>
                <c:pt idx="2918">
                  <c:v>2919</c:v>
                </c:pt>
                <c:pt idx="2919">
                  <c:v>2920</c:v>
                </c:pt>
                <c:pt idx="2920">
                  <c:v>2921</c:v>
                </c:pt>
                <c:pt idx="2921">
                  <c:v>2922</c:v>
                </c:pt>
                <c:pt idx="2922">
                  <c:v>2923</c:v>
                </c:pt>
                <c:pt idx="2923">
                  <c:v>2924</c:v>
                </c:pt>
                <c:pt idx="2924">
                  <c:v>2925</c:v>
                </c:pt>
                <c:pt idx="2925">
                  <c:v>2926</c:v>
                </c:pt>
                <c:pt idx="2926">
                  <c:v>2927</c:v>
                </c:pt>
                <c:pt idx="2927">
                  <c:v>2928</c:v>
                </c:pt>
                <c:pt idx="2928">
                  <c:v>2929</c:v>
                </c:pt>
                <c:pt idx="2929">
                  <c:v>2930</c:v>
                </c:pt>
                <c:pt idx="2930">
                  <c:v>2931</c:v>
                </c:pt>
                <c:pt idx="2931">
                  <c:v>2932</c:v>
                </c:pt>
                <c:pt idx="2932">
                  <c:v>2933</c:v>
                </c:pt>
                <c:pt idx="2933">
                  <c:v>2934</c:v>
                </c:pt>
                <c:pt idx="2934">
                  <c:v>2935</c:v>
                </c:pt>
                <c:pt idx="2935">
                  <c:v>2936</c:v>
                </c:pt>
                <c:pt idx="2936">
                  <c:v>2937</c:v>
                </c:pt>
                <c:pt idx="2937">
                  <c:v>2938</c:v>
                </c:pt>
                <c:pt idx="2938">
                  <c:v>2939</c:v>
                </c:pt>
                <c:pt idx="2939">
                  <c:v>2940</c:v>
                </c:pt>
                <c:pt idx="2940">
                  <c:v>2941</c:v>
                </c:pt>
                <c:pt idx="2941">
                  <c:v>2942</c:v>
                </c:pt>
                <c:pt idx="2942">
                  <c:v>2943</c:v>
                </c:pt>
                <c:pt idx="2943">
                  <c:v>2944</c:v>
                </c:pt>
                <c:pt idx="2944">
                  <c:v>2945</c:v>
                </c:pt>
                <c:pt idx="2945">
                  <c:v>2946</c:v>
                </c:pt>
                <c:pt idx="2946">
                  <c:v>2947</c:v>
                </c:pt>
                <c:pt idx="2947">
                  <c:v>2948</c:v>
                </c:pt>
                <c:pt idx="2948">
                  <c:v>2949</c:v>
                </c:pt>
                <c:pt idx="2949">
                  <c:v>2950</c:v>
                </c:pt>
                <c:pt idx="2950">
                  <c:v>2951</c:v>
                </c:pt>
                <c:pt idx="2951">
                  <c:v>2952</c:v>
                </c:pt>
                <c:pt idx="2952">
                  <c:v>2953</c:v>
                </c:pt>
                <c:pt idx="2953">
                  <c:v>2954</c:v>
                </c:pt>
                <c:pt idx="2954">
                  <c:v>2955</c:v>
                </c:pt>
                <c:pt idx="2955">
                  <c:v>2956</c:v>
                </c:pt>
                <c:pt idx="2956">
                  <c:v>2957</c:v>
                </c:pt>
                <c:pt idx="2957">
                  <c:v>2958</c:v>
                </c:pt>
                <c:pt idx="2958">
                  <c:v>2959</c:v>
                </c:pt>
                <c:pt idx="2959">
                  <c:v>2960</c:v>
                </c:pt>
                <c:pt idx="2960">
                  <c:v>2961</c:v>
                </c:pt>
                <c:pt idx="2961">
                  <c:v>2962</c:v>
                </c:pt>
                <c:pt idx="2962">
                  <c:v>2963</c:v>
                </c:pt>
                <c:pt idx="2963">
                  <c:v>2964</c:v>
                </c:pt>
                <c:pt idx="2964">
                  <c:v>2965</c:v>
                </c:pt>
                <c:pt idx="2965">
                  <c:v>2966</c:v>
                </c:pt>
                <c:pt idx="2966">
                  <c:v>2967</c:v>
                </c:pt>
                <c:pt idx="2967">
                  <c:v>2968</c:v>
                </c:pt>
                <c:pt idx="2968">
                  <c:v>2969</c:v>
                </c:pt>
                <c:pt idx="2969">
                  <c:v>2970</c:v>
                </c:pt>
                <c:pt idx="2970">
                  <c:v>2971</c:v>
                </c:pt>
                <c:pt idx="2971">
                  <c:v>2972</c:v>
                </c:pt>
                <c:pt idx="2972">
                  <c:v>2973</c:v>
                </c:pt>
                <c:pt idx="2973">
                  <c:v>2974</c:v>
                </c:pt>
                <c:pt idx="2974">
                  <c:v>2975</c:v>
                </c:pt>
                <c:pt idx="2975">
                  <c:v>2976</c:v>
                </c:pt>
                <c:pt idx="2976">
                  <c:v>2977</c:v>
                </c:pt>
                <c:pt idx="2977">
                  <c:v>2978</c:v>
                </c:pt>
                <c:pt idx="2978">
                  <c:v>2979</c:v>
                </c:pt>
                <c:pt idx="2979">
                  <c:v>2980</c:v>
                </c:pt>
                <c:pt idx="2980">
                  <c:v>2981</c:v>
                </c:pt>
                <c:pt idx="2981">
                  <c:v>2982</c:v>
                </c:pt>
                <c:pt idx="2982">
                  <c:v>2983</c:v>
                </c:pt>
                <c:pt idx="2983">
                  <c:v>2984</c:v>
                </c:pt>
                <c:pt idx="2984">
                  <c:v>2985</c:v>
                </c:pt>
                <c:pt idx="2985">
                  <c:v>2986</c:v>
                </c:pt>
                <c:pt idx="2986">
                  <c:v>2987</c:v>
                </c:pt>
                <c:pt idx="2987">
                  <c:v>2988</c:v>
                </c:pt>
                <c:pt idx="2988">
                  <c:v>2989</c:v>
                </c:pt>
                <c:pt idx="2989">
                  <c:v>2990</c:v>
                </c:pt>
                <c:pt idx="2990">
                  <c:v>2991</c:v>
                </c:pt>
                <c:pt idx="2991">
                  <c:v>2992</c:v>
                </c:pt>
                <c:pt idx="2992">
                  <c:v>2993</c:v>
                </c:pt>
                <c:pt idx="2993">
                  <c:v>2994</c:v>
                </c:pt>
                <c:pt idx="2994">
                  <c:v>2995</c:v>
                </c:pt>
                <c:pt idx="2995">
                  <c:v>2996</c:v>
                </c:pt>
                <c:pt idx="2996">
                  <c:v>2997</c:v>
                </c:pt>
                <c:pt idx="2997">
                  <c:v>2998</c:v>
                </c:pt>
                <c:pt idx="2998">
                  <c:v>2999</c:v>
                </c:pt>
                <c:pt idx="2999">
                  <c:v>3000</c:v>
                </c:pt>
                <c:pt idx="3000">
                  <c:v>3001</c:v>
                </c:pt>
                <c:pt idx="3001">
                  <c:v>3002</c:v>
                </c:pt>
                <c:pt idx="3002">
                  <c:v>3003</c:v>
                </c:pt>
                <c:pt idx="3003">
                  <c:v>3004</c:v>
                </c:pt>
                <c:pt idx="3004">
                  <c:v>3005</c:v>
                </c:pt>
                <c:pt idx="3005">
                  <c:v>3006</c:v>
                </c:pt>
                <c:pt idx="3006">
                  <c:v>3007</c:v>
                </c:pt>
                <c:pt idx="3007">
                  <c:v>3008</c:v>
                </c:pt>
                <c:pt idx="3008">
                  <c:v>3009</c:v>
                </c:pt>
                <c:pt idx="3009">
                  <c:v>3010</c:v>
                </c:pt>
                <c:pt idx="3010">
                  <c:v>3011</c:v>
                </c:pt>
                <c:pt idx="3011">
                  <c:v>3012</c:v>
                </c:pt>
                <c:pt idx="3012">
                  <c:v>3013</c:v>
                </c:pt>
                <c:pt idx="3013">
                  <c:v>3014</c:v>
                </c:pt>
                <c:pt idx="3014">
                  <c:v>3015</c:v>
                </c:pt>
                <c:pt idx="3015">
                  <c:v>3016</c:v>
                </c:pt>
                <c:pt idx="3016">
                  <c:v>3017</c:v>
                </c:pt>
                <c:pt idx="3017">
                  <c:v>3018</c:v>
                </c:pt>
                <c:pt idx="3018">
                  <c:v>3019</c:v>
                </c:pt>
                <c:pt idx="3019">
                  <c:v>3020</c:v>
                </c:pt>
                <c:pt idx="3020">
                  <c:v>3021</c:v>
                </c:pt>
                <c:pt idx="3021">
                  <c:v>3022</c:v>
                </c:pt>
                <c:pt idx="3022">
                  <c:v>3023</c:v>
                </c:pt>
                <c:pt idx="3023">
                  <c:v>3024</c:v>
                </c:pt>
                <c:pt idx="3024">
                  <c:v>3025</c:v>
                </c:pt>
                <c:pt idx="3025">
                  <c:v>3026</c:v>
                </c:pt>
                <c:pt idx="3026">
                  <c:v>3027</c:v>
                </c:pt>
                <c:pt idx="3027">
                  <c:v>3028</c:v>
                </c:pt>
                <c:pt idx="3028">
                  <c:v>3029</c:v>
                </c:pt>
                <c:pt idx="3029">
                  <c:v>3030</c:v>
                </c:pt>
                <c:pt idx="3030">
                  <c:v>3031</c:v>
                </c:pt>
                <c:pt idx="3031">
                  <c:v>3032</c:v>
                </c:pt>
                <c:pt idx="3032">
                  <c:v>3033</c:v>
                </c:pt>
                <c:pt idx="3033">
                  <c:v>3034</c:v>
                </c:pt>
                <c:pt idx="3034">
                  <c:v>3035</c:v>
                </c:pt>
                <c:pt idx="3035">
                  <c:v>3036</c:v>
                </c:pt>
                <c:pt idx="3036">
                  <c:v>3037</c:v>
                </c:pt>
                <c:pt idx="3037">
                  <c:v>3038</c:v>
                </c:pt>
                <c:pt idx="3038">
                  <c:v>3039</c:v>
                </c:pt>
                <c:pt idx="3039">
                  <c:v>3040</c:v>
                </c:pt>
                <c:pt idx="3040">
                  <c:v>3041</c:v>
                </c:pt>
                <c:pt idx="3041">
                  <c:v>3042</c:v>
                </c:pt>
                <c:pt idx="3042">
                  <c:v>3043</c:v>
                </c:pt>
                <c:pt idx="3043">
                  <c:v>3044</c:v>
                </c:pt>
                <c:pt idx="3044">
                  <c:v>3045</c:v>
                </c:pt>
                <c:pt idx="3045">
                  <c:v>3046</c:v>
                </c:pt>
                <c:pt idx="3046">
                  <c:v>3047</c:v>
                </c:pt>
                <c:pt idx="3047">
                  <c:v>3048</c:v>
                </c:pt>
                <c:pt idx="3048">
                  <c:v>3049</c:v>
                </c:pt>
                <c:pt idx="3049">
                  <c:v>3050</c:v>
                </c:pt>
                <c:pt idx="3050">
                  <c:v>3051</c:v>
                </c:pt>
                <c:pt idx="3051">
                  <c:v>3052</c:v>
                </c:pt>
                <c:pt idx="3052">
                  <c:v>3053</c:v>
                </c:pt>
                <c:pt idx="3053">
                  <c:v>3054</c:v>
                </c:pt>
                <c:pt idx="3054">
                  <c:v>3055</c:v>
                </c:pt>
                <c:pt idx="3055">
                  <c:v>3056</c:v>
                </c:pt>
                <c:pt idx="3056">
                  <c:v>3057</c:v>
                </c:pt>
                <c:pt idx="3057">
                  <c:v>3058</c:v>
                </c:pt>
                <c:pt idx="3058">
                  <c:v>3059</c:v>
                </c:pt>
                <c:pt idx="3059">
                  <c:v>3060</c:v>
                </c:pt>
                <c:pt idx="3060">
                  <c:v>3061</c:v>
                </c:pt>
                <c:pt idx="3061">
                  <c:v>3062</c:v>
                </c:pt>
                <c:pt idx="3062">
                  <c:v>3063</c:v>
                </c:pt>
                <c:pt idx="3063">
                  <c:v>3064</c:v>
                </c:pt>
                <c:pt idx="3064">
                  <c:v>3065</c:v>
                </c:pt>
                <c:pt idx="3065">
                  <c:v>3066</c:v>
                </c:pt>
                <c:pt idx="3066">
                  <c:v>3067</c:v>
                </c:pt>
                <c:pt idx="3067">
                  <c:v>3068</c:v>
                </c:pt>
                <c:pt idx="3068">
                  <c:v>3069</c:v>
                </c:pt>
                <c:pt idx="3069">
                  <c:v>3070</c:v>
                </c:pt>
                <c:pt idx="3070">
                  <c:v>3071</c:v>
                </c:pt>
                <c:pt idx="3071">
                  <c:v>3072</c:v>
                </c:pt>
                <c:pt idx="3072">
                  <c:v>3073</c:v>
                </c:pt>
                <c:pt idx="3073">
                  <c:v>3074</c:v>
                </c:pt>
                <c:pt idx="3074">
                  <c:v>3075</c:v>
                </c:pt>
                <c:pt idx="3075">
                  <c:v>3076</c:v>
                </c:pt>
                <c:pt idx="3076">
                  <c:v>3077</c:v>
                </c:pt>
                <c:pt idx="3077">
                  <c:v>3078</c:v>
                </c:pt>
                <c:pt idx="3078">
                  <c:v>3079</c:v>
                </c:pt>
                <c:pt idx="3079">
                  <c:v>3080</c:v>
                </c:pt>
                <c:pt idx="3080">
                  <c:v>3081</c:v>
                </c:pt>
                <c:pt idx="3081">
                  <c:v>3082</c:v>
                </c:pt>
                <c:pt idx="3082">
                  <c:v>3083</c:v>
                </c:pt>
                <c:pt idx="3083">
                  <c:v>3084</c:v>
                </c:pt>
                <c:pt idx="3084">
                  <c:v>3085</c:v>
                </c:pt>
                <c:pt idx="3085">
                  <c:v>3086</c:v>
                </c:pt>
                <c:pt idx="3086">
                  <c:v>3087</c:v>
                </c:pt>
                <c:pt idx="3087">
                  <c:v>3088</c:v>
                </c:pt>
                <c:pt idx="3088">
                  <c:v>3089</c:v>
                </c:pt>
                <c:pt idx="3089">
                  <c:v>3090</c:v>
                </c:pt>
                <c:pt idx="3090">
                  <c:v>3091</c:v>
                </c:pt>
                <c:pt idx="3091">
                  <c:v>3092</c:v>
                </c:pt>
                <c:pt idx="3092">
                  <c:v>3093</c:v>
                </c:pt>
                <c:pt idx="3093">
                  <c:v>3094</c:v>
                </c:pt>
                <c:pt idx="3094">
                  <c:v>3095</c:v>
                </c:pt>
                <c:pt idx="3095">
                  <c:v>3096</c:v>
                </c:pt>
                <c:pt idx="3096">
                  <c:v>3097</c:v>
                </c:pt>
                <c:pt idx="3097">
                  <c:v>3098</c:v>
                </c:pt>
                <c:pt idx="3098">
                  <c:v>3099</c:v>
                </c:pt>
                <c:pt idx="3099">
                  <c:v>3100</c:v>
                </c:pt>
                <c:pt idx="3100">
                  <c:v>3101</c:v>
                </c:pt>
                <c:pt idx="3101">
                  <c:v>3102</c:v>
                </c:pt>
                <c:pt idx="3102">
                  <c:v>3103</c:v>
                </c:pt>
                <c:pt idx="3103">
                  <c:v>3104</c:v>
                </c:pt>
                <c:pt idx="3104">
                  <c:v>3105</c:v>
                </c:pt>
                <c:pt idx="3105">
                  <c:v>3106</c:v>
                </c:pt>
                <c:pt idx="3106">
                  <c:v>3107</c:v>
                </c:pt>
                <c:pt idx="3107">
                  <c:v>3108</c:v>
                </c:pt>
                <c:pt idx="3108">
                  <c:v>3109</c:v>
                </c:pt>
                <c:pt idx="3109">
                  <c:v>3110</c:v>
                </c:pt>
                <c:pt idx="3110">
                  <c:v>3111</c:v>
                </c:pt>
                <c:pt idx="3111">
                  <c:v>3112</c:v>
                </c:pt>
                <c:pt idx="3112">
                  <c:v>3113</c:v>
                </c:pt>
                <c:pt idx="3113">
                  <c:v>3114</c:v>
                </c:pt>
                <c:pt idx="3114">
                  <c:v>3115</c:v>
                </c:pt>
                <c:pt idx="3115">
                  <c:v>3116</c:v>
                </c:pt>
                <c:pt idx="3116">
                  <c:v>3117</c:v>
                </c:pt>
                <c:pt idx="3117">
                  <c:v>3118</c:v>
                </c:pt>
                <c:pt idx="3118">
                  <c:v>3119</c:v>
                </c:pt>
                <c:pt idx="3119">
                  <c:v>3120</c:v>
                </c:pt>
                <c:pt idx="3120">
                  <c:v>3121</c:v>
                </c:pt>
                <c:pt idx="3121">
                  <c:v>3122</c:v>
                </c:pt>
                <c:pt idx="3122">
                  <c:v>3123</c:v>
                </c:pt>
                <c:pt idx="3123">
                  <c:v>3124</c:v>
                </c:pt>
                <c:pt idx="3124">
                  <c:v>3125</c:v>
                </c:pt>
                <c:pt idx="3125">
                  <c:v>3126</c:v>
                </c:pt>
                <c:pt idx="3126">
                  <c:v>3127</c:v>
                </c:pt>
                <c:pt idx="3127">
                  <c:v>3128</c:v>
                </c:pt>
                <c:pt idx="3128">
                  <c:v>3129</c:v>
                </c:pt>
                <c:pt idx="3129">
                  <c:v>3130</c:v>
                </c:pt>
                <c:pt idx="3130">
                  <c:v>3131</c:v>
                </c:pt>
                <c:pt idx="3131">
                  <c:v>3132</c:v>
                </c:pt>
                <c:pt idx="3132">
                  <c:v>3133</c:v>
                </c:pt>
                <c:pt idx="3133">
                  <c:v>3134</c:v>
                </c:pt>
                <c:pt idx="3134">
                  <c:v>3135</c:v>
                </c:pt>
                <c:pt idx="3135">
                  <c:v>3136</c:v>
                </c:pt>
                <c:pt idx="3136">
                  <c:v>3137</c:v>
                </c:pt>
                <c:pt idx="3137">
                  <c:v>3138</c:v>
                </c:pt>
                <c:pt idx="3138">
                  <c:v>3139</c:v>
                </c:pt>
                <c:pt idx="3139">
                  <c:v>3140</c:v>
                </c:pt>
                <c:pt idx="3140">
                  <c:v>3141</c:v>
                </c:pt>
                <c:pt idx="3141">
                  <c:v>3142</c:v>
                </c:pt>
                <c:pt idx="3142">
                  <c:v>3143</c:v>
                </c:pt>
                <c:pt idx="3143">
                  <c:v>3144</c:v>
                </c:pt>
                <c:pt idx="3144">
                  <c:v>3145</c:v>
                </c:pt>
                <c:pt idx="3145">
                  <c:v>3146</c:v>
                </c:pt>
                <c:pt idx="3146">
                  <c:v>3147</c:v>
                </c:pt>
                <c:pt idx="3147">
                  <c:v>3148</c:v>
                </c:pt>
                <c:pt idx="3148">
                  <c:v>3149</c:v>
                </c:pt>
                <c:pt idx="3149">
                  <c:v>3150</c:v>
                </c:pt>
                <c:pt idx="3150">
                  <c:v>3151</c:v>
                </c:pt>
                <c:pt idx="3151">
                  <c:v>3152</c:v>
                </c:pt>
                <c:pt idx="3152">
                  <c:v>3153</c:v>
                </c:pt>
                <c:pt idx="3153">
                  <c:v>3154</c:v>
                </c:pt>
                <c:pt idx="3154">
                  <c:v>3155</c:v>
                </c:pt>
                <c:pt idx="3155">
                  <c:v>3156</c:v>
                </c:pt>
                <c:pt idx="3156">
                  <c:v>3157</c:v>
                </c:pt>
                <c:pt idx="3157">
                  <c:v>3158</c:v>
                </c:pt>
                <c:pt idx="3158">
                  <c:v>3159</c:v>
                </c:pt>
                <c:pt idx="3159">
                  <c:v>3160</c:v>
                </c:pt>
                <c:pt idx="3160">
                  <c:v>3161</c:v>
                </c:pt>
                <c:pt idx="3161">
                  <c:v>3162</c:v>
                </c:pt>
                <c:pt idx="3162">
                  <c:v>3163</c:v>
                </c:pt>
                <c:pt idx="3163">
                  <c:v>3164</c:v>
                </c:pt>
                <c:pt idx="3164">
                  <c:v>3165</c:v>
                </c:pt>
                <c:pt idx="3165">
                  <c:v>3166</c:v>
                </c:pt>
                <c:pt idx="3166">
                  <c:v>3167</c:v>
                </c:pt>
                <c:pt idx="3167">
                  <c:v>3168</c:v>
                </c:pt>
                <c:pt idx="3168">
                  <c:v>3169</c:v>
                </c:pt>
                <c:pt idx="3169">
                  <c:v>3170</c:v>
                </c:pt>
                <c:pt idx="3170">
                  <c:v>3171</c:v>
                </c:pt>
                <c:pt idx="3171">
                  <c:v>3172</c:v>
                </c:pt>
                <c:pt idx="3172">
                  <c:v>3173</c:v>
                </c:pt>
                <c:pt idx="3173">
                  <c:v>3174</c:v>
                </c:pt>
                <c:pt idx="3174">
                  <c:v>3175</c:v>
                </c:pt>
                <c:pt idx="3175">
                  <c:v>3176</c:v>
                </c:pt>
                <c:pt idx="3176">
                  <c:v>3177</c:v>
                </c:pt>
                <c:pt idx="3177">
                  <c:v>3178</c:v>
                </c:pt>
                <c:pt idx="3178">
                  <c:v>3179</c:v>
                </c:pt>
                <c:pt idx="3179">
                  <c:v>3180</c:v>
                </c:pt>
                <c:pt idx="3180">
                  <c:v>3181</c:v>
                </c:pt>
                <c:pt idx="3181">
                  <c:v>3182</c:v>
                </c:pt>
                <c:pt idx="3182">
                  <c:v>3183</c:v>
                </c:pt>
                <c:pt idx="3183">
                  <c:v>3184</c:v>
                </c:pt>
                <c:pt idx="3184">
                  <c:v>3185</c:v>
                </c:pt>
                <c:pt idx="3185">
                  <c:v>3186</c:v>
                </c:pt>
                <c:pt idx="3186">
                  <c:v>3187</c:v>
                </c:pt>
                <c:pt idx="3187">
                  <c:v>3188</c:v>
                </c:pt>
                <c:pt idx="3188">
                  <c:v>3189</c:v>
                </c:pt>
                <c:pt idx="3189">
                  <c:v>3190</c:v>
                </c:pt>
                <c:pt idx="3190">
                  <c:v>3191</c:v>
                </c:pt>
                <c:pt idx="3191">
                  <c:v>3192</c:v>
                </c:pt>
                <c:pt idx="3192">
                  <c:v>3193</c:v>
                </c:pt>
                <c:pt idx="3193">
                  <c:v>3194</c:v>
                </c:pt>
                <c:pt idx="3194">
                  <c:v>3195</c:v>
                </c:pt>
                <c:pt idx="3195">
                  <c:v>3196</c:v>
                </c:pt>
                <c:pt idx="3196">
                  <c:v>3197</c:v>
                </c:pt>
                <c:pt idx="3197">
                  <c:v>3198</c:v>
                </c:pt>
                <c:pt idx="3198">
                  <c:v>3199</c:v>
                </c:pt>
                <c:pt idx="3199">
                  <c:v>3200</c:v>
                </c:pt>
                <c:pt idx="3200">
                  <c:v>3201</c:v>
                </c:pt>
                <c:pt idx="3201">
                  <c:v>3202</c:v>
                </c:pt>
                <c:pt idx="3202">
                  <c:v>3203</c:v>
                </c:pt>
                <c:pt idx="3203">
                  <c:v>3204</c:v>
                </c:pt>
                <c:pt idx="3204">
                  <c:v>3205</c:v>
                </c:pt>
                <c:pt idx="3205">
                  <c:v>3206</c:v>
                </c:pt>
                <c:pt idx="3206">
                  <c:v>3207</c:v>
                </c:pt>
                <c:pt idx="3207">
                  <c:v>3208</c:v>
                </c:pt>
                <c:pt idx="3208">
                  <c:v>3209</c:v>
                </c:pt>
                <c:pt idx="3209">
                  <c:v>3210</c:v>
                </c:pt>
                <c:pt idx="3210">
                  <c:v>3211</c:v>
                </c:pt>
                <c:pt idx="3211">
                  <c:v>3212</c:v>
                </c:pt>
                <c:pt idx="3212">
                  <c:v>3213</c:v>
                </c:pt>
                <c:pt idx="3213">
                  <c:v>3214</c:v>
                </c:pt>
                <c:pt idx="3214">
                  <c:v>3215</c:v>
                </c:pt>
                <c:pt idx="3215">
                  <c:v>3216</c:v>
                </c:pt>
                <c:pt idx="3216">
                  <c:v>3217</c:v>
                </c:pt>
                <c:pt idx="3217">
                  <c:v>3218</c:v>
                </c:pt>
                <c:pt idx="3218">
                  <c:v>3219</c:v>
                </c:pt>
                <c:pt idx="3219">
                  <c:v>3220</c:v>
                </c:pt>
                <c:pt idx="3220">
                  <c:v>3221</c:v>
                </c:pt>
                <c:pt idx="3221">
                  <c:v>3222</c:v>
                </c:pt>
                <c:pt idx="3222">
                  <c:v>3223</c:v>
                </c:pt>
                <c:pt idx="3223">
                  <c:v>3224</c:v>
                </c:pt>
                <c:pt idx="3224">
                  <c:v>3225</c:v>
                </c:pt>
                <c:pt idx="3225">
                  <c:v>3226</c:v>
                </c:pt>
                <c:pt idx="3226">
                  <c:v>3227</c:v>
                </c:pt>
                <c:pt idx="3227">
                  <c:v>3228</c:v>
                </c:pt>
                <c:pt idx="3228">
                  <c:v>3229</c:v>
                </c:pt>
                <c:pt idx="3229">
                  <c:v>3230</c:v>
                </c:pt>
                <c:pt idx="3230">
                  <c:v>3231</c:v>
                </c:pt>
                <c:pt idx="3231">
                  <c:v>3232</c:v>
                </c:pt>
                <c:pt idx="3232">
                  <c:v>3233</c:v>
                </c:pt>
                <c:pt idx="3233">
                  <c:v>3234</c:v>
                </c:pt>
                <c:pt idx="3234">
                  <c:v>3235</c:v>
                </c:pt>
                <c:pt idx="3235">
                  <c:v>3236</c:v>
                </c:pt>
                <c:pt idx="3236">
                  <c:v>3237</c:v>
                </c:pt>
                <c:pt idx="3237">
                  <c:v>3238</c:v>
                </c:pt>
                <c:pt idx="3238">
                  <c:v>3239</c:v>
                </c:pt>
                <c:pt idx="3239">
                  <c:v>3240</c:v>
                </c:pt>
                <c:pt idx="3240">
                  <c:v>3241</c:v>
                </c:pt>
                <c:pt idx="3241">
                  <c:v>3242</c:v>
                </c:pt>
                <c:pt idx="3242">
                  <c:v>3243</c:v>
                </c:pt>
                <c:pt idx="3243">
                  <c:v>3244</c:v>
                </c:pt>
                <c:pt idx="3244">
                  <c:v>3245</c:v>
                </c:pt>
                <c:pt idx="3245">
                  <c:v>3246</c:v>
                </c:pt>
                <c:pt idx="3246">
                  <c:v>3247</c:v>
                </c:pt>
                <c:pt idx="3247">
                  <c:v>3248</c:v>
                </c:pt>
                <c:pt idx="3248">
                  <c:v>3249</c:v>
                </c:pt>
                <c:pt idx="3249">
                  <c:v>3250</c:v>
                </c:pt>
                <c:pt idx="3250">
                  <c:v>3251</c:v>
                </c:pt>
                <c:pt idx="3251">
                  <c:v>3252</c:v>
                </c:pt>
                <c:pt idx="3252">
                  <c:v>3253</c:v>
                </c:pt>
                <c:pt idx="3253">
                  <c:v>3254</c:v>
                </c:pt>
                <c:pt idx="3254">
                  <c:v>3255</c:v>
                </c:pt>
                <c:pt idx="3255">
                  <c:v>3256</c:v>
                </c:pt>
                <c:pt idx="3256">
                  <c:v>3257</c:v>
                </c:pt>
                <c:pt idx="3257">
                  <c:v>3258</c:v>
                </c:pt>
                <c:pt idx="3258">
                  <c:v>3259</c:v>
                </c:pt>
                <c:pt idx="3259">
                  <c:v>3260</c:v>
                </c:pt>
                <c:pt idx="3260">
                  <c:v>3261</c:v>
                </c:pt>
                <c:pt idx="3261">
                  <c:v>3262</c:v>
                </c:pt>
                <c:pt idx="3262">
                  <c:v>3263</c:v>
                </c:pt>
                <c:pt idx="3263">
                  <c:v>3264</c:v>
                </c:pt>
                <c:pt idx="3264">
                  <c:v>3265</c:v>
                </c:pt>
                <c:pt idx="3265">
                  <c:v>3266</c:v>
                </c:pt>
                <c:pt idx="3266">
                  <c:v>3267</c:v>
                </c:pt>
                <c:pt idx="3267">
                  <c:v>3268</c:v>
                </c:pt>
                <c:pt idx="3268">
                  <c:v>3269</c:v>
                </c:pt>
                <c:pt idx="3269">
                  <c:v>3270</c:v>
                </c:pt>
                <c:pt idx="3270">
                  <c:v>3271</c:v>
                </c:pt>
                <c:pt idx="3271">
                  <c:v>3272</c:v>
                </c:pt>
                <c:pt idx="3272">
                  <c:v>3273</c:v>
                </c:pt>
                <c:pt idx="3273">
                  <c:v>3274</c:v>
                </c:pt>
                <c:pt idx="3274">
                  <c:v>3275</c:v>
                </c:pt>
                <c:pt idx="3275">
                  <c:v>3276</c:v>
                </c:pt>
                <c:pt idx="3276">
                  <c:v>3277</c:v>
                </c:pt>
                <c:pt idx="3277">
                  <c:v>3278</c:v>
                </c:pt>
                <c:pt idx="3278">
                  <c:v>3279</c:v>
                </c:pt>
                <c:pt idx="3279">
                  <c:v>3280</c:v>
                </c:pt>
                <c:pt idx="3280">
                  <c:v>3281</c:v>
                </c:pt>
                <c:pt idx="3281">
                  <c:v>3282</c:v>
                </c:pt>
                <c:pt idx="3282">
                  <c:v>3283</c:v>
                </c:pt>
                <c:pt idx="3283">
                  <c:v>3284</c:v>
                </c:pt>
                <c:pt idx="3284">
                  <c:v>3285</c:v>
                </c:pt>
                <c:pt idx="3285">
                  <c:v>3286</c:v>
                </c:pt>
                <c:pt idx="3286">
                  <c:v>3287</c:v>
                </c:pt>
                <c:pt idx="3287">
                  <c:v>3288</c:v>
                </c:pt>
                <c:pt idx="3288">
                  <c:v>3289</c:v>
                </c:pt>
                <c:pt idx="3289">
                  <c:v>3290</c:v>
                </c:pt>
                <c:pt idx="3290">
                  <c:v>3291</c:v>
                </c:pt>
                <c:pt idx="3291">
                  <c:v>3292</c:v>
                </c:pt>
                <c:pt idx="3292">
                  <c:v>3293</c:v>
                </c:pt>
                <c:pt idx="3293">
                  <c:v>3294</c:v>
                </c:pt>
                <c:pt idx="3294">
                  <c:v>3295</c:v>
                </c:pt>
                <c:pt idx="3295">
                  <c:v>3296</c:v>
                </c:pt>
                <c:pt idx="3296">
                  <c:v>3297</c:v>
                </c:pt>
                <c:pt idx="3297">
                  <c:v>3298</c:v>
                </c:pt>
                <c:pt idx="3298">
                  <c:v>3299</c:v>
                </c:pt>
                <c:pt idx="3299">
                  <c:v>3300</c:v>
                </c:pt>
                <c:pt idx="3300">
                  <c:v>3301</c:v>
                </c:pt>
                <c:pt idx="3301">
                  <c:v>3302</c:v>
                </c:pt>
                <c:pt idx="3302">
                  <c:v>3303</c:v>
                </c:pt>
                <c:pt idx="3303">
                  <c:v>3304</c:v>
                </c:pt>
                <c:pt idx="3304">
                  <c:v>3305</c:v>
                </c:pt>
                <c:pt idx="3305">
                  <c:v>3306</c:v>
                </c:pt>
                <c:pt idx="3306">
                  <c:v>3307</c:v>
                </c:pt>
                <c:pt idx="3307">
                  <c:v>3308</c:v>
                </c:pt>
                <c:pt idx="3308">
                  <c:v>3309</c:v>
                </c:pt>
                <c:pt idx="3309">
                  <c:v>3310</c:v>
                </c:pt>
                <c:pt idx="3310">
                  <c:v>3311</c:v>
                </c:pt>
                <c:pt idx="3311">
                  <c:v>3312</c:v>
                </c:pt>
                <c:pt idx="3312">
                  <c:v>3313</c:v>
                </c:pt>
                <c:pt idx="3313">
                  <c:v>3314</c:v>
                </c:pt>
                <c:pt idx="3314">
                  <c:v>3315</c:v>
                </c:pt>
                <c:pt idx="3315">
                  <c:v>3316</c:v>
                </c:pt>
                <c:pt idx="3316">
                  <c:v>3317</c:v>
                </c:pt>
                <c:pt idx="3317">
                  <c:v>3318</c:v>
                </c:pt>
                <c:pt idx="3318">
                  <c:v>3319</c:v>
                </c:pt>
                <c:pt idx="3319">
                  <c:v>3320</c:v>
                </c:pt>
                <c:pt idx="3320">
                  <c:v>3321</c:v>
                </c:pt>
                <c:pt idx="3321">
                  <c:v>3322</c:v>
                </c:pt>
                <c:pt idx="3322">
                  <c:v>3323</c:v>
                </c:pt>
                <c:pt idx="3323">
                  <c:v>3324</c:v>
                </c:pt>
                <c:pt idx="3324">
                  <c:v>3325</c:v>
                </c:pt>
                <c:pt idx="3325">
                  <c:v>3326</c:v>
                </c:pt>
                <c:pt idx="3326">
                  <c:v>3327</c:v>
                </c:pt>
                <c:pt idx="3327">
                  <c:v>3328</c:v>
                </c:pt>
                <c:pt idx="3328">
                  <c:v>3329</c:v>
                </c:pt>
                <c:pt idx="3329">
                  <c:v>3330</c:v>
                </c:pt>
                <c:pt idx="3330">
                  <c:v>3331</c:v>
                </c:pt>
                <c:pt idx="3331">
                  <c:v>3332</c:v>
                </c:pt>
                <c:pt idx="3332">
                  <c:v>3333</c:v>
                </c:pt>
                <c:pt idx="3333">
                  <c:v>3334</c:v>
                </c:pt>
                <c:pt idx="3334">
                  <c:v>3335</c:v>
                </c:pt>
                <c:pt idx="3335">
                  <c:v>3336</c:v>
                </c:pt>
                <c:pt idx="3336">
                  <c:v>3337</c:v>
                </c:pt>
                <c:pt idx="3337">
                  <c:v>3338</c:v>
                </c:pt>
                <c:pt idx="3338">
                  <c:v>3339</c:v>
                </c:pt>
                <c:pt idx="3339">
                  <c:v>3340</c:v>
                </c:pt>
                <c:pt idx="3340">
                  <c:v>3341</c:v>
                </c:pt>
                <c:pt idx="3341">
                  <c:v>3342</c:v>
                </c:pt>
                <c:pt idx="3342">
                  <c:v>3343</c:v>
                </c:pt>
                <c:pt idx="3343">
                  <c:v>3344</c:v>
                </c:pt>
                <c:pt idx="3344">
                  <c:v>3345</c:v>
                </c:pt>
                <c:pt idx="3345">
                  <c:v>3346</c:v>
                </c:pt>
                <c:pt idx="3346">
                  <c:v>3347</c:v>
                </c:pt>
                <c:pt idx="3347">
                  <c:v>3348</c:v>
                </c:pt>
                <c:pt idx="3348">
                  <c:v>3349</c:v>
                </c:pt>
                <c:pt idx="3349">
                  <c:v>3350</c:v>
                </c:pt>
                <c:pt idx="3350">
                  <c:v>3351</c:v>
                </c:pt>
                <c:pt idx="3351">
                  <c:v>3352</c:v>
                </c:pt>
                <c:pt idx="3352">
                  <c:v>3353</c:v>
                </c:pt>
                <c:pt idx="3353">
                  <c:v>3354</c:v>
                </c:pt>
                <c:pt idx="3354">
                  <c:v>3355</c:v>
                </c:pt>
                <c:pt idx="3355">
                  <c:v>3356</c:v>
                </c:pt>
                <c:pt idx="3356">
                  <c:v>3357</c:v>
                </c:pt>
                <c:pt idx="3357">
                  <c:v>3358</c:v>
                </c:pt>
                <c:pt idx="3358">
                  <c:v>3359</c:v>
                </c:pt>
                <c:pt idx="3359">
                  <c:v>3360</c:v>
                </c:pt>
                <c:pt idx="3360">
                  <c:v>3361</c:v>
                </c:pt>
                <c:pt idx="3361">
                  <c:v>3362</c:v>
                </c:pt>
                <c:pt idx="3362">
                  <c:v>3363</c:v>
                </c:pt>
                <c:pt idx="3363">
                  <c:v>3364</c:v>
                </c:pt>
                <c:pt idx="3364">
                  <c:v>3365</c:v>
                </c:pt>
                <c:pt idx="3365">
                  <c:v>3366</c:v>
                </c:pt>
                <c:pt idx="3366">
                  <c:v>3367</c:v>
                </c:pt>
                <c:pt idx="3367">
                  <c:v>3368</c:v>
                </c:pt>
                <c:pt idx="3368">
                  <c:v>3369</c:v>
                </c:pt>
                <c:pt idx="3369">
                  <c:v>3370</c:v>
                </c:pt>
                <c:pt idx="3370">
                  <c:v>3371</c:v>
                </c:pt>
                <c:pt idx="3371">
                  <c:v>3372</c:v>
                </c:pt>
                <c:pt idx="3372">
                  <c:v>3373</c:v>
                </c:pt>
                <c:pt idx="3373">
                  <c:v>3374</c:v>
                </c:pt>
                <c:pt idx="3374">
                  <c:v>3375</c:v>
                </c:pt>
                <c:pt idx="3375">
                  <c:v>3376</c:v>
                </c:pt>
                <c:pt idx="3376">
                  <c:v>3377</c:v>
                </c:pt>
                <c:pt idx="3377">
                  <c:v>3378</c:v>
                </c:pt>
                <c:pt idx="3378">
                  <c:v>3379</c:v>
                </c:pt>
                <c:pt idx="3379">
                  <c:v>3380</c:v>
                </c:pt>
                <c:pt idx="3380">
                  <c:v>3381</c:v>
                </c:pt>
                <c:pt idx="3381">
                  <c:v>3382</c:v>
                </c:pt>
                <c:pt idx="3382">
                  <c:v>3383</c:v>
                </c:pt>
                <c:pt idx="3383">
                  <c:v>3384</c:v>
                </c:pt>
                <c:pt idx="3384">
                  <c:v>3385</c:v>
                </c:pt>
                <c:pt idx="3385">
                  <c:v>3386</c:v>
                </c:pt>
                <c:pt idx="3386">
                  <c:v>3387</c:v>
                </c:pt>
                <c:pt idx="3387">
                  <c:v>3388</c:v>
                </c:pt>
                <c:pt idx="3388">
                  <c:v>3389</c:v>
                </c:pt>
                <c:pt idx="3389">
                  <c:v>3390</c:v>
                </c:pt>
                <c:pt idx="3390">
                  <c:v>3391</c:v>
                </c:pt>
                <c:pt idx="3391">
                  <c:v>3392</c:v>
                </c:pt>
                <c:pt idx="3392">
                  <c:v>3393</c:v>
                </c:pt>
                <c:pt idx="3393">
                  <c:v>3394</c:v>
                </c:pt>
                <c:pt idx="3394">
                  <c:v>3395</c:v>
                </c:pt>
                <c:pt idx="3395">
                  <c:v>3396</c:v>
                </c:pt>
                <c:pt idx="3396">
                  <c:v>3397</c:v>
                </c:pt>
                <c:pt idx="3397">
                  <c:v>3398</c:v>
                </c:pt>
                <c:pt idx="3398">
                  <c:v>3399</c:v>
                </c:pt>
                <c:pt idx="3399">
                  <c:v>3400</c:v>
                </c:pt>
                <c:pt idx="3400">
                  <c:v>3401</c:v>
                </c:pt>
                <c:pt idx="3401">
                  <c:v>3402</c:v>
                </c:pt>
                <c:pt idx="3402">
                  <c:v>3403</c:v>
                </c:pt>
                <c:pt idx="3403">
                  <c:v>3404</c:v>
                </c:pt>
                <c:pt idx="3404">
                  <c:v>3405</c:v>
                </c:pt>
                <c:pt idx="3405">
                  <c:v>3406</c:v>
                </c:pt>
                <c:pt idx="3406">
                  <c:v>3407</c:v>
                </c:pt>
                <c:pt idx="3407">
                  <c:v>3408</c:v>
                </c:pt>
                <c:pt idx="3408">
                  <c:v>3409</c:v>
                </c:pt>
                <c:pt idx="3409">
                  <c:v>3410</c:v>
                </c:pt>
                <c:pt idx="3410">
                  <c:v>3411</c:v>
                </c:pt>
                <c:pt idx="3411">
                  <c:v>3412</c:v>
                </c:pt>
                <c:pt idx="3412">
                  <c:v>3413</c:v>
                </c:pt>
                <c:pt idx="3413">
                  <c:v>3414</c:v>
                </c:pt>
                <c:pt idx="3414">
                  <c:v>3415</c:v>
                </c:pt>
                <c:pt idx="3415">
                  <c:v>3416</c:v>
                </c:pt>
                <c:pt idx="3416">
                  <c:v>3417</c:v>
                </c:pt>
                <c:pt idx="3417">
                  <c:v>3418</c:v>
                </c:pt>
                <c:pt idx="3418">
                  <c:v>3419</c:v>
                </c:pt>
                <c:pt idx="3419">
                  <c:v>3420</c:v>
                </c:pt>
                <c:pt idx="3420">
                  <c:v>3421</c:v>
                </c:pt>
                <c:pt idx="3421">
                  <c:v>3422</c:v>
                </c:pt>
                <c:pt idx="3422">
                  <c:v>3423</c:v>
                </c:pt>
                <c:pt idx="3423">
                  <c:v>3424</c:v>
                </c:pt>
                <c:pt idx="3424">
                  <c:v>3425</c:v>
                </c:pt>
                <c:pt idx="3425">
                  <c:v>3426</c:v>
                </c:pt>
                <c:pt idx="3426">
                  <c:v>3427</c:v>
                </c:pt>
                <c:pt idx="3427">
                  <c:v>3428</c:v>
                </c:pt>
                <c:pt idx="3428">
                  <c:v>3429</c:v>
                </c:pt>
                <c:pt idx="3429">
                  <c:v>3430</c:v>
                </c:pt>
                <c:pt idx="3430">
                  <c:v>3431</c:v>
                </c:pt>
                <c:pt idx="3431">
                  <c:v>3432</c:v>
                </c:pt>
                <c:pt idx="3432">
                  <c:v>3433</c:v>
                </c:pt>
                <c:pt idx="3433">
                  <c:v>3434</c:v>
                </c:pt>
                <c:pt idx="3434">
                  <c:v>3435</c:v>
                </c:pt>
                <c:pt idx="3435">
                  <c:v>3436</c:v>
                </c:pt>
                <c:pt idx="3436">
                  <c:v>3437</c:v>
                </c:pt>
                <c:pt idx="3437">
                  <c:v>3438</c:v>
                </c:pt>
                <c:pt idx="3438">
                  <c:v>3439</c:v>
                </c:pt>
                <c:pt idx="3439">
                  <c:v>3440</c:v>
                </c:pt>
                <c:pt idx="3440">
                  <c:v>3441</c:v>
                </c:pt>
                <c:pt idx="3441">
                  <c:v>3442</c:v>
                </c:pt>
                <c:pt idx="3442">
                  <c:v>3443</c:v>
                </c:pt>
                <c:pt idx="3443">
                  <c:v>3444</c:v>
                </c:pt>
                <c:pt idx="3444">
                  <c:v>3445</c:v>
                </c:pt>
                <c:pt idx="3445">
                  <c:v>3446</c:v>
                </c:pt>
                <c:pt idx="3446">
                  <c:v>3447</c:v>
                </c:pt>
                <c:pt idx="3447">
                  <c:v>3448</c:v>
                </c:pt>
                <c:pt idx="3448">
                  <c:v>3449</c:v>
                </c:pt>
                <c:pt idx="3449">
                  <c:v>3450</c:v>
                </c:pt>
                <c:pt idx="3450">
                  <c:v>3451</c:v>
                </c:pt>
                <c:pt idx="3451">
                  <c:v>3452</c:v>
                </c:pt>
                <c:pt idx="3452">
                  <c:v>3453</c:v>
                </c:pt>
                <c:pt idx="3453">
                  <c:v>3454</c:v>
                </c:pt>
                <c:pt idx="3454">
                  <c:v>3455</c:v>
                </c:pt>
                <c:pt idx="3455">
                  <c:v>3456</c:v>
                </c:pt>
                <c:pt idx="3456">
                  <c:v>3457</c:v>
                </c:pt>
                <c:pt idx="3457">
                  <c:v>3458</c:v>
                </c:pt>
                <c:pt idx="3458">
                  <c:v>3459</c:v>
                </c:pt>
                <c:pt idx="3459">
                  <c:v>3460</c:v>
                </c:pt>
                <c:pt idx="3460">
                  <c:v>3461</c:v>
                </c:pt>
                <c:pt idx="3461">
                  <c:v>3462</c:v>
                </c:pt>
                <c:pt idx="3462">
                  <c:v>3463</c:v>
                </c:pt>
                <c:pt idx="3463">
                  <c:v>3464</c:v>
                </c:pt>
                <c:pt idx="3464">
                  <c:v>3465</c:v>
                </c:pt>
                <c:pt idx="3465">
                  <c:v>3466</c:v>
                </c:pt>
                <c:pt idx="3466">
                  <c:v>3467</c:v>
                </c:pt>
                <c:pt idx="3467">
                  <c:v>3468</c:v>
                </c:pt>
                <c:pt idx="3468">
                  <c:v>3469</c:v>
                </c:pt>
                <c:pt idx="3469">
                  <c:v>3470</c:v>
                </c:pt>
                <c:pt idx="3470">
                  <c:v>3471</c:v>
                </c:pt>
                <c:pt idx="3471">
                  <c:v>3472</c:v>
                </c:pt>
                <c:pt idx="3472">
                  <c:v>3473</c:v>
                </c:pt>
                <c:pt idx="3473">
                  <c:v>3474</c:v>
                </c:pt>
                <c:pt idx="3474">
                  <c:v>3475</c:v>
                </c:pt>
                <c:pt idx="3475">
                  <c:v>3476</c:v>
                </c:pt>
                <c:pt idx="3476">
                  <c:v>3477</c:v>
                </c:pt>
                <c:pt idx="3477">
                  <c:v>3478</c:v>
                </c:pt>
                <c:pt idx="3478">
                  <c:v>3479</c:v>
                </c:pt>
                <c:pt idx="3479">
                  <c:v>3480</c:v>
                </c:pt>
                <c:pt idx="3480">
                  <c:v>3481</c:v>
                </c:pt>
                <c:pt idx="3481">
                  <c:v>3482</c:v>
                </c:pt>
                <c:pt idx="3482">
                  <c:v>3483</c:v>
                </c:pt>
                <c:pt idx="3483">
                  <c:v>3484</c:v>
                </c:pt>
                <c:pt idx="3484">
                  <c:v>3485</c:v>
                </c:pt>
                <c:pt idx="3485">
                  <c:v>3486</c:v>
                </c:pt>
                <c:pt idx="3486">
                  <c:v>3487</c:v>
                </c:pt>
                <c:pt idx="3487">
                  <c:v>3488</c:v>
                </c:pt>
                <c:pt idx="3488">
                  <c:v>3489</c:v>
                </c:pt>
                <c:pt idx="3489">
                  <c:v>3490</c:v>
                </c:pt>
                <c:pt idx="3490">
                  <c:v>3491</c:v>
                </c:pt>
                <c:pt idx="3491">
                  <c:v>3492</c:v>
                </c:pt>
                <c:pt idx="3492">
                  <c:v>3493</c:v>
                </c:pt>
                <c:pt idx="3493">
                  <c:v>3494</c:v>
                </c:pt>
                <c:pt idx="3494">
                  <c:v>3495</c:v>
                </c:pt>
                <c:pt idx="3495">
                  <c:v>3496</c:v>
                </c:pt>
                <c:pt idx="3496">
                  <c:v>3497</c:v>
                </c:pt>
                <c:pt idx="3497">
                  <c:v>3498</c:v>
                </c:pt>
                <c:pt idx="3498">
                  <c:v>3499</c:v>
                </c:pt>
                <c:pt idx="3499">
                  <c:v>3500</c:v>
                </c:pt>
                <c:pt idx="3500">
                  <c:v>3501</c:v>
                </c:pt>
                <c:pt idx="3501">
                  <c:v>3502</c:v>
                </c:pt>
                <c:pt idx="3502">
                  <c:v>3503</c:v>
                </c:pt>
                <c:pt idx="3503">
                  <c:v>3504</c:v>
                </c:pt>
                <c:pt idx="3504">
                  <c:v>3505</c:v>
                </c:pt>
                <c:pt idx="3505">
                  <c:v>3506</c:v>
                </c:pt>
                <c:pt idx="3506">
                  <c:v>3507</c:v>
                </c:pt>
                <c:pt idx="3507">
                  <c:v>3508</c:v>
                </c:pt>
                <c:pt idx="3508">
                  <c:v>3509</c:v>
                </c:pt>
                <c:pt idx="3509">
                  <c:v>3510</c:v>
                </c:pt>
                <c:pt idx="3510">
                  <c:v>3511</c:v>
                </c:pt>
                <c:pt idx="3511">
                  <c:v>3512</c:v>
                </c:pt>
                <c:pt idx="3512">
                  <c:v>3513</c:v>
                </c:pt>
                <c:pt idx="3513">
                  <c:v>3514</c:v>
                </c:pt>
                <c:pt idx="3514">
                  <c:v>3515</c:v>
                </c:pt>
                <c:pt idx="3515">
                  <c:v>3516</c:v>
                </c:pt>
                <c:pt idx="3516">
                  <c:v>3517</c:v>
                </c:pt>
                <c:pt idx="3517">
                  <c:v>3518</c:v>
                </c:pt>
                <c:pt idx="3518">
                  <c:v>3519</c:v>
                </c:pt>
                <c:pt idx="3519">
                  <c:v>3520</c:v>
                </c:pt>
                <c:pt idx="3520">
                  <c:v>3521</c:v>
                </c:pt>
                <c:pt idx="3521">
                  <c:v>3522</c:v>
                </c:pt>
                <c:pt idx="3522">
                  <c:v>3523</c:v>
                </c:pt>
                <c:pt idx="3523">
                  <c:v>3524</c:v>
                </c:pt>
                <c:pt idx="3524">
                  <c:v>3525</c:v>
                </c:pt>
                <c:pt idx="3525">
                  <c:v>3526</c:v>
                </c:pt>
                <c:pt idx="3526">
                  <c:v>3527</c:v>
                </c:pt>
                <c:pt idx="3527">
                  <c:v>3528</c:v>
                </c:pt>
                <c:pt idx="3528">
                  <c:v>3529</c:v>
                </c:pt>
                <c:pt idx="3529">
                  <c:v>3530</c:v>
                </c:pt>
                <c:pt idx="3530">
                  <c:v>3531</c:v>
                </c:pt>
                <c:pt idx="3531">
                  <c:v>3532</c:v>
                </c:pt>
                <c:pt idx="3532">
                  <c:v>3533</c:v>
                </c:pt>
                <c:pt idx="3533">
                  <c:v>3534</c:v>
                </c:pt>
                <c:pt idx="3534">
                  <c:v>3535</c:v>
                </c:pt>
                <c:pt idx="3535">
                  <c:v>3536</c:v>
                </c:pt>
                <c:pt idx="3536">
                  <c:v>3537</c:v>
                </c:pt>
                <c:pt idx="3537">
                  <c:v>3538</c:v>
                </c:pt>
                <c:pt idx="3538">
                  <c:v>3539</c:v>
                </c:pt>
                <c:pt idx="3539">
                  <c:v>3540</c:v>
                </c:pt>
                <c:pt idx="3540">
                  <c:v>3541</c:v>
                </c:pt>
                <c:pt idx="3541">
                  <c:v>3542</c:v>
                </c:pt>
                <c:pt idx="3542">
                  <c:v>3543</c:v>
                </c:pt>
                <c:pt idx="3543">
                  <c:v>3544</c:v>
                </c:pt>
                <c:pt idx="3544">
                  <c:v>3545</c:v>
                </c:pt>
                <c:pt idx="3545">
                  <c:v>3546</c:v>
                </c:pt>
                <c:pt idx="3546">
                  <c:v>3547</c:v>
                </c:pt>
                <c:pt idx="3547">
                  <c:v>3548</c:v>
                </c:pt>
                <c:pt idx="3548">
                  <c:v>3549</c:v>
                </c:pt>
                <c:pt idx="3549">
                  <c:v>3550</c:v>
                </c:pt>
                <c:pt idx="3550">
                  <c:v>3551</c:v>
                </c:pt>
                <c:pt idx="3551">
                  <c:v>3552</c:v>
                </c:pt>
                <c:pt idx="3552">
                  <c:v>3553</c:v>
                </c:pt>
                <c:pt idx="3553">
                  <c:v>3554</c:v>
                </c:pt>
                <c:pt idx="3554">
                  <c:v>3555</c:v>
                </c:pt>
                <c:pt idx="3555">
                  <c:v>3556</c:v>
                </c:pt>
                <c:pt idx="3556">
                  <c:v>3557</c:v>
                </c:pt>
                <c:pt idx="3557">
                  <c:v>3558</c:v>
                </c:pt>
                <c:pt idx="3558">
                  <c:v>3559</c:v>
                </c:pt>
                <c:pt idx="3559">
                  <c:v>3560</c:v>
                </c:pt>
                <c:pt idx="3560">
                  <c:v>3561</c:v>
                </c:pt>
                <c:pt idx="3561">
                  <c:v>3562</c:v>
                </c:pt>
                <c:pt idx="3562">
                  <c:v>3563</c:v>
                </c:pt>
                <c:pt idx="3563">
                  <c:v>3564</c:v>
                </c:pt>
                <c:pt idx="3564">
                  <c:v>3565</c:v>
                </c:pt>
                <c:pt idx="3565">
                  <c:v>3566</c:v>
                </c:pt>
                <c:pt idx="3566">
                  <c:v>3567</c:v>
                </c:pt>
                <c:pt idx="3567">
                  <c:v>3568</c:v>
                </c:pt>
                <c:pt idx="3568">
                  <c:v>3569</c:v>
                </c:pt>
                <c:pt idx="3569">
                  <c:v>3570</c:v>
                </c:pt>
                <c:pt idx="3570">
                  <c:v>3571</c:v>
                </c:pt>
                <c:pt idx="3571">
                  <c:v>3572</c:v>
                </c:pt>
                <c:pt idx="3572">
                  <c:v>3573</c:v>
                </c:pt>
                <c:pt idx="3573">
                  <c:v>3574</c:v>
                </c:pt>
                <c:pt idx="3574">
                  <c:v>3575</c:v>
                </c:pt>
                <c:pt idx="3575">
                  <c:v>3576</c:v>
                </c:pt>
                <c:pt idx="3576">
                  <c:v>3577</c:v>
                </c:pt>
                <c:pt idx="3577">
                  <c:v>3578</c:v>
                </c:pt>
                <c:pt idx="3578">
                  <c:v>3579</c:v>
                </c:pt>
                <c:pt idx="3579">
                  <c:v>3580</c:v>
                </c:pt>
                <c:pt idx="3580">
                  <c:v>3581</c:v>
                </c:pt>
                <c:pt idx="3581">
                  <c:v>3582</c:v>
                </c:pt>
                <c:pt idx="3582">
                  <c:v>3583</c:v>
                </c:pt>
                <c:pt idx="3583">
                  <c:v>3584</c:v>
                </c:pt>
                <c:pt idx="3584">
                  <c:v>3585</c:v>
                </c:pt>
                <c:pt idx="3585">
                  <c:v>3586</c:v>
                </c:pt>
                <c:pt idx="3586">
                  <c:v>3587</c:v>
                </c:pt>
                <c:pt idx="3587">
                  <c:v>3588</c:v>
                </c:pt>
                <c:pt idx="3588">
                  <c:v>3589</c:v>
                </c:pt>
                <c:pt idx="3589">
                  <c:v>3590</c:v>
                </c:pt>
                <c:pt idx="3590">
                  <c:v>3591</c:v>
                </c:pt>
                <c:pt idx="3591">
                  <c:v>3592</c:v>
                </c:pt>
                <c:pt idx="3592">
                  <c:v>3593</c:v>
                </c:pt>
                <c:pt idx="3593">
                  <c:v>3594</c:v>
                </c:pt>
                <c:pt idx="3594">
                  <c:v>3595</c:v>
                </c:pt>
                <c:pt idx="3595">
                  <c:v>3596</c:v>
                </c:pt>
                <c:pt idx="3596">
                  <c:v>3597</c:v>
                </c:pt>
                <c:pt idx="3597">
                  <c:v>3598</c:v>
                </c:pt>
                <c:pt idx="3598">
                  <c:v>3599</c:v>
                </c:pt>
                <c:pt idx="3599">
                  <c:v>3600</c:v>
                </c:pt>
                <c:pt idx="3600">
                  <c:v>3601</c:v>
                </c:pt>
                <c:pt idx="3601">
                  <c:v>3602</c:v>
                </c:pt>
                <c:pt idx="3602">
                  <c:v>3603</c:v>
                </c:pt>
                <c:pt idx="3603">
                  <c:v>3604</c:v>
                </c:pt>
                <c:pt idx="3604">
                  <c:v>3605</c:v>
                </c:pt>
                <c:pt idx="3605">
                  <c:v>3606</c:v>
                </c:pt>
                <c:pt idx="3606">
                  <c:v>3607</c:v>
                </c:pt>
                <c:pt idx="3607">
                  <c:v>3608</c:v>
                </c:pt>
                <c:pt idx="3608">
                  <c:v>3609</c:v>
                </c:pt>
                <c:pt idx="3609">
                  <c:v>3610</c:v>
                </c:pt>
                <c:pt idx="3610">
                  <c:v>3611</c:v>
                </c:pt>
                <c:pt idx="3611">
                  <c:v>3612</c:v>
                </c:pt>
                <c:pt idx="3612">
                  <c:v>3613</c:v>
                </c:pt>
                <c:pt idx="3613">
                  <c:v>3614</c:v>
                </c:pt>
                <c:pt idx="3614">
                  <c:v>3615</c:v>
                </c:pt>
                <c:pt idx="3615">
                  <c:v>3616</c:v>
                </c:pt>
                <c:pt idx="3616">
                  <c:v>3617</c:v>
                </c:pt>
                <c:pt idx="3617">
                  <c:v>3618</c:v>
                </c:pt>
                <c:pt idx="3618">
                  <c:v>3619</c:v>
                </c:pt>
                <c:pt idx="3619">
                  <c:v>3620</c:v>
                </c:pt>
                <c:pt idx="3620">
                  <c:v>3621</c:v>
                </c:pt>
                <c:pt idx="3621">
                  <c:v>3622</c:v>
                </c:pt>
                <c:pt idx="3622">
                  <c:v>3623</c:v>
                </c:pt>
                <c:pt idx="3623">
                  <c:v>3624</c:v>
                </c:pt>
                <c:pt idx="3624">
                  <c:v>3625</c:v>
                </c:pt>
                <c:pt idx="3625">
                  <c:v>3626</c:v>
                </c:pt>
                <c:pt idx="3626">
                  <c:v>3627</c:v>
                </c:pt>
                <c:pt idx="3627">
                  <c:v>3628</c:v>
                </c:pt>
                <c:pt idx="3628">
                  <c:v>3629</c:v>
                </c:pt>
                <c:pt idx="3629">
                  <c:v>3630</c:v>
                </c:pt>
                <c:pt idx="3630">
                  <c:v>3631</c:v>
                </c:pt>
                <c:pt idx="3631">
                  <c:v>3632</c:v>
                </c:pt>
                <c:pt idx="3632">
                  <c:v>3633</c:v>
                </c:pt>
                <c:pt idx="3633">
                  <c:v>3634</c:v>
                </c:pt>
                <c:pt idx="3634">
                  <c:v>3635</c:v>
                </c:pt>
                <c:pt idx="3635">
                  <c:v>3636</c:v>
                </c:pt>
                <c:pt idx="3636">
                  <c:v>3637</c:v>
                </c:pt>
                <c:pt idx="3637">
                  <c:v>3638</c:v>
                </c:pt>
                <c:pt idx="3638">
                  <c:v>3639</c:v>
                </c:pt>
                <c:pt idx="3639">
                  <c:v>3640</c:v>
                </c:pt>
                <c:pt idx="3640">
                  <c:v>3641</c:v>
                </c:pt>
                <c:pt idx="3641">
                  <c:v>3642</c:v>
                </c:pt>
                <c:pt idx="3642">
                  <c:v>3643</c:v>
                </c:pt>
                <c:pt idx="3643">
                  <c:v>3644</c:v>
                </c:pt>
                <c:pt idx="3644">
                  <c:v>3645</c:v>
                </c:pt>
                <c:pt idx="3645">
                  <c:v>3646</c:v>
                </c:pt>
                <c:pt idx="3646">
                  <c:v>3647</c:v>
                </c:pt>
                <c:pt idx="3647">
                  <c:v>3648</c:v>
                </c:pt>
                <c:pt idx="3648">
                  <c:v>3649</c:v>
                </c:pt>
                <c:pt idx="3649">
                  <c:v>3650</c:v>
                </c:pt>
                <c:pt idx="3650">
                  <c:v>3651</c:v>
                </c:pt>
                <c:pt idx="3651">
                  <c:v>3652</c:v>
                </c:pt>
                <c:pt idx="3652">
                  <c:v>3653</c:v>
                </c:pt>
                <c:pt idx="3653">
                  <c:v>3654</c:v>
                </c:pt>
                <c:pt idx="3654">
                  <c:v>3655</c:v>
                </c:pt>
                <c:pt idx="3655">
                  <c:v>3656</c:v>
                </c:pt>
                <c:pt idx="3656">
                  <c:v>3657</c:v>
                </c:pt>
                <c:pt idx="3657">
                  <c:v>3658</c:v>
                </c:pt>
                <c:pt idx="3658">
                  <c:v>3659</c:v>
                </c:pt>
                <c:pt idx="3659">
                  <c:v>3660</c:v>
                </c:pt>
                <c:pt idx="3660">
                  <c:v>3661</c:v>
                </c:pt>
                <c:pt idx="3661">
                  <c:v>3662</c:v>
                </c:pt>
                <c:pt idx="3662">
                  <c:v>3663</c:v>
                </c:pt>
                <c:pt idx="3663">
                  <c:v>3664</c:v>
                </c:pt>
                <c:pt idx="3664">
                  <c:v>3665</c:v>
                </c:pt>
                <c:pt idx="3665">
                  <c:v>3666</c:v>
                </c:pt>
                <c:pt idx="3666">
                  <c:v>3667</c:v>
                </c:pt>
                <c:pt idx="3667">
                  <c:v>3668</c:v>
                </c:pt>
                <c:pt idx="3668">
                  <c:v>3669</c:v>
                </c:pt>
                <c:pt idx="3669">
                  <c:v>3670</c:v>
                </c:pt>
                <c:pt idx="3670">
                  <c:v>3671</c:v>
                </c:pt>
                <c:pt idx="3671">
                  <c:v>3672</c:v>
                </c:pt>
                <c:pt idx="3672">
                  <c:v>3673</c:v>
                </c:pt>
                <c:pt idx="3673">
                  <c:v>3674</c:v>
                </c:pt>
                <c:pt idx="3674">
                  <c:v>3675</c:v>
                </c:pt>
                <c:pt idx="3675">
                  <c:v>3676</c:v>
                </c:pt>
                <c:pt idx="3676">
                  <c:v>3677</c:v>
                </c:pt>
                <c:pt idx="3677">
                  <c:v>3678</c:v>
                </c:pt>
                <c:pt idx="3678">
                  <c:v>3679</c:v>
                </c:pt>
                <c:pt idx="3679">
                  <c:v>3680</c:v>
                </c:pt>
                <c:pt idx="3680">
                  <c:v>3681</c:v>
                </c:pt>
                <c:pt idx="3681">
                  <c:v>3682</c:v>
                </c:pt>
                <c:pt idx="3682">
                  <c:v>3683</c:v>
                </c:pt>
                <c:pt idx="3683">
                  <c:v>3684</c:v>
                </c:pt>
                <c:pt idx="3684">
                  <c:v>3685</c:v>
                </c:pt>
                <c:pt idx="3685">
                  <c:v>3686</c:v>
                </c:pt>
                <c:pt idx="3686">
                  <c:v>3687</c:v>
                </c:pt>
                <c:pt idx="3687">
                  <c:v>3688</c:v>
                </c:pt>
                <c:pt idx="3688">
                  <c:v>3689</c:v>
                </c:pt>
                <c:pt idx="3689">
                  <c:v>3690</c:v>
                </c:pt>
                <c:pt idx="3690">
                  <c:v>3691</c:v>
                </c:pt>
                <c:pt idx="3691">
                  <c:v>3692</c:v>
                </c:pt>
                <c:pt idx="3692">
                  <c:v>3693</c:v>
                </c:pt>
                <c:pt idx="3693">
                  <c:v>3694</c:v>
                </c:pt>
                <c:pt idx="3694">
                  <c:v>3695</c:v>
                </c:pt>
                <c:pt idx="3695">
                  <c:v>3696</c:v>
                </c:pt>
                <c:pt idx="3696">
                  <c:v>3697</c:v>
                </c:pt>
                <c:pt idx="3697">
                  <c:v>3698</c:v>
                </c:pt>
                <c:pt idx="3698">
                  <c:v>3699</c:v>
                </c:pt>
                <c:pt idx="3699">
                  <c:v>3700</c:v>
                </c:pt>
                <c:pt idx="3700">
                  <c:v>3701</c:v>
                </c:pt>
                <c:pt idx="3701">
                  <c:v>3702</c:v>
                </c:pt>
                <c:pt idx="3702">
                  <c:v>3703</c:v>
                </c:pt>
                <c:pt idx="3703">
                  <c:v>3704</c:v>
                </c:pt>
                <c:pt idx="3704">
                  <c:v>3705</c:v>
                </c:pt>
                <c:pt idx="3705">
                  <c:v>3706</c:v>
                </c:pt>
                <c:pt idx="3706">
                  <c:v>3707</c:v>
                </c:pt>
                <c:pt idx="3707">
                  <c:v>3708</c:v>
                </c:pt>
                <c:pt idx="3708">
                  <c:v>3709</c:v>
                </c:pt>
                <c:pt idx="3709">
                  <c:v>3710</c:v>
                </c:pt>
                <c:pt idx="3710">
                  <c:v>3711</c:v>
                </c:pt>
                <c:pt idx="3711">
                  <c:v>3712</c:v>
                </c:pt>
                <c:pt idx="3712">
                  <c:v>3713</c:v>
                </c:pt>
                <c:pt idx="3713">
                  <c:v>3714</c:v>
                </c:pt>
                <c:pt idx="3714">
                  <c:v>3715</c:v>
                </c:pt>
                <c:pt idx="3715">
                  <c:v>3716</c:v>
                </c:pt>
                <c:pt idx="3716">
                  <c:v>3717</c:v>
                </c:pt>
                <c:pt idx="3717">
                  <c:v>3718</c:v>
                </c:pt>
                <c:pt idx="3718">
                  <c:v>3719</c:v>
                </c:pt>
                <c:pt idx="3719">
                  <c:v>3720</c:v>
                </c:pt>
                <c:pt idx="3720">
                  <c:v>3721</c:v>
                </c:pt>
                <c:pt idx="3721">
                  <c:v>3722</c:v>
                </c:pt>
                <c:pt idx="3722">
                  <c:v>3723</c:v>
                </c:pt>
                <c:pt idx="3723">
                  <c:v>3724</c:v>
                </c:pt>
                <c:pt idx="3724">
                  <c:v>3725</c:v>
                </c:pt>
                <c:pt idx="3725">
                  <c:v>3726</c:v>
                </c:pt>
                <c:pt idx="3726">
                  <c:v>3727</c:v>
                </c:pt>
                <c:pt idx="3727">
                  <c:v>3728</c:v>
                </c:pt>
                <c:pt idx="3728">
                  <c:v>3729</c:v>
                </c:pt>
                <c:pt idx="3729">
                  <c:v>3730</c:v>
                </c:pt>
                <c:pt idx="3730">
                  <c:v>3731</c:v>
                </c:pt>
                <c:pt idx="3731">
                  <c:v>3732</c:v>
                </c:pt>
                <c:pt idx="3732">
                  <c:v>3733</c:v>
                </c:pt>
                <c:pt idx="3733">
                  <c:v>3734</c:v>
                </c:pt>
                <c:pt idx="3734">
                  <c:v>3735</c:v>
                </c:pt>
                <c:pt idx="3735">
                  <c:v>3736</c:v>
                </c:pt>
                <c:pt idx="3736">
                  <c:v>3737</c:v>
                </c:pt>
                <c:pt idx="3737">
                  <c:v>3738</c:v>
                </c:pt>
                <c:pt idx="3738">
                  <c:v>3739</c:v>
                </c:pt>
                <c:pt idx="3739">
                  <c:v>3740</c:v>
                </c:pt>
                <c:pt idx="3740">
                  <c:v>3741</c:v>
                </c:pt>
                <c:pt idx="3741">
                  <c:v>3742</c:v>
                </c:pt>
                <c:pt idx="3742">
                  <c:v>3743</c:v>
                </c:pt>
                <c:pt idx="3743">
                  <c:v>3744</c:v>
                </c:pt>
                <c:pt idx="3744">
                  <c:v>3745</c:v>
                </c:pt>
                <c:pt idx="3745">
                  <c:v>3746</c:v>
                </c:pt>
                <c:pt idx="3746">
                  <c:v>3747</c:v>
                </c:pt>
                <c:pt idx="3747">
                  <c:v>3748</c:v>
                </c:pt>
                <c:pt idx="3748">
                  <c:v>3749</c:v>
                </c:pt>
                <c:pt idx="3749">
                  <c:v>3750</c:v>
                </c:pt>
                <c:pt idx="3750">
                  <c:v>3751</c:v>
                </c:pt>
                <c:pt idx="3751">
                  <c:v>3752</c:v>
                </c:pt>
                <c:pt idx="3752">
                  <c:v>3753</c:v>
                </c:pt>
                <c:pt idx="3753">
                  <c:v>3754</c:v>
                </c:pt>
                <c:pt idx="3754">
                  <c:v>3755</c:v>
                </c:pt>
                <c:pt idx="3755">
                  <c:v>3756</c:v>
                </c:pt>
                <c:pt idx="3756">
                  <c:v>3757</c:v>
                </c:pt>
                <c:pt idx="3757">
                  <c:v>3758</c:v>
                </c:pt>
                <c:pt idx="3758">
                  <c:v>3759</c:v>
                </c:pt>
                <c:pt idx="3759">
                  <c:v>3760</c:v>
                </c:pt>
                <c:pt idx="3760">
                  <c:v>3761</c:v>
                </c:pt>
                <c:pt idx="3761">
                  <c:v>3762</c:v>
                </c:pt>
                <c:pt idx="3762">
                  <c:v>3763</c:v>
                </c:pt>
                <c:pt idx="3763">
                  <c:v>3764</c:v>
                </c:pt>
                <c:pt idx="3764">
                  <c:v>3765</c:v>
                </c:pt>
                <c:pt idx="3765">
                  <c:v>3766</c:v>
                </c:pt>
                <c:pt idx="3766">
                  <c:v>3767</c:v>
                </c:pt>
                <c:pt idx="3767">
                  <c:v>3768</c:v>
                </c:pt>
                <c:pt idx="3768">
                  <c:v>3769</c:v>
                </c:pt>
                <c:pt idx="3769">
                  <c:v>3770</c:v>
                </c:pt>
                <c:pt idx="3770">
                  <c:v>3771</c:v>
                </c:pt>
                <c:pt idx="3771">
                  <c:v>3772</c:v>
                </c:pt>
                <c:pt idx="3772">
                  <c:v>3773</c:v>
                </c:pt>
                <c:pt idx="3773">
                  <c:v>3774</c:v>
                </c:pt>
                <c:pt idx="3774">
                  <c:v>3775</c:v>
                </c:pt>
                <c:pt idx="3775">
                  <c:v>3776</c:v>
                </c:pt>
                <c:pt idx="3776">
                  <c:v>3777</c:v>
                </c:pt>
                <c:pt idx="3777">
                  <c:v>3778</c:v>
                </c:pt>
                <c:pt idx="3778">
                  <c:v>3779</c:v>
                </c:pt>
                <c:pt idx="3779">
                  <c:v>3780</c:v>
                </c:pt>
                <c:pt idx="3780">
                  <c:v>3781</c:v>
                </c:pt>
                <c:pt idx="3781">
                  <c:v>3782</c:v>
                </c:pt>
                <c:pt idx="3782">
                  <c:v>3783</c:v>
                </c:pt>
                <c:pt idx="3783">
                  <c:v>3784</c:v>
                </c:pt>
                <c:pt idx="3784">
                  <c:v>3785</c:v>
                </c:pt>
                <c:pt idx="3785">
                  <c:v>3786</c:v>
                </c:pt>
                <c:pt idx="3786">
                  <c:v>3787</c:v>
                </c:pt>
                <c:pt idx="3787">
                  <c:v>3788</c:v>
                </c:pt>
                <c:pt idx="3788">
                  <c:v>3789</c:v>
                </c:pt>
                <c:pt idx="3789">
                  <c:v>3790</c:v>
                </c:pt>
                <c:pt idx="3790">
                  <c:v>3791</c:v>
                </c:pt>
                <c:pt idx="3791">
                  <c:v>3792</c:v>
                </c:pt>
                <c:pt idx="3792">
                  <c:v>3793</c:v>
                </c:pt>
                <c:pt idx="3793">
                  <c:v>3794</c:v>
                </c:pt>
                <c:pt idx="3794">
                  <c:v>3795</c:v>
                </c:pt>
                <c:pt idx="3795">
                  <c:v>3796</c:v>
                </c:pt>
                <c:pt idx="3796">
                  <c:v>3797</c:v>
                </c:pt>
                <c:pt idx="3797">
                  <c:v>3798</c:v>
                </c:pt>
                <c:pt idx="3798">
                  <c:v>3799</c:v>
                </c:pt>
                <c:pt idx="3799">
                  <c:v>3800</c:v>
                </c:pt>
                <c:pt idx="3800">
                  <c:v>3801</c:v>
                </c:pt>
                <c:pt idx="3801">
                  <c:v>3802</c:v>
                </c:pt>
                <c:pt idx="3802">
                  <c:v>3803</c:v>
                </c:pt>
                <c:pt idx="3803">
                  <c:v>3804</c:v>
                </c:pt>
                <c:pt idx="3804">
                  <c:v>3805</c:v>
                </c:pt>
                <c:pt idx="3805">
                  <c:v>3806</c:v>
                </c:pt>
                <c:pt idx="3806">
                  <c:v>3807</c:v>
                </c:pt>
                <c:pt idx="3807">
                  <c:v>3808</c:v>
                </c:pt>
                <c:pt idx="3808">
                  <c:v>3809</c:v>
                </c:pt>
                <c:pt idx="3809">
                  <c:v>3810</c:v>
                </c:pt>
                <c:pt idx="3810">
                  <c:v>3811</c:v>
                </c:pt>
                <c:pt idx="3811">
                  <c:v>3812</c:v>
                </c:pt>
                <c:pt idx="3812">
                  <c:v>3813</c:v>
                </c:pt>
                <c:pt idx="3813">
                  <c:v>3814</c:v>
                </c:pt>
                <c:pt idx="3814">
                  <c:v>3815</c:v>
                </c:pt>
                <c:pt idx="3815">
                  <c:v>3816</c:v>
                </c:pt>
                <c:pt idx="3816">
                  <c:v>3817</c:v>
                </c:pt>
                <c:pt idx="3817">
                  <c:v>3818</c:v>
                </c:pt>
                <c:pt idx="3818">
                  <c:v>3819</c:v>
                </c:pt>
                <c:pt idx="3819">
                  <c:v>3820</c:v>
                </c:pt>
                <c:pt idx="3820">
                  <c:v>3821</c:v>
                </c:pt>
                <c:pt idx="3821">
                  <c:v>3822</c:v>
                </c:pt>
                <c:pt idx="3822">
                  <c:v>3823</c:v>
                </c:pt>
                <c:pt idx="3823">
                  <c:v>3824</c:v>
                </c:pt>
                <c:pt idx="3824">
                  <c:v>3825</c:v>
                </c:pt>
                <c:pt idx="3825">
                  <c:v>3826</c:v>
                </c:pt>
                <c:pt idx="3826">
                  <c:v>3827</c:v>
                </c:pt>
                <c:pt idx="3827">
                  <c:v>3828</c:v>
                </c:pt>
                <c:pt idx="3828">
                  <c:v>3829</c:v>
                </c:pt>
                <c:pt idx="3829">
                  <c:v>3830</c:v>
                </c:pt>
                <c:pt idx="3830">
                  <c:v>3831</c:v>
                </c:pt>
                <c:pt idx="3831">
                  <c:v>3832</c:v>
                </c:pt>
                <c:pt idx="3832">
                  <c:v>3833</c:v>
                </c:pt>
                <c:pt idx="3833">
                  <c:v>3834</c:v>
                </c:pt>
                <c:pt idx="3834">
                  <c:v>3835</c:v>
                </c:pt>
                <c:pt idx="3835">
                  <c:v>3836</c:v>
                </c:pt>
                <c:pt idx="3836">
                  <c:v>3837</c:v>
                </c:pt>
                <c:pt idx="3837">
                  <c:v>3838</c:v>
                </c:pt>
                <c:pt idx="3838">
                  <c:v>3839</c:v>
                </c:pt>
                <c:pt idx="3839">
                  <c:v>3840</c:v>
                </c:pt>
                <c:pt idx="3840">
                  <c:v>3841</c:v>
                </c:pt>
                <c:pt idx="3841">
                  <c:v>3842</c:v>
                </c:pt>
                <c:pt idx="3842">
                  <c:v>3843</c:v>
                </c:pt>
                <c:pt idx="3843">
                  <c:v>3844</c:v>
                </c:pt>
                <c:pt idx="3844">
                  <c:v>3845</c:v>
                </c:pt>
                <c:pt idx="3845">
                  <c:v>3846</c:v>
                </c:pt>
                <c:pt idx="3846">
                  <c:v>3847</c:v>
                </c:pt>
                <c:pt idx="3847">
                  <c:v>3848</c:v>
                </c:pt>
                <c:pt idx="3848">
                  <c:v>3849</c:v>
                </c:pt>
                <c:pt idx="3849">
                  <c:v>3850</c:v>
                </c:pt>
                <c:pt idx="3850">
                  <c:v>3851</c:v>
                </c:pt>
                <c:pt idx="3851">
                  <c:v>3852</c:v>
                </c:pt>
                <c:pt idx="3852">
                  <c:v>3853</c:v>
                </c:pt>
                <c:pt idx="3853">
                  <c:v>3854</c:v>
                </c:pt>
                <c:pt idx="3854">
                  <c:v>3855</c:v>
                </c:pt>
                <c:pt idx="3855">
                  <c:v>3856</c:v>
                </c:pt>
                <c:pt idx="3856">
                  <c:v>3857</c:v>
                </c:pt>
                <c:pt idx="3857">
                  <c:v>3858</c:v>
                </c:pt>
                <c:pt idx="3858">
                  <c:v>3859</c:v>
                </c:pt>
                <c:pt idx="3859">
                  <c:v>3860</c:v>
                </c:pt>
                <c:pt idx="3860">
                  <c:v>3861</c:v>
                </c:pt>
                <c:pt idx="3861">
                  <c:v>3862</c:v>
                </c:pt>
                <c:pt idx="3862">
                  <c:v>3863</c:v>
                </c:pt>
                <c:pt idx="3863">
                  <c:v>3864</c:v>
                </c:pt>
                <c:pt idx="3864">
                  <c:v>3865</c:v>
                </c:pt>
                <c:pt idx="3865">
                  <c:v>3866</c:v>
                </c:pt>
                <c:pt idx="3866">
                  <c:v>3867</c:v>
                </c:pt>
                <c:pt idx="3867">
                  <c:v>3868</c:v>
                </c:pt>
                <c:pt idx="3868">
                  <c:v>3869</c:v>
                </c:pt>
                <c:pt idx="3869">
                  <c:v>3870</c:v>
                </c:pt>
                <c:pt idx="3870">
                  <c:v>3871</c:v>
                </c:pt>
                <c:pt idx="3871">
                  <c:v>3872</c:v>
                </c:pt>
                <c:pt idx="3872">
                  <c:v>3873</c:v>
                </c:pt>
                <c:pt idx="3873">
                  <c:v>3874</c:v>
                </c:pt>
                <c:pt idx="3874">
                  <c:v>3875</c:v>
                </c:pt>
                <c:pt idx="3875">
                  <c:v>3876</c:v>
                </c:pt>
                <c:pt idx="3876">
                  <c:v>3877</c:v>
                </c:pt>
                <c:pt idx="3877">
                  <c:v>3878</c:v>
                </c:pt>
                <c:pt idx="3878">
                  <c:v>3879</c:v>
                </c:pt>
                <c:pt idx="3879">
                  <c:v>3880</c:v>
                </c:pt>
                <c:pt idx="3880">
                  <c:v>3881</c:v>
                </c:pt>
                <c:pt idx="3881">
                  <c:v>3882</c:v>
                </c:pt>
                <c:pt idx="3882">
                  <c:v>3883</c:v>
                </c:pt>
                <c:pt idx="3883">
                  <c:v>3884</c:v>
                </c:pt>
                <c:pt idx="3884">
                  <c:v>3885</c:v>
                </c:pt>
                <c:pt idx="3885">
                  <c:v>3886</c:v>
                </c:pt>
                <c:pt idx="3886">
                  <c:v>3887</c:v>
                </c:pt>
                <c:pt idx="3887">
                  <c:v>3888</c:v>
                </c:pt>
                <c:pt idx="3888">
                  <c:v>3889</c:v>
                </c:pt>
                <c:pt idx="3889">
                  <c:v>3890</c:v>
                </c:pt>
                <c:pt idx="3890">
                  <c:v>3891</c:v>
                </c:pt>
                <c:pt idx="3891">
                  <c:v>3892</c:v>
                </c:pt>
                <c:pt idx="3892">
                  <c:v>3893</c:v>
                </c:pt>
                <c:pt idx="3893">
                  <c:v>3894</c:v>
                </c:pt>
                <c:pt idx="3894">
                  <c:v>3895</c:v>
                </c:pt>
                <c:pt idx="3895">
                  <c:v>3896</c:v>
                </c:pt>
                <c:pt idx="3896">
                  <c:v>3897</c:v>
                </c:pt>
                <c:pt idx="3897">
                  <c:v>3898</c:v>
                </c:pt>
                <c:pt idx="3898">
                  <c:v>3899</c:v>
                </c:pt>
                <c:pt idx="3899">
                  <c:v>3900</c:v>
                </c:pt>
                <c:pt idx="3900">
                  <c:v>3901</c:v>
                </c:pt>
                <c:pt idx="3901">
                  <c:v>3902</c:v>
                </c:pt>
                <c:pt idx="3902">
                  <c:v>3903</c:v>
                </c:pt>
                <c:pt idx="3903">
                  <c:v>3904</c:v>
                </c:pt>
                <c:pt idx="3904">
                  <c:v>3905</c:v>
                </c:pt>
                <c:pt idx="3905">
                  <c:v>3906</c:v>
                </c:pt>
                <c:pt idx="3906">
                  <c:v>3907</c:v>
                </c:pt>
                <c:pt idx="3907">
                  <c:v>3908</c:v>
                </c:pt>
                <c:pt idx="3908">
                  <c:v>3909</c:v>
                </c:pt>
                <c:pt idx="3909">
                  <c:v>3910</c:v>
                </c:pt>
                <c:pt idx="3910">
                  <c:v>3911</c:v>
                </c:pt>
                <c:pt idx="3911">
                  <c:v>3912</c:v>
                </c:pt>
                <c:pt idx="3912">
                  <c:v>3913</c:v>
                </c:pt>
                <c:pt idx="3913">
                  <c:v>3914</c:v>
                </c:pt>
                <c:pt idx="3914">
                  <c:v>3915</c:v>
                </c:pt>
                <c:pt idx="3915">
                  <c:v>3916</c:v>
                </c:pt>
                <c:pt idx="3916">
                  <c:v>3917</c:v>
                </c:pt>
                <c:pt idx="3917">
                  <c:v>3918</c:v>
                </c:pt>
                <c:pt idx="3918">
                  <c:v>3919</c:v>
                </c:pt>
                <c:pt idx="3919">
                  <c:v>3920</c:v>
                </c:pt>
                <c:pt idx="3920">
                  <c:v>3921</c:v>
                </c:pt>
                <c:pt idx="3921">
                  <c:v>3922</c:v>
                </c:pt>
                <c:pt idx="3922">
                  <c:v>3923</c:v>
                </c:pt>
                <c:pt idx="3923">
                  <c:v>3924</c:v>
                </c:pt>
                <c:pt idx="3924">
                  <c:v>3925</c:v>
                </c:pt>
                <c:pt idx="3925">
                  <c:v>3926</c:v>
                </c:pt>
                <c:pt idx="3926">
                  <c:v>3927</c:v>
                </c:pt>
                <c:pt idx="3927">
                  <c:v>3928</c:v>
                </c:pt>
                <c:pt idx="3928">
                  <c:v>3929</c:v>
                </c:pt>
                <c:pt idx="3929">
                  <c:v>3930</c:v>
                </c:pt>
                <c:pt idx="3930">
                  <c:v>3931</c:v>
                </c:pt>
                <c:pt idx="3931">
                  <c:v>3932</c:v>
                </c:pt>
                <c:pt idx="3932">
                  <c:v>3933</c:v>
                </c:pt>
                <c:pt idx="3933">
                  <c:v>3934</c:v>
                </c:pt>
                <c:pt idx="3934">
                  <c:v>3935</c:v>
                </c:pt>
                <c:pt idx="3935">
                  <c:v>3936</c:v>
                </c:pt>
                <c:pt idx="3936">
                  <c:v>3937</c:v>
                </c:pt>
                <c:pt idx="3937">
                  <c:v>3938</c:v>
                </c:pt>
                <c:pt idx="3938">
                  <c:v>3939</c:v>
                </c:pt>
                <c:pt idx="3939">
                  <c:v>3940</c:v>
                </c:pt>
                <c:pt idx="3940">
                  <c:v>3941</c:v>
                </c:pt>
                <c:pt idx="3941">
                  <c:v>3942</c:v>
                </c:pt>
                <c:pt idx="3942">
                  <c:v>3943</c:v>
                </c:pt>
                <c:pt idx="3943">
                  <c:v>3944</c:v>
                </c:pt>
                <c:pt idx="3944">
                  <c:v>3945</c:v>
                </c:pt>
                <c:pt idx="3945">
                  <c:v>3946</c:v>
                </c:pt>
                <c:pt idx="3946">
                  <c:v>3947</c:v>
                </c:pt>
                <c:pt idx="3947">
                  <c:v>3948</c:v>
                </c:pt>
                <c:pt idx="3948">
                  <c:v>3949</c:v>
                </c:pt>
                <c:pt idx="3949">
                  <c:v>3950</c:v>
                </c:pt>
                <c:pt idx="3950">
                  <c:v>3951</c:v>
                </c:pt>
                <c:pt idx="3951">
                  <c:v>3952</c:v>
                </c:pt>
                <c:pt idx="3952">
                  <c:v>3953</c:v>
                </c:pt>
                <c:pt idx="3953">
                  <c:v>3954</c:v>
                </c:pt>
                <c:pt idx="3954">
                  <c:v>3955</c:v>
                </c:pt>
                <c:pt idx="3955">
                  <c:v>3956</c:v>
                </c:pt>
                <c:pt idx="3956">
                  <c:v>3957</c:v>
                </c:pt>
                <c:pt idx="3957">
                  <c:v>3958</c:v>
                </c:pt>
                <c:pt idx="3958">
                  <c:v>3959</c:v>
                </c:pt>
                <c:pt idx="3959">
                  <c:v>3960</c:v>
                </c:pt>
                <c:pt idx="3960">
                  <c:v>3961</c:v>
                </c:pt>
                <c:pt idx="3961">
                  <c:v>3962</c:v>
                </c:pt>
                <c:pt idx="3962">
                  <c:v>3963</c:v>
                </c:pt>
                <c:pt idx="3963">
                  <c:v>3964</c:v>
                </c:pt>
                <c:pt idx="3964">
                  <c:v>3965</c:v>
                </c:pt>
                <c:pt idx="3965">
                  <c:v>3966</c:v>
                </c:pt>
                <c:pt idx="3966">
                  <c:v>3967</c:v>
                </c:pt>
                <c:pt idx="3967">
                  <c:v>3968</c:v>
                </c:pt>
                <c:pt idx="3968">
                  <c:v>3969</c:v>
                </c:pt>
                <c:pt idx="3969">
                  <c:v>3970</c:v>
                </c:pt>
                <c:pt idx="3970">
                  <c:v>3971</c:v>
                </c:pt>
                <c:pt idx="3971">
                  <c:v>3972</c:v>
                </c:pt>
                <c:pt idx="3972">
                  <c:v>3973</c:v>
                </c:pt>
                <c:pt idx="3973">
                  <c:v>3974</c:v>
                </c:pt>
                <c:pt idx="3974">
                  <c:v>3975</c:v>
                </c:pt>
                <c:pt idx="3975">
                  <c:v>3976</c:v>
                </c:pt>
                <c:pt idx="3976">
                  <c:v>3977</c:v>
                </c:pt>
                <c:pt idx="3977">
                  <c:v>3978</c:v>
                </c:pt>
                <c:pt idx="3978">
                  <c:v>3979</c:v>
                </c:pt>
                <c:pt idx="3979">
                  <c:v>3980</c:v>
                </c:pt>
                <c:pt idx="3980">
                  <c:v>3981</c:v>
                </c:pt>
                <c:pt idx="3981">
                  <c:v>3982</c:v>
                </c:pt>
                <c:pt idx="3982">
                  <c:v>3983</c:v>
                </c:pt>
                <c:pt idx="3983">
                  <c:v>3984</c:v>
                </c:pt>
                <c:pt idx="3984">
                  <c:v>3985</c:v>
                </c:pt>
                <c:pt idx="3985">
                  <c:v>3986</c:v>
                </c:pt>
                <c:pt idx="3986">
                  <c:v>3987</c:v>
                </c:pt>
                <c:pt idx="3987">
                  <c:v>3988</c:v>
                </c:pt>
                <c:pt idx="3988">
                  <c:v>3989</c:v>
                </c:pt>
                <c:pt idx="3989">
                  <c:v>3990</c:v>
                </c:pt>
                <c:pt idx="3990">
                  <c:v>3991</c:v>
                </c:pt>
                <c:pt idx="3991">
                  <c:v>3992</c:v>
                </c:pt>
                <c:pt idx="3992">
                  <c:v>3993</c:v>
                </c:pt>
                <c:pt idx="3993">
                  <c:v>3994</c:v>
                </c:pt>
                <c:pt idx="3994">
                  <c:v>3995</c:v>
                </c:pt>
                <c:pt idx="3995">
                  <c:v>3996</c:v>
                </c:pt>
                <c:pt idx="3996">
                  <c:v>3997</c:v>
                </c:pt>
                <c:pt idx="3997">
                  <c:v>3998</c:v>
                </c:pt>
                <c:pt idx="3998">
                  <c:v>3999</c:v>
                </c:pt>
                <c:pt idx="3999">
                  <c:v>4000</c:v>
                </c:pt>
                <c:pt idx="4000">
                  <c:v>4001</c:v>
                </c:pt>
                <c:pt idx="4001">
                  <c:v>4002</c:v>
                </c:pt>
                <c:pt idx="4002">
                  <c:v>4003</c:v>
                </c:pt>
                <c:pt idx="4003">
                  <c:v>4004</c:v>
                </c:pt>
                <c:pt idx="4004">
                  <c:v>4005</c:v>
                </c:pt>
                <c:pt idx="4005">
                  <c:v>4006</c:v>
                </c:pt>
                <c:pt idx="4006">
                  <c:v>4007</c:v>
                </c:pt>
                <c:pt idx="4007">
                  <c:v>4008</c:v>
                </c:pt>
                <c:pt idx="4008">
                  <c:v>4009</c:v>
                </c:pt>
                <c:pt idx="4009">
                  <c:v>4010</c:v>
                </c:pt>
                <c:pt idx="4010">
                  <c:v>4011</c:v>
                </c:pt>
                <c:pt idx="4011">
                  <c:v>4012</c:v>
                </c:pt>
                <c:pt idx="4012">
                  <c:v>4013</c:v>
                </c:pt>
                <c:pt idx="4013">
                  <c:v>4014</c:v>
                </c:pt>
                <c:pt idx="4014">
                  <c:v>4015</c:v>
                </c:pt>
                <c:pt idx="4015">
                  <c:v>4016</c:v>
                </c:pt>
                <c:pt idx="4016">
                  <c:v>4017</c:v>
                </c:pt>
                <c:pt idx="4017">
                  <c:v>4018</c:v>
                </c:pt>
                <c:pt idx="4018">
                  <c:v>4019</c:v>
                </c:pt>
                <c:pt idx="4019">
                  <c:v>4020</c:v>
                </c:pt>
                <c:pt idx="4020">
                  <c:v>4021</c:v>
                </c:pt>
                <c:pt idx="4021">
                  <c:v>4022</c:v>
                </c:pt>
                <c:pt idx="4022">
                  <c:v>4023</c:v>
                </c:pt>
                <c:pt idx="4023">
                  <c:v>4024</c:v>
                </c:pt>
                <c:pt idx="4024">
                  <c:v>4025</c:v>
                </c:pt>
                <c:pt idx="4025">
                  <c:v>4026</c:v>
                </c:pt>
                <c:pt idx="4026">
                  <c:v>4027</c:v>
                </c:pt>
                <c:pt idx="4027">
                  <c:v>4028</c:v>
                </c:pt>
                <c:pt idx="4028">
                  <c:v>4029</c:v>
                </c:pt>
                <c:pt idx="4029">
                  <c:v>4030</c:v>
                </c:pt>
                <c:pt idx="4030">
                  <c:v>4031</c:v>
                </c:pt>
                <c:pt idx="4031">
                  <c:v>4032</c:v>
                </c:pt>
                <c:pt idx="4032">
                  <c:v>4033</c:v>
                </c:pt>
                <c:pt idx="4033">
                  <c:v>4034</c:v>
                </c:pt>
                <c:pt idx="4034">
                  <c:v>4035</c:v>
                </c:pt>
                <c:pt idx="4035">
                  <c:v>4036</c:v>
                </c:pt>
                <c:pt idx="4036">
                  <c:v>4037</c:v>
                </c:pt>
                <c:pt idx="4037">
                  <c:v>4038</c:v>
                </c:pt>
                <c:pt idx="4038">
                  <c:v>4039</c:v>
                </c:pt>
                <c:pt idx="4039">
                  <c:v>4040</c:v>
                </c:pt>
                <c:pt idx="4040">
                  <c:v>4041</c:v>
                </c:pt>
                <c:pt idx="4041">
                  <c:v>4042</c:v>
                </c:pt>
                <c:pt idx="4042">
                  <c:v>4043</c:v>
                </c:pt>
                <c:pt idx="4043">
                  <c:v>4044</c:v>
                </c:pt>
                <c:pt idx="4044">
                  <c:v>4045</c:v>
                </c:pt>
                <c:pt idx="4045">
                  <c:v>4046</c:v>
                </c:pt>
                <c:pt idx="4046">
                  <c:v>4047</c:v>
                </c:pt>
                <c:pt idx="4047">
                  <c:v>4048</c:v>
                </c:pt>
                <c:pt idx="4048">
                  <c:v>4049</c:v>
                </c:pt>
                <c:pt idx="4049">
                  <c:v>4050</c:v>
                </c:pt>
                <c:pt idx="4050">
                  <c:v>4051</c:v>
                </c:pt>
                <c:pt idx="4051">
                  <c:v>4052</c:v>
                </c:pt>
                <c:pt idx="4052">
                  <c:v>4053</c:v>
                </c:pt>
                <c:pt idx="4053">
                  <c:v>4054</c:v>
                </c:pt>
                <c:pt idx="4054">
                  <c:v>4055</c:v>
                </c:pt>
                <c:pt idx="4055">
                  <c:v>4056</c:v>
                </c:pt>
                <c:pt idx="4056">
                  <c:v>4057</c:v>
                </c:pt>
                <c:pt idx="4057">
                  <c:v>4058</c:v>
                </c:pt>
                <c:pt idx="4058">
                  <c:v>4059</c:v>
                </c:pt>
                <c:pt idx="4059">
                  <c:v>4060</c:v>
                </c:pt>
                <c:pt idx="4060">
                  <c:v>4061</c:v>
                </c:pt>
                <c:pt idx="4061">
                  <c:v>4062</c:v>
                </c:pt>
                <c:pt idx="4062">
                  <c:v>4063</c:v>
                </c:pt>
                <c:pt idx="4063">
                  <c:v>4064</c:v>
                </c:pt>
                <c:pt idx="4064">
                  <c:v>4065</c:v>
                </c:pt>
                <c:pt idx="4065">
                  <c:v>4066</c:v>
                </c:pt>
                <c:pt idx="4066">
                  <c:v>4067</c:v>
                </c:pt>
                <c:pt idx="4067">
                  <c:v>4068</c:v>
                </c:pt>
                <c:pt idx="4068">
                  <c:v>4069</c:v>
                </c:pt>
                <c:pt idx="4069">
                  <c:v>4070</c:v>
                </c:pt>
                <c:pt idx="4070">
                  <c:v>4071</c:v>
                </c:pt>
                <c:pt idx="4071">
                  <c:v>4072</c:v>
                </c:pt>
                <c:pt idx="4072">
                  <c:v>4073</c:v>
                </c:pt>
                <c:pt idx="4073">
                  <c:v>4074</c:v>
                </c:pt>
                <c:pt idx="4074">
                  <c:v>4075</c:v>
                </c:pt>
                <c:pt idx="4075">
                  <c:v>4076</c:v>
                </c:pt>
                <c:pt idx="4076">
                  <c:v>4077</c:v>
                </c:pt>
                <c:pt idx="4077">
                  <c:v>4078</c:v>
                </c:pt>
                <c:pt idx="4078">
                  <c:v>4079</c:v>
                </c:pt>
                <c:pt idx="4079">
                  <c:v>4080</c:v>
                </c:pt>
                <c:pt idx="4080">
                  <c:v>4081</c:v>
                </c:pt>
                <c:pt idx="4081">
                  <c:v>4082</c:v>
                </c:pt>
                <c:pt idx="4082">
                  <c:v>4083</c:v>
                </c:pt>
                <c:pt idx="4083">
                  <c:v>4084</c:v>
                </c:pt>
                <c:pt idx="4084">
                  <c:v>4085</c:v>
                </c:pt>
                <c:pt idx="4085">
                  <c:v>4086</c:v>
                </c:pt>
                <c:pt idx="4086">
                  <c:v>4087</c:v>
                </c:pt>
                <c:pt idx="4087">
                  <c:v>4088</c:v>
                </c:pt>
                <c:pt idx="4088">
                  <c:v>4089</c:v>
                </c:pt>
                <c:pt idx="4089">
                  <c:v>4090</c:v>
                </c:pt>
                <c:pt idx="4090">
                  <c:v>4091</c:v>
                </c:pt>
                <c:pt idx="4091">
                  <c:v>4092</c:v>
                </c:pt>
                <c:pt idx="4092">
                  <c:v>4093</c:v>
                </c:pt>
                <c:pt idx="4093">
                  <c:v>4094</c:v>
                </c:pt>
                <c:pt idx="4094">
                  <c:v>4095</c:v>
                </c:pt>
                <c:pt idx="4095">
                  <c:v>4096</c:v>
                </c:pt>
                <c:pt idx="4096">
                  <c:v>4097</c:v>
                </c:pt>
                <c:pt idx="4097">
                  <c:v>4098</c:v>
                </c:pt>
                <c:pt idx="4098">
                  <c:v>4099</c:v>
                </c:pt>
                <c:pt idx="4099">
                  <c:v>4100</c:v>
                </c:pt>
                <c:pt idx="4100">
                  <c:v>4101</c:v>
                </c:pt>
                <c:pt idx="4101">
                  <c:v>4102</c:v>
                </c:pt>
                <c:pt idx="4102">
                  <c:v>4103</c:v>
                </c:pt>
                <c:pt idx="4103">
                  <c:v>4104</c:v>
                </c:pt>
                <c:pt idx="4104">
                  <c:v>4105</c:v>
                </c:pt>
                <c:pt idx="4105">
                  <c:v>4106</c:v>
                </c:pt>
                <c:pt idx="4106">
                  <c:v>4107</c:v>
                </c:pt>
                <c:pt idx="4107">
                  <c:v>4108</c:v>
                </c:pt>
                <c:pt idx="4108">
                  <c:v>4109</c:v>
                </c:pt>
                <c:pt idx="4109">
                  <c:v>4110</c:v>
                </c:pt>
                <c:pt idx="4110">
                  <c:v>4111</c:v>
                </c:pt>
                <c:pt idx="4111">
                  <c:v>4112</c:v>
                </c:pt>
                <c:pt idx="4112">
                  <c:v>4113</c:v>
                </c:pt>
                <c:pt idx="4113">
                  <c:v>4114</c:v>
                </c:pt>
                <c:pt idx="4114">
                  <c:v>4115</c:v>
                </c:pt>
                <c:pt idx="4115">
                  <c:v>4116</c:v>
                </c:pt>
                <c:pt idx="4116">
                  <c:v>4117</c:v>
                </c:pt>
                <c:pt idx="4117">
                  <c:v>4118</c:v>
                </c:pt>
                <c:pt idx="4118">
                  <c:v>4119</c:v>
                </c:pt>
                <c:pt idx="4119">
                  <c:v>4120</c:v>
                </c:pt>
                <c:pt idx="4120">
                  <c:v>4121</c:v>
                </c:pt>
                <c:pt idx="4121">
                  <c:v>4122</c:v>
                </c:pt>
                <c:pt idx="4122">
                  <c:v>4123</c:v>
                </c:pt>
                <c:pt idx="4123">
                  <c:v>4124</c:v>
                </c:pt>
                <c:pt idx="4124">
                  <c:v>4125</c:v>
                </c:pt>
                <c:pt idx="4125">
                  <c:v>4126</c:v>
                </c:pt>
                <c:pt idx="4126">
                  <c:v>4127</c:v>
                </c:pt>
                <c:pt idx="4127">
                  <c:v>4128</c:v>
                </c:pt>
                <c:pt idx="4128">
                  <c:v>4129</c:v>
                </c:pt>
                <c:pt idx="4129">
                  <c:v>4130</c:v>
                </c:pt>
                <c:pt idx="4130">
                  <c:v>4131</c:v>
                </c:pt>
                <c:pt idx="4131">
                  <c:v>4132</c:v>
                </c:pt>
                <c:pt idx="4132">
                  <c:v>4133</c:v>
                </c:pt>
                <c:pt idx="4133">
                  <c:v>4134</c:v>
                </c:pt>
                <c:pt idx="4134">
                  <c:v>4135</c:v>
                </c:pt>
                <c:pt idx="4135">
                  <c:v>4136</c:v>
                </c:pt>
                <c:pt idx="4136">
                  <c:v>4137</c:v>
                </c:pt>
                <c:pt idx="4137">
                  <c:v>4138</c:v>
                </c:pt>
                <c:pt idx="4138">
                  <c:v>4139</c:v>
                </c:pt>
                <c:pt idx="4139">
                  <c:v>4140</c:v>
                </c:pt>
                <c:pt idx="4140">
                  <c:v>4141</c:v>
                </c:pt>
                <c:pt idx="4141">
                  <c:v>4142</c:v>
                </c:pt>
                <c:pt idx="4142">
                  <c:v>4143</c:v>
                </c:pt>
                <c:pt idx="4143">
                  <c:v>4144</c:v>
                </c:pt>
                <c:pt idx="4144">
                  <c:v>4145</c:v>
                </c:pt>
                <c:pt idx="4145">
                  <c:v>4146</c:v>
                </c:pt>
                <c:pt idx="4146">
                  <c:v>4147</c:v>
                </c:pt>
                <c:pt idx="4147">
                  <c:v>4148</c:v>
                </c:pt>
                <c:pt idx="4148">
                  <c:v>4149</c:v>
                </c:pt>
                <c:pt idx="4149">
                  <c:v>4150</c:v>
                </c:pt>
                <c:pt idx="4150">
                  <c:v>4151</c:v>
                </c:pt>
                <c:pt idx="4151">
                  <c:v>4152</c:v>
                </c:pt>
                <c:pt idx="4152">
                  <c:v>4153</c:v>
                </c:pt>
                <c:pt idx="4153">
                  <c:v>4154</c:v>
                </c:pt>
                <c:pt idx="4154">
                  <c:v>4155</c:v>
                </c:pt>
                <c:pt idx="4155">
                  <c:v>4156</c:v>
                </c:pt>
                <c:pt idx="4156">
                  <c:v>4157</c:v>
                </c:pt>
                <c:pt idx="4157">
                  <c:v>4158</c:v>
                </c:pt>
                <c:pt idx="4158">
                  <c:v>4159</c:v>
                </c:pt>
                <c:pt idx="4159">
                  <c:v>4160</c:v>
                </c:pt>
                <c:pt idx="4160">
                  <c:v>4161</c:v>
                </c:pt>
                <c:pt idx="4161">
                  <c:v>4162</c:v>
                </c:pt>
                <c:pt idx="4162">
                  <c:v>4163</c:v>
                </c:pt>
                <c:pt idx="4163">
                  <c:v>4164</c:v>
                </c:pt>
                <c:pt idx="4164">
                  <c:v>4165</c:v>
                </c:pt>
                <c:pt idx="4165">
                  <c:v>4166</c:v>
                </c:pt>
                <c:pt idx="4166">
                  <c:v>4167</c:v>
                </c:pt>
                <c:pt idx="4167">
                  <c:v>4168</c:v>
                </c:pt>
                <c:pt idx="4168">
                  <c:v>4169</c:v>
                </c:pt>
                <c:pt idx="4169">
                  <c:v>4170</c:v>
                </c:pt>
                <c:pt idx="4170">
                  <c:v>4171</c:v>
                </c:pt>
                <c:pt idx="4171">
                  <c:v>4172</c:v>
                </c:pt>
                <c:pt idx="4172">
                  <c:v>4173</c:v>
                </c:pt>
                <c:pt idx="4173">
                  <c:v>4174</c:v>
                </c:pt>
                <c:pt idx="4174">
                  <c:v>4175</c:v>
                </c:pt>
                <c:pt idx="4175">
                  <c:v>4176</c:v>
                </c:pt>
                <c:pt idx="4176">
                  <c:v>4177</c:v>
                </c:pt>
                <c:pt idx="4177">
                  <c:v>4178</c:v>
                </c:pt>
                <c:pt idx="4178">
                  <c:v>4179</c:v>
                </c:pt>
                <c:pt idx="4179">
                  <c:v>4180</c:v>
                </c:pt>
                <c:pt idx="4180">
                  <c:v>4181</c:v>
                </c:pt>
                <c:pt idx="4181">
                  <c:v>4182</c:v>
                </c:pt>
                <c:pt idx="4182">
                  <c:v>4183</c:v>
                </c:pt>
                <c:pt idx="4183">
                  <c:v>4184</c:v>
                </c:pt>
                <c:pt idx="4184">
                  <c:v>4185</c:v>
                </c:pt>
                <c:pt idx="4185">
                  <c:v>4186</c:v>
                </c:pt>
                <c:pt idx="4186">
                  <c:v>4187</c:v>
                </c:pt>
                <c:pt idx="4187">
                  <c:v>4188</c:v>
                </c:pt>
                <c:pt idx="4188">
                  <c:v>4189</c:v>
                </c:pt>
                <c:pt idx="4189">
                  <c:v>4190</c:v>
                </c:pt>
                <c:pt idx="4190">
                  <c:v>4191</c:v>
                </c:pt>
                <c:pt idx="4191">
                  <c:v>4192</c:v>
                </c:pt>
                <c:pt idx="4192">
                  <c:v>4193</c:v>
                </c:pt>
                <c:pt idx="4193">
                  <c:v>4194</c:v>
                </c:pt>
                <c:pt idx="4194">
                  <c:v>4195</c:v>
                </c:pt>
                <c:pt idx="4195">
                  <c:v>4196</c:v>
                </c:pt>
                <c:pt idx="4196">
                  <c:v>4197</c:v>
                </c:pt>
                <c:pt idx="4197">
                  <c:v>4198</c:v>
                </c:pt>
                <c:pt idx="4198">
                  <c:v>4199</c:v>
                </c:pt>
                <c:pt idx="4199">
                  <c:v>4200</c:v>
                </c:pt>
                <c:pt idx="4200">
                  <c:v>4201</c:v>
                </c:pt>
                <c:pt idx="4201">
                  <c:v>4202</c:v>
                </c:pt>
                <c:pt idx="4202">
                  <c:v>4203</c:v>
                </c:pt>
                <c:pt idx="4203">
                  <c:v>4204</c:v>
                </c:pt>
                <c:pt idx="4204">
                  <c:v>4205</c:v>
                </c:pt>
                <c:pt idx="4205">
                  <c:v>4206</c:v>
                </c:pt>
                <c:pt idx="4206">
                  <c:v>4207</c:v>
                </c:pt>
                <c:pt idx="4207">
                  <c:v>4208</c:v>
                </c:pt>
                <c:pt idx="4208">
                  <c:v>4209</c:v>
                </c:pt>
                <c:pt idx="4209">
                  <c:v>4210</c:v>
                </c:pt>
                <c:pt idx="4210">
                  <c:v>4211</c:v>
                </c:pt>
                <c:pt idx="4211">
                  <c:v>4212</c:v>
                </c:pt>
                <c:pt idx="4212">
                  <c:v>4213</c:v>
                </c:pt>
                <c:pt idx="4213">
                  <c:v>4214</c:v>
                </c:pt>
                <c:pt idx="4214">
                  <c:v>4215</c:v>
                </c:pt>
                <c:pt idx="4215">
                  <c:v>4216</c:v>
                </c:pt>
                <c:pt idx="4216">
                  <c:v>4217</c:v>
                </c:pt>
                <c:pt idx="4217">
                  <c:v>4218</c:v>
                </c:pt>
                <c:pt idx="4218">
                  <c:v>4219</c:v>
                </c:pt>
                <c:pt idx="4219">
                  <c:v>4220</c:v>
                </c:pt>
                <c:pt idx="4220">
                  <c:v>4221</c:v>
                </c:pt>
                <c:pt idx="4221">
                  <c:v>4222</c:v>
                </c:pt>
                <c:pt idx="4222">
                  <c:v>4223</c:v>
                </c:pt>
                <c:pt idx="4223">
                  <c:v>4224</c:v>
                </c:pt>
                <c:pt idx="4224">
                  <c:v>4225</c:v>
                </c:pt>
                <c:pt idx="4225">
                  <c:v>4226</c:v>
                </c:pt>
                <c:pt idx="4226">
                  <c:v>4227</c:v>
                </c:pt>
                <c:pt idx="4227">
                  <c:v>4228</c:v>
                </c:pt>
                <c:pt idx="4228">
                  <c:v>4229</c:v>
                </c:pt>
                <c:pt idx="4229">
                  <c:v>4230</c:v>
                </c:pt>
                <c:pt idx="4230">
                  <c:v>4231</c:v>
                </c:pt>
                <c:pt idx="4231">
                  <c:v>4232</c:v>
                </c:pt>
                <c:pt idx="4232">
                  <c:v>4233</c:v>
                </c:pt>
                <c:pt idx="4233">
                  <c:v>4234</c:v>
                </c:pt>
                <c:pt idx="4234">
                  <c:v>4235</c:v>
                </c:pt>
                <c:pt idx="4235">
                  <c:v>4236</c:v>
                </c:pt>
                <c:pt idx="4236">
                  <c:v>4237</c:v>
                </c:pt>
                <c:pt idx="4237">
                  <c:v>4238</c:v>
                </c:pt>
                <c:pt idx="4238">
                  <c:v>4239</c:v>
                </c:pt>
                <c:pt idx="4239">
                  <c:v>4240</c:v>
                </c:pt>
                <c:pt idx="4240">
                  <c:v>4241</c:v>
                </c:pt>
                <c:pt idx="4241">
                  <c:v>4242</c:v>
                </c:pt>
                <c:pt idx="4242">
                  <c:v>4243</c:v>
                </c:pt>
                <c:pt idx="4243">
                  <c:v>4244</c:v>
                </c:pt>
                <c:pt idx="4244">
                  <c:v>4245</c:v>
                </c:pt>
                <c:pt idx="4245">
                  <c:v>4246</c:v>
                </c:pt>
                <c:pt idx="4246">
                  <c:v>4247</c:v>
                </c:pt>
                <c:pt idx="4247">
                  <c:v>4248</c:v>
                </c:pt>
                <c:pt idx="4248">
                  <c:v>4249</c:v>
                </c:pt>
                <c:pt idx="4249">
                  <c:v>4250</c:v>
                </c:pt>
                <c:pt idx="4250">
                  <c:v>4251</c:v>
                </c:pt>
                <c:pt idx="4251">
                  <c:v>4252</c:v>
                </c:pt>
                <c:pt idx="4252">
                  <c:v>4253</c:v>
                </c:pt>
                <c:pt idx="4253">
                  <c:v>4254</c:v>
                </c:pt>
                <c:pt idx="4254">
                  <c:v>4255</c:v>
                </c:pt>
                <c:pt idx="4255">
                  <c:v>4256</c:v>
                </c:pt>
                <c:pt idx="4256">
                  <c:v>4257</c:v>
                </c:pt>
                <c:pt idx="4257">
                  <c:v>4258</c:v>
                </c:pt>
                <c:pt idx="4258">
                  <c:v>4259</c:v>
                </c:pt>
                <c:pt idx="4259">
                  <c:v>4260</c:v>
                </c:pt>
                <c:pt idx="4260">
                  <c:v>4261</c:v>
                </c:pt>
                <c:pt idx="4261">
                  <c:v>4262</c:v>
                </c:pt>
                <c:pt idx="4262">
                  <c:v>4263</c:v>
                </c:pt>
                <c:pt idx="4263">
                  <c:v>4264</c:v>
                </c:pt>
                <c:pt idx="4264">
                  <c:v>4265</c:v>
                </c:pt>
                <c:pt idx="4265">
                  <c:v>4266</c:v>
                </c:pt>
                <c:pt idx="4266">
                  <c:v>4267</c:v>
                </c:pt>
                <c:pt idx="4267">
                  <c:v>4268</c:v>
                </c:pt>
                <c:pt idx="4268">
                  <c:v>4269</c:v>
                </c:pt>
                <c:pt idx="4269">
                  <c:v>4270</c:v>
                </c:pt>
                <c:pt idx="4270">
                  <c:v>4271</c:v>
                </c:pt>
                <c:pt idx="4271">
                  <c:v>4272</c:v>
                </c:pt>
                <c:pt idx="4272">
                  <c:v>4273</c:v>
                </c:pt>
                <c:pt idx="4273">
                  <c:v>4274</c:v>
                </c:pt>
                <c:pt idx="4274">
                  <c:v>4275</c:v>
                </c:pt>
                <c:pt idx="4275">
                  <c:v>4276</c:v>
                </c:pt>
                <c:pt idx="4276">
                  <c:v>4277</c:v>
                </c:pt>
                <c:pt idx="4277">
                  <c:v>4278</c:v>
                </c:pt>
                <c:pt idx="4278">
                  <c:v>4279</c:v>
                </c:pt>
                <c:pt idx="4279">
                  <c:v>4280</c:v>
                </c:pt>
                <c:pt idx="4280">
                  <c:v>4281</c:v>
                </c:pt>
                <c:pt idx="4281">
                  <c:v>4282</c:v>
                </c:pt>
                <c:pt idx="4282">
                  <c:v>4283</c:v>
                </c:pt>
                <c:pt idx="4283">
                  <c:v>4284</c:v>
                </c:pt>
                <c:pt idx="4284">
                  <c:v>4285</c:v>
                </c:pt>
                <c:pt idx="4285">
                  <c:v>4286</c:v>
                </c:pt>
                <c:pt idx="4286">
                  <c:v>4287</c:v>
                </c:pt>
                <c:pt idx="4287">
                  <c:v>4288</c:v>
                </c:pt>
                <c:pt idx="4288">
                  <c:v>4289</c:v>
                </c:pt>
                <c:pt idx="4289">
                  <c:v>4290</c:v>
                </c:pt>
                <c:pt idx="4290">
                  <c:v>4291</c:v>
                </c:pt>
                <c:pt idx="4291">
                  <c:v>4292</c:v>
                </c:pt>
                <c:pt idx="4292">
                  <c:v>4293</c:v>
                </c:pt>
                <c:pt idx="4293">
                  <c:v>4294</c:v>
                </c:pt>
                <c:pt idx="4294">
                  <c:v>4295</c:v>
                </c:pt>
                <c:pt idx="4295">
                  <c:v>4296</c:v>
                </c:pt>
                <c:pt idx="4296">
                  <c:v>4297</c:v>
                </c:pt>
                <c:pt idx="4297">
                  <c:v>4298</c:v>
                </c:pt>
                <c:pt idx="4298">
                  <c:v>4299</c:v>
                </c:pt>
                <c:pt idx="4299">
                  <c:v>4300</c:v>
                </c:pt>
                <c:pt idx="4300">
                  <c:v>4301</c:v>
                </c:pt>
                <c:pt idx="4301">
                  <c:v>4302</c:v>
                </c:pt>
                <c:pt idx="4302">
                  <c:v>4303</c:v>
                </c:pt>
                <c:pt idx="4303">
                  <c:v>4304</c:v>
                </c:pt>
                <c:pt idx="4304">
                  <c:v>4305</c:v>
                </c:pt>
                <c:pt idx="4305">
                  <c:v>4306</c:v>
                </c:pt>
                <c:pt idx="4306">
                  <c:v>4307</c:v>
                </c:pt>
                <c:pt idx="4307">
                  <c:v>4308</c:v>
                </c:pt>
                <c:pt idx="4308">
                  <c:v>4309</c:v>
                </c:pt>
                <c:pt idx="4309">
                  <c:v>4310</c:v>
                </c:pt>
                <c:pt idx="4310">
                  <c:v>4311</c:v>
                </c:pt>
                <c:pt idx="4311">
                  <c:v>4312</c:v>
                </c:pt>
                <c:pt idx="4312">
                  <c:v>4313</c:v>
                </c:pt>
                <c:pt idx="4313">
                  <c:v>4314</c:v>
                </c:pt>
                <c:pt idx="4314">
                  <c:v>4315</c:v>
                </c:pt>
                <c:pt idx="4315">
                  <c:v>4316</c:v>
                </c:pt>
                <c:pt idx="4316">
                  <c:v>4317</c:v>
                </c:pt>
                <c:pt idx="4317">
                  <c:v>4318</c:v>
                </c:pt>
                <c:pt idx="4318">
                  <c:v>4319</c:v>
                </c:pt>
                <c:pt idx="4319">
                  <c:v>4320</c:v>
                </c:pt>
                <c:pt idx="4320">
                  <c:v>4321</c:v>
                </c:pt>
                <c:pt idx="4321">
                  <c:v>4322</c:v>
                </c:pt>
                <c:pt idx="4322">
                  <c:v>4323</c:v>
                </c:pt>
                <c:pt idx="4323">
                  <c:v>4324</c:v>
                </c:pt>
                <c:pt idx="4324">
                  <c:v>4325</c:v>
                </c:pt>
                <c:pt idx="4325">
                  <c:v>4326</c:v>
                </c:pt>
                <c:pt idx="4326">
                  <c:v>4327</c:v>
                </c:pt>
                <c:pt idx="4327">
                  <c:v>4328</c:v>
                </c:pt>
                <c:pt idx="4328">
                  <c:v>4329</c:v>
                </c:pt>
                <c:pt idx="4329">
                  <c:v>4330</c:v>
                </c:pt>
                <c:pt idx="4330">
                  <c:v>4331</c:v>
                </c:pt>
                <c:pt idx="4331">
                  <c:v>4332</c:v>
                </c:pt>
                <c:pt idx="4332">
                  <c:v>4333</c:v>
                </c:pt>
                <c:pt idx="4333">
                  <c:v>4334</c:v>
                </c:pt>
                <c:pt idx="4334">
                  <c:v>4335</c:v>
                </c:pt>
                <c:pt idx="4335">
                  <c:v>4336</c:v>
                </c:pt>
                <c:pt idx="4336">
                  <c:v>4337</c:v>
                </c:pt>
                <c:pt idx="4337">
                  <c:v>4338</c:v>
                </c:pt>
                <c:pt idx="4338">
                  <c:v>4339</c:v>
                </c:pt>
                <c:pt idx="4339">
                  <c:v>4340</c:v>
                </c:pt>
                <c:pt idx="4340">
                  <c:v>4341</c:v>
                </c:pt>
                <c:pt idx="4341">
                  <c:v>4342</c:v>
                </c:pt>
                <c:pt idx="4342">
                  <c:v>4343</c:v>
                </c:pt>
                <c:pt idx="4343">
                  <c:v>4344</c:v>
                </c:pt>
                <c:pt idx="4344">
                  <c:v>4345</c:v>
                </c:pt>
                <c:pt idx="4345">
                  <c:v>4346</c:v>
                </c:pt>
                <c:pt idx="4346">
                  <c:v>4347</c:v>
                </c:pt>
                <c:pt idx="4347">
                  <c:v>4348</c:v>
                </c:pt>
                <c:pt idx="4348">
                  <c:v>4349</c:v>
                </c:pt>
                <c:pt idx="4349">
                  <c:v>4350</c:v>
                </c:pt>
                <c:pt idx="4350">
                  <c:v>4351</c:v>
                </c:pt>
                <c:pt idx="4351">
                  <c:v>4352</c:v>
                </c:pt>
                <c:pt idx="4352">
                  <c:v>4353</c:v>
                </c:pt>
                <c:pt idx="4353">
                  <c:v>4354</c:v>
                </c:pt>
                <c:pt idx="4354">
                  <c:v>4355</c:v>
                </c:pt>
                <c:pt idx="4355">
                  <c:v>4356</c:v>
                </c:pt>
                <c:pt idx="4356">
                  <c:v>4357</c:v>
                </c:pt>
                <c:pt idx="4357">
                  <c:v>4358</c:v>
                </c:pt>
                <c:pt idx="4358">
                  <c:v>4359</c:v>
                </c:pt>
                <c:pt idx="4359">
                  <c:v>4360</c:v>
                </c:pt>
                <c:pt idx="4360">
                  <c:v>4361</c:v>
                </c:pt>
                <c:pt idx="4361">
                  <c:v>4362</c:v>
                </c:pt>
                <c:pt idx="4362">
                  <c:v>4363</c:v>
                </c:pt>
                <c:pt idx="4363">
                  <c:v>4364</c:v>
                </c:pt>
                <c:pt idx="4364">
                  <c:v>4365</c:v>
                </c:pt>
                <c:pt idx="4365">
                  <c:v>4366</c:v>
                </c:pt>
                <c:pt idx="4366">
                  <c:v>4367</c:v>
                </c:pt>
                <c:pt idx="4367">
                  <c:v>4368</c:v>
                </c:pt>
                <c:pt idx="4368">
                  <c:v>4369</c:v>
                </c:pt>
                <c:pt idx="4369">
                  <c:v>4370</c:v>
                </c:pt>
                <c:pt idx="4370">
                  <c:v>4371</c:v>
                </c:pt>
                <c:pt idx="4371">
                  <c:v>4372</c:v>
                </c:pt>
                <c:pt idx="4372">
                  <c:v>4373</c:v>
                </c:pt>
                <c:pt idx="4373">
                  <c:v>4374</c:v>
                </c:pt>
                <c:pt idx="4374">
                  <c:v>4375</c:v>
                </c:pt>
                <c:pt idx="4375">
                  <c:v>4376</c:v>
                </c:pt>
                <c:pt idx="4376">
                  <c:v>4377</c:v>
                </c:pt>
                <c:pt idx="4377">
                  <c:v>4378</c:v>
                </c:pt>
                <c:pt idx="4378">
                  <c:v>4379</c:v>
                </c:pt>
                <c:pt idx="4379">
                  <c:v>4380</c:v>
                </c:pt>
                <c:pt idx="4380">
                  <c:v>4381</c:v>
                </c:pt>
                <c:pt idx="4381">
                  <c:v>4382</c:v>
                </c:pt>
                <c:pt idx="4382">
                  <c:v>4383</c:v>
                </c:pt>
                <c:pt idx="4383">
                  <c:v>4384</c:v>
                </c:pt>
                <c:pt idx="4384">
                  <c:v>4385</c:v>
                </c:pt>
                <c:pt idx="4385">
                  <c:v>4386</c:v>
                </c:pt>
                <c:pt idx="4386">
                  <c:v>4387</c:v>
                </c:pt>
                <c:pt idx="4387">
                  <c:v>4388</c:v>
                </c:pt>
                <c:pt idx="4388">
                  <c:v>4389</c:v>
                </c:pt>
                <c:pt idx="4389">
                  <c:v>4390</c:v>
                </c:pt>
                <c:pt idx="4390">
                  <c:v>4391</c:v>
                </c:pt>
                <c:pt idx="4391">
                  <c:v>4392</c:v>
                </c:pt>
                <c:pt idx="4392">
                  <c:v>4393</c:v>
                </c:pt>
                <c:pt idx="4393">
                  <c:v>4394</c:v>
                </c:pt>
                <c:pt idx="4394">
                  <c:v>4395</c:v>
                </c:pt>
                <c:pt idx="4395">
                  <c:v>4396</c:v>
                </c:pt>
                <c:pt idx="4396">
                  <c:v>4397</c:v>
                </c:pt>
                <c:pt idx="4397">
                  <c:v>4398</c:v>
                </c:pt>
                <c:pt idx="4398">
                  <c:v>4399</c:v>
                </c:pt>
                <c:pt idx="4399">
                  <c:v>4400</c:v>
                </c:pt>
                <c:pt idx="4400">
                  <c:v>4401</c:v>
                </c:pt>
                <c:pt idx="4401">
                  <c:v>4402</c:v>
                </c:pt>
                <c:pt idx="4402">
                  <c:v>4403</c:v>
                </c:pt>
                <c:pt idx="4403">
                  <c:v>4404</c:v>
                </c:pt>
                <c:pt idx="4404">
                  <c:v>4405</c:v>
                </c:pt>
                <c:pt idx="4405">
                  <c:v>4406</c:v>
                </c:pt>
                <c:pt idx="4406">
                  <c:v>4407</c:v>
                </c:pt>
                <c:pt idx="4407">
                  <c:v>4408</c:v>
                </c:pt>
                <c:pt idx="4408">
                  <c:v>4409</c:v>
                </c:pt>
                <c:pt idx="4409">
                  <c:v>4410</c:v>
                </c:pt>
                <c:pt idx="4410">
                  <c:v>4411</c:v>
                </c:pt>
                <c:pt idx="4411">
                  <c:v>4412</c:v>
                </c:pt>
                <c:pt idx="4412">
                  <c:v>4413</c:v>
                </c:pt>
                <c:pt idx="4413">
                  <c:v>4414</c:v>
                </c:pt>
                <c:pt idx="4414">
                  <c:v>4415</c:v>
                </c:pt>
                <c:pt idx="4415">
                  <c:v>4416</c:v>
                </c:pt>
                <c:pt idx="4416">
                  <c:v>4417</c:v>
                </c:pt>
                <c:pt idx="4417">
                  <c:v>4418</c:v>
                </c:pt>
                <c:pt idx="4418">
                  <c:v>4419</c:v>
                </c:pt>
                <c:pt idx="4419">
                  <c:v>4420</c:v>
                </c:pt>
                <c:pt idx="4420">
                  <c:v>4421</c:v>
                </c:pt>
                <c:pt idx="4421">
                  <c:v>4422</c:v>
                </c:pt>
                <c:pt idx="4422">
                  <c:v>4423</c:v>
                </c:pt>
                <c:pt idx="4423">
                  <c:v>4424</c:v>
                </c:pt>
                <c:pt idx="4424">
                  <c:v>4425</c:v>
                </c:pt>
                <c:pt idx="4425">
                  <c:v>4426</c:v>
                </c:pt>
                <c:pt idx="4426">
                  <c:v>4427</c:v>
                </c:pt>
                <c:pt idx="4427">
                  <c:v>4428</c:v>
                </c:pt>
                <c:pt idx="4428">
                  <c:v>4429</c:v>
                </c:pt>
                <c:pt idx="4429">
                  <c:v>4430</c:v>
                </c:pt>
                <c:pt idx="4430">
                  <c:v>4431</c:v>
                </c:pt>
                <c:pt idx="4431">
                  <c:v>4432</c:v>
                </c:pt>
                <c:pt idx="4432">
                  <c:v>4433</c:v>
                </c:pt>
                <c:pt idx="4433">
                  <c:v>4434</c:v>
                </c:pt>
                <c:pt idx="4434">
                  <c:v>4435</c:v>
                </c:pt>
                <c:pt idx="4435">
                  <c:v>4436</c:v>
                </c:pt>
                <c:pt idx="4436">
                  <c:v>4437</c:v>
                </c:pt>
                <c:pt idx="4437">
                  <c:v>4438</c:v>
                </c:pt>
                <c:pt idx="4438">
                  <c:v>4439</c:v>
                </c:pt>
                <c:pt idx="4439">
                  <c:v>4440</c:v>
                </c:pt>
                <c:pt idx="4440">
                  <c:v>4441</c:v>
                </c:pt>
                <c:pt idx="4441">
                  <c:v>4442</c:v>
                </c:pt>
                <c:pt idx="4442">
                  <c:v>4443</c:v>
                </c:pt>
                <c:pt idx="4443">
                  <c:v>4444</c:v>
                </c:pt>
                <c:pt idx="4444">
                  <c:v>4445</c:v>
                </c:pt>
                <c:pt idx="4445">
                  <c:v>4446</c:v>
                </c:pt>
                <c:pt idx="4446">
                  <c:v>4447</c:v>
                </c:pt>
                <c:pt idx="4447">
                  <c:v>4448</c:v>
                </c:pt>
                <c:pt idx="4448">
                  <c:v>4449</c:v>
                </c:pt>
                <c:pt idx="4449">
                  <c:v>4450</c:v>
                </c:pt>
                <c:pt idx="4450">
                  <c:v>4451</c:v>
                </c:pt>
                <c:pt idx="4451">
                  <c:v>4452</c:v>
                </c:pt>
                <c:pt idx="4452">
                  <c:v>4453</c:v>
                </c:pt>
                <c:pt idx="4453">
                  <c:v>4454</c:v>
                </c:pt>
                <c:pt idx="4454">
                  <c:v>4455</c:v>
                </c:pt>
                <c:pt idx="4455">
                  <c:v>4456</c:v>
                </c:pt>
                <c:pt idx="4456">
                  <c:v>4457</c:v>
                </c:pt>
                <c:pt idx="4457">
                  <c:v>4458</c:v>
                </c:pt>
                <c:pt idx="4458">
                  <c:v>4459</c:v>
                </c:pt>
                <c:pt idx="4459">
                  <c:v>4460</c:v>
                </c:pt>
                <c:pt idx="4460">
                  <c:v>4461</c:v>
                </c:pt>
                <c:pt idx="4461">
                  <c:v>4462</c:v>
                </c:pt>
                <c:pt idx="4462">
                  <c:v>4463</c:v>
                </c:pt>
                <c:pt idx="4463">
                  <c:v>4464</c:v>
                </c:pt>
                <c:pt idx="4464">
                  <c:v>4465</c:v>
                </c:pt>
                <c:pt idx="4465">
                  <c:v>4466</c:v>
                </c:pt>
                <c:pt idx="4466">
                  <c:v>4467</c:v>
                </c:pt>
                <c:pt idx="4467">
                  <c:v>4468</c:v>
                </c:pt>
                <c:pt idx="4468">
                  <c:v>4469</c:v>
                </c:pt>
                <c:pt idx="4469">
                  <c:v>4470</c:v>
                </c:pt>
                <c:pt idx="4470">
                  <c:v>4471</c:v>
                </c:pt>
                <c:pt idx="4471">
                  <c:v>4472</c:v>
                </c:pt>
                <c:pt idx="4472">
                  <c:v>4473</c:v>
                </c:pt>
                <c:pt idx="4473">
                  <c:v>4474</c:v>
                </c:pt>
                <c:pt idx="4474">
                  <c:v>4475</c:v>
                </c:pt>
                <c:pt idx="4475">
                  <c:v>4476</c:v>
                </c:pt>
                <c:pt idx="4476">
                  <c:v>4477</c:v>
                </c:pt>
                <c:pt idx="4477">
                  <c:v>4478</c:v>
                </c:pt>
                <c:pt idx="4478">
                  <c:v>4479</c:v>
                </c:pt>
                <c:pt idx="4479">
                  <c:v>4480</c:v>
                </c:pt>
                <c:pt idx="4480">
                  <c:v>4481</c:v>
                </c:pt>
                <c:pt idx="4481">
                  <c:v>4482</c:v>
                </c:pt>
                <c:pt idx="4482">
                  <c:v>4483</c:v>
                </c:pt>
                <c:pt idx="4483">
                  <c:v>4484</c:v>
                </c:pt>
                <c:pt idx="4484">
                  <c:v>4485</c:v>
                </c:pt>
                <c:pt idx="4485">
                  <c:v>4486</c:v>
                </c:pt>
                <c:pt idx="4486">
                  <c:v>4487</c:v>
                </c:pt>
                <c:pt idx="4487">
                  <c:v>4488</c:v>
                </c:pt>
                <c:pt idx="4488">
                  <c:v>4489</c:v>
                </c:pt>
                <c:pt idx="4489">
                  <c:v>4490</c:v>
                </c:pt>
                <c:pt idx="4490">
                  <c:v>4491</c:v>
                </c:pt>
                <c:pt idx="4491">
                  <c:v>4492</c:v>
                </c:pt>
                <c:pt idx="4492">
                  <c:v>4493</c:v>
                </c:pt>
                <c:pt idx="4493">
                  <c:v>4494</c:v>
                </c:pt>
                <c:pt idx="4494">
                  <c:v>4495</c:v>
                </c:pt>
                <c:pt idx="4495">
                  <c:v>4496</c:v>
                </c:pt>
                <c:pt idx="4496">
                  <c:v>4497</c:v>
                </c:pt>
                <c:pt idx="4497">
                  <c:v>4498</c:v>
                </c:pt>
                <c:pt idx="4498">
                  <c:v>4499</c:v>
                </c:pt>
                <c:pt idx="4499">
                  <c:v>4500</c:v>
                </c:pt>
                <c:pt idx="4500">
                  <c:v>4501</c:v>
                </c:pt>
                <c:pt idx="4501">
                  <c:v>4502</c:v>
                </c:pt>
                <c:pt idx="4502">
                  <c:v>4503</c:v>
                </c:pt>
                <c:pt idx="4503">
                  <c:v>4504</c:v>
                </c:pt>
                <c:pt idx="4504">
                  <c:v>4505</c:v>
                </c:pt>
                <c:pt idx="4505">
                  <c:v>4506</c:v>
                </c:pt>
                <c:pt idx="4506">
                  <c:v>4507</c:v>
                </c:pt>
                <c:pt idx="4507">
                  <c:v>4508</c:v>
                </c:pt>
                <c:pt idx="4508">
                  <c:v>4509</c:v>
                </c:pt>
                <c:pt idx="4509">
                  <c:v>4510</c:v>
                </c:pt>
                <c:pt idx="4510">
                  <c:v>4511</c:v>
                </c:pt>
                <c:pt idx="4511">
                  <c:v>4512</c:v>
                </c:pt>
                <c:pt idx="4512">
                  <c:v>4513</c:v>
                </c:pt>
                <c:pt idx="4513">
                  <c:v>4514</c:v>
                </c:pt>
                <c:pt idx="4514">
                  <c:v>4515</c:v>
                </c:pt>
                <c:pt idx="4515">
                  <c:v>4516</c:v>
                </c:pt>
                <c:pt idx="4516">
                  <c:v>4517</c:v>
                </c:pt>
                <c:pt idx="4517">
                  <c:v>4518</c:v>
                </c:pt>
                <c:pt idx="4518">
                  <c:v>4519</c:v>
                </c:pt>
                <c:pt idx="4519">
                  <c:v>4520</c:v>
                </c:pt>
                <c:pt idx="4520">
                  <c:v>4521</c:v>
                </c:pt>
                <c:pt idx="4521">
                  <c:v>4522</c:v>
                </c:pt>
                <c:pt idx="4522">
                  <c:v>4523</c:v>
                </c:pt>
                <c:pt idx="4523">
                  <c:v>4524</c:v>
                </c:pt>
                <c:pt idx="4524">
                  <c:v>4525</c:v>
                </c:pt>
                <c:pt idx="4525">
                  <c:v>4526</c:v>
                </c:pt>
                <c:pt idx="4526">
                  <c:v>4527</c:v>
                </c:pt>
                <c:pt idx="4527">
                  <c:v>4528</c:v>
                </c:pt>
                <c:pt idx="4528">
                  <c:v>4529</c:v>
                </c:pt>
                <c:pt idx="4529">
                  <c:v>4530</c:v>
                </c:pt>
                <c:pt idx="4530">
                  <c:v>4531</c:v>
                </c:pt>
                <c:pt idx="4531">
                  <c:v>4532</c:v>
                </c:pt>
                <c:pt idx="4532">
                  <c:v>4533</c:v>
                </c:pt>
                <c:pt idx="4533">
                  <c:v>4534</c:v>
                </c:pt>
                <c:pt idx="4534">
                  <c:v>4535</c:v>
                </c:pt>
                <c:pt idx="4535">
                  <c:v>4536</c:v>
                </c:pt>
                <c:pt idx="4536">
                  <c:v>4537</c:v>
                </c:pt>
                <c:pt idx="4537">
                  <c:v>4538</c:v>
                </c:pt>
                <c:pt idx="4538">
                  <c:v>4539</c:v>
                </c:pt>
                <c:pt idx="4539">
                  <c:v>4540</c:v>
                </c:pt>
                <c:pt idx="4540">
                  <c:v>4541</c:v>
                </c:pt>
                <c:pt idx="4541">
                  <c:v>4542</c:v>
                </c:pt>
                <c:pt idx="4542">
                  <c:v>4543</c:v>
                </c:pt>
                <c:pt idx="4543">
                  <c:v>4544</c:v>
                </c:pt>
                <c:pt idx="4544">
                  <c:v>4545</c:v>
                </c:pt>
                <c:pt idx="4545">
                  <c:v>4546</c:v>
                </c:pt>
                <c:pt idx="4546">
                  <c:v>4547</c:v>
                </c:pt>
                <c:pt idx="4547">
                  <c:v>4548</c:v>
                </c:pt>
                <c:pt idx="4548">
                  <c:v>4549</c:v>
                </c:pt>
                <c:pt idx="4549">
                  <c:v>4550</c:v>
                </c:pt>
                <c:pt idx="4550">
                  <c:v>4551</c:v>
                </c:pt>
                <c:pt idx="4551">
                  <c:v>4552</c:v>
                </c:pt>
                <c:pt idx="4552">
                  <c:v>4553</c:v>
                </c:pt>
                <c:pt idx="4553">
                  <c:v>4554</c:v>
                </c:pt>
                <c:pt idx="4554">
                  <c:v>4555</c:v>
                </c:pt>
                <c:pt idx="4555">
                  <c:v>4556</c:v>
                </c:pt>
                <c:pt idx="4556">
                  <c:v>4557</c:v>
                </c:pt>
                <c:pt idx="4557">
                  <c:v>4558</c:v>
                </c:pt>
                <c:pt idx="4558">
                  <c:v>4559</c:v>
                </c:pt>
                <c:pt idx="4559">
                  <c:v>4560</c:v>
                </c:pt>
                <c:pt idx="4560">
                  <c:v>4561</c:v>
                </c:pt>
                <c:pt idx="4561">
                  <c:v>4562</c:v>
                </c:pt>
                <c:pt idx="4562">
                  <c:v>4563</c:v>
                </c:pt>
                <c:pt idx="4563">
                  <c:v>4564</c:v>
                </c:pt>
                <c:pt idx="4564">
                  <c:v>4565</c:v>
                </c:pt>
                <c:pt idx="4565">
                  <c:v>4566</c:v>
                </c:pt>
                <c:pt idx="4566">
                  <c:v>4567</c:v>
                </c:pt>
                <c:pt idx="4567">
                  <c:v>4568</c:v>
                </c:pt>
                <c:pt idx="4568">
                  <c:v>4569</c:v>
                </c:pt>
                <c:pt idx="4569">
                  <c:v>4570</c:v>
                </c:pt>
                <c:pt idx="4570">
                  <c:v>4571</c:v>
                </c:pt>
                <c:pt idx="4571">
                  <c:v>4572</c:v>
                </c:pt>
                <c:pt idx="4572">
                  <c:v>4573</c:v>
                </c:pt>
                <c:pt idx="4573">
                  <c:v>4574</c:v>
                </c:pt>
                <c:pt idx="4574">
                  <c:v>4575</c:v>
                </c:pt>
                <c:pt idx="4575">
                  <c:v>4576</c:v>
                </c:pt>
                <c:pt idx="4576">
                  <c:v>4577</c:v>
                </c:pt>
                <c:pt idx="4577">
                  <c:v>4578</c:v>
                </c:pt>
                <c:pt idx="4578">
                  <c:v>4579</c:v>
                </c:pt>
                <c:pt idx="4579">
                  <c:v>4580</c:v>
                </c:pt>
                <c:pt idx="4580">
                  <c:v>4581</c:v>
                </c:pt>
                <c:pt idx="4581">
                  <c:v>4582</c:v>
                </c:pt>
                <c:pt idx="4582">
                  <c:v>4583</c:v>
                </c:pt>
                <c:pt idx="4583">
                  <c:v>4584</c:v>
                </c:pt>
                <c:pt idx="4584">
                  <c:v>4585</c:v>
                </c:pt>
                <c:pt idx="4585">
                  <c:v>4586</c:v>
                </c:pt>
                <c:pt idx="4586">
                  <c:v>4587</c:v>
                </c:pt>
                <c:pt idx="4587">
                  <c:v>4588</c:v>
                </c:pt>
                <c:pt idx="4588">
                  <c:v>4589</c:v>
                </c:pt>
                <c:pt idx="4589">
                  <c:v>4590</c:v>
                </c:pt>
                <c:pt idx="4590">
                  <c:v>4591</c:v>
                </c:pt>
                <c:pt idx="4591">
                  <c:v>4592</c:v>
                </c:pt>
                <c:pt idx="4592">
                  <c:v>4593</c:v>
                </c:pt>
                <c:pt idx="4593">
                  <c:v>4594</c:v>
                </c:pt>
                <c:pt idx="4594">
                  <c:v>4595</c:v>
                </c:pt>
                <c:pt idx="4595">
                  <c:v>4596</c:v>
                </c:pt>
                <c:pt idx="4596">
                  <c:v>4597</c:v>
                </c:pt>
                <c:pt idx="4597">
                  <c:v>4598</c:v>
                </c:pt>
                <c:pt idx="4598">
                  <c:v>4599</c:v>
                </c:pt>
                <c:pt idx="4599">
                  <c:v>4600</c:v>
                </c:pt>
                <c:pt idx="4600">
                  <c:v>4601</c:v>
                </c:pt>
                <c:pt idx="4601">
                  <c:v>4602</c:v>
                </c:pt>
                <c:pt idx="4602">
                  <c:v>4603</c:v>
                </c:pt>
                <c:pt idx="4603">
                  <c:v>4604</c:v>
                </c:pt>
                <c:pt idx="4604">
                  <c:v>4605</c:v>
                </c:pt>
                <c:pt idx="4605">
                  <c:v>4606</c:v>
                </c:pt>
                <c:pt idx="4606">
                  <c:v>4607</c:v>
                </c:pt>
                <c:pt idx="4607">
                  <c:v>4608</c:v>
                </c:pt>
                <c:pt idx="4608">
                  <c:v>4609</c:v>
                </c:pt>
                <c:pt idx="4609">
                  <c:v>4610</c:v>
                </c:pt>
                <c:pt idx="4610">
                  <c:v>4611</c:v>
                </c:pt>
                <c:pt idx="4611">
                  <c:v>4612</c:v>
                </c:pt>
                <c:pt idx="4612">
                  <c:v>4613</c:v>
                </c:pt>
                <c:pt idx="4613">
                  <c:v>4614</c:v>
                </c:pt>
                <c:pt idx="4614">
                  <c:v>4615</c:v>
                </c:pt>
                <c:pt idx="4615">
                  <c:v>4616</c:v>
                </c:pt>
                <c:pt idx="4616">
                  <c:v>4617</c:v>
                </c:pt>
                <c:pt idx="4617">
                  <c:v>4618</c:v>
                </c:pt>
                <c:pt idx="4618">
                  <c:v>4619</c:v>
                </c:pt>
                <c:pt idx="4619">
                  <c:v>4620</c:v>
                </c:pt>
                <c:pt idx="4620">
                  <c:v>4621</c:v>
                </c:pt>
                <c:pt idx="4621">
                  <c:v>4622</c:v>
                </c:pt>
                <c:pt idx="4622">
                  <c:v>4623</c:v>
                </c:pt>
                <c:pt idx="4623">
                  <c:v>4624</c:v>
                </c:pt>
                <c:pt idx="4624">
                  <c:v>4625</c:v>
                </c:pt>
                <c:pt idx="4625">
                  <c:v>4626</c:v>
                </c:pt>
                <c:pt idx="4626">
                  <c:v>4627</c:v>
                </c:pt>
                <c:pt idx="4627">
                  <c:v>4628</c:v>
                </c:pt>
                <c:pt idx="4628">
                  <c:v>4629</c:v>
                </c:pt>
                <c:pt idx="4629">
                  <c:v>4630</c:v>
                </c:pt>
                <c:pt idx="4630">
                  <c:v>4631</c:v>
                </c:pt>
                <c:pt idx="4631">
                  <c:v>4632</c:v>
                </c:pt>
                <c:pt idx="4632">
                  <c:v>4633</c:v>
                </c:pt>
                <c:pt idx="4633">
                  <c:v>4634</c:v>
                </c:pt>
                <c:pt idx="4634">
                  <c:v>4635</c:v>
                </c:pt>
                <c:pt idx="4635">
                  <c:v>4636</c:v>
                </c:pt>
                <c:pt idx="4636">
                  <c:v>4637</c:v>
                </c:pt>
                <c:pt idx="4637">
                  <c:v>4638</c:v>
                </c:pt>
                <c:pt idx="4638">
                  <c:v>4639</c:v>
                </c:pt>
                <c:pt idx="4639">
                  <c:v>4640</c:v>
                </c:pt>
                <c:pt idx="4640">
                  <c:v>4641</c:v>
                </c:pt>
                <c:pt idx="4641">
                  <c:v>4642</c:v>
                </c:pt>
                <c:pt idx="4642">
                  <c:v>4643</c:v>
                </c:pt>
                <c:pt idx="4643">
                  <c:v>4644</c:v>
                </c:pt>
                <c:pt idx="4644">
                  <c:v>4645</c:v>
                </c:pt>
                <c:pt idx="4645">
                  <c:v>4646</c:v>
                </c:pt>
                <c:pt idx="4646">
                  <c:v>4647</c:v>
                </c:pt>
                <c:pt idx="4647">
                  <c:v>4648</c:v>
                </c:pt>
                <c:pt idx="4648">
                  <c:v>4649</c:v>
                </c:pt>
                <c:pt idx="4649">
                  <c:v>4650</c:v>
                </c:pt>
                <c:pt idx="4650">
                  <c:v>4651</c:v>
                </c:pt>
                <c:pt idx="4651">
                  <c:v>4652</c:v>
                </c:pt>
                <c:pt idx="4652">
                  <c:v>4653</c:v>
                </c:pt>
                <c:pt idx="4653">
                  <c:v>4654</c:v>
                </c:pt>
                <c:pt idx="4654">
                  <c:v>4655</c:v>
                </c:pt>
                <c:pt idx="4655">
                  <c:v>4656</c:v>
                </c:pt>
                <c:pt idx="4656">
                  <c:v>4657</c:v>
                </c:pt>
                <c:pt idx="4657">
                  <c:v>4658</c:v>
                </c:pt>
                <c:pt idx="4658">
                  <c:v>4659</c:v>
                </c:pt>
                <c:pt idx="4659">
                  <c:v>4660</c:v>
                </c:pt>
                <c:pt idx="4660">
                  <c:v>4661</c:v>
                </c:pt>
                <c:pt idx="4661">
                  <c:v>4662</c:v>
                </c:pt>
                <c:pt idx="4662">
                  <c:v>4663</c:v>
                </c:pt>
                <c:pt idx="4663">
                  <c:v>4664</c:v>
                </c:pt>
                <c:pt idx="4664">
                  <c:v>4665</c:v>
                </c:pt>
                <c:pt idx="4665">
                  <c:v>4666</c:v>
                </c:pt>
                <c:pt idx="4666">
                  <c:v>4667</c:v>
                </c:pt>
                <c:pt idx="4667">
                  <c:v>4668</c:v>
                </c:pt>
                <c:pt idx="4668">
                  <c:v>4669</c:v>
                </c:pt>
                <c:pt idx="4669">
                  <c:v>4670</c:v>
                </c:pt>
                <c:pt idx="4670">
                  <c:v>4671</c:v>
                </c:pt>
                <c:pt idx="4671">
                  <c:v>4672</c:v>
                </c:pt>
                <c:pt idx="4672">
                  <c:v>4673</c:v>
                </c:pt>
                <c:pt idx="4673">
                  <c:v>4674</c:v>
                </c:pt>
                <c:pt idx="4674">
                  <c:v>4675</c:v>
                </c:pt>
                <c:pt idx="4675">
                  <c:v>4676</c:v>
                </c:pt>
                <c:pt idx="4676">
                  <c:v>4677</c:v>
                </c:pt>
                <c:pt idx="4677">
                  <c:v>4678</c:v>
                </c:pt>
                <c:pt idx="4678">
                  <c:v>4679</c:v>
                </c:pt>
                <c:pt idx="4679">
                  <c:v>4680</c:v>
                </c:pt>
                <c:pt idx="4680">
                  <c:v>4681</c:v>
                </c:pt>
                <c:pt idx="4681">
                  <c:v>4682</c:v>
                </c:pt>
                <c:pt idx="4682">
                  <c:v>4683</c:v>
                </c:pt>
                <c:pt idx="4683">
                  <c:v>4684</c:v>
                </c:pt>
                <c:pt idx="4684">
                  <c:v>4685</c:v>
                </c:pt>
                <c:pt idx="4685">
                  <c:v>4686</c:v>
                </c:pt>
                <c:pt idx="4686">
                  <c:v>4687</c:v>
                </c:pt>
                <c:pt idx="4687">
                  <c:v>4688</c:v>
                </c:pt>
                <c:pt idx="4688">
                  <c:v>4689</c:v>
                </c:pt>
                <c:pt idx="4689">
                  <c:v>4690</c:v>
                </c:pt>
                <c:pt idx="4690">
                  <c:v>4691</c:v>
                </c:pt>
                <c:pt idx="4691">
                  <c:v>4692</c:v>
                </c:pt>
                <c:pt idx="4692">
                  <c:v>4693</c:v>
                </c:pt>
                <c:pt idx="4693">
                  <c:v>4694</c:v>
                </c:pt>
                <c:pt idx="4694">
                  <c:v>4695</c:v>
                </c:pt>
                <c:pt idx="4695">
                  <c:v>4696</c:v>
                </c:pt>
                <c:pt idx="4696">
                  <c:v>4697</c:v>
                </c:pt>
                <c:pt idx="4697">
                  <c:v>4698</c:v>
                </c:pt>
                <c:pt idx="4698">
                  <c:v>4699</c:v>
                </c:pt>
                <c:pt idx="4699">
                  <c:v>4700</c:v>
                </c:pt>
                <c:pt idx="4700">
                  <c:v>4701</c:v>
                </c:pt>
                <c:pt idx="4701">
                  <c:v>4702</c:v>
                </c:pt>
                <c:pt idx="4702">
                  <c:v>4703</c:v>
                </c:pt>
                <c:pt idx="4703">
                  <c:v>4704</c:v>
                </c:pt>
                <c:pt idx="4704">
                  <c:v>4705</c:v>
                </c:pt>
                <c:pt idx="4705">
                  <c:v>4706</c:v>
                </c:pt>
                <c:pt idx="4706">
                  <c:v>4707</c:v>
                </c:pt>
                <c:pt idx="4707">
                  <c:v>4708</c:v>
                </c:pt>
                <c:pt idx="4708">
                  <c:v>4709</c:v>
                </c:pt>
                <c:pt idx="4709">
                  <c:v>4710</c:v>
                </c:pt>
                <c:pt idx="4710">
                  <c:v>4711</c:v>
                </c:pt>
                <c:pt idx="4711">
                  <c:v>4712</c:v>
                </c:pt>
                <c:pt idx="4712">
                  <c:v>4713</c:v>
                </c:pt>
                <c:pt idx="4713">
                  <c:v>4714</c:v>
                </c:pt>
                <c:pt idx="4714">
                  <c:v>4715</c:v>
                </c:pt>
                <c:pt idx="4715">
                  <c:v>4716</c:v>
                </c:pt>
                <c:pt idx="4716">
                  <c:v>4717</c:v>
                </c:pt>
                <c:pt idx="4717">
                  <c:v>4718</c:v>
                </c:pt>
                <c:pt idx="4718">
                  <c:v>4719</c:v>
                </c:pt>
                <c:pt idx="4719">
                  <c:v>4720</c:v>
                </c:pt>
                <c:pt idx="4720">
                  <c:v>4721</c:v>
                </c:pt>
                <c:pt idx="4721">
                  <c:v>4722</c:v>
                </c:pt>
                <c:pt idx="4722">
                  <c:v>4723</c:v>
                </c:pt>
                <c:pt idx="4723">
                  <c:v>4724</c:v>
                </c:pt>
                <c:pt idx="4724">
                  <c:v>4725</c:v>
                </c:pt>
                <c:pt idx="4725">
                  <c:v>4726</c:v>
                </c:pt>
                <c:pt idx="4726">
                  <c:v>4727</c:v>
                </c:pt>
                <c:pt idx="4727">
                  <c:v>4728</c:v>
                </c:pt>
                <c:pt idx="4728">
                  <c:v>4729</c:v>
                </c:pt>
                <c:pt idx="4729">
                  <c:v>4730</c:v>
                </c:pt>
                <c:pt idx="4730">
                  <c:v>4731</c:v>
                </c:pt>
                <c:pt idx="4731">
                  <c:v>4732</c:v>
                </c:pt>
                <c:pt idx="4732">
                  <c:v>4733</c:v>
                </c:pt>
                <c:pt idx="4733">
                  <c:v>4734</c:v>
                </c:pt>
                <c:pt idx="4734">
                  <c:v>4735</c:v>
                </c:pt>
                <c:pt idx="4735">
                  <c:v>4736</c:v>
                </c:pt>
                <c:pt idx="4736">
                  <c:v>4737</c:v>
                </c:pt>
                <c:pt idx="4737">
                  <c:v>4738</c:v>
                </c:pt>
                <c:pt idx="4738">
                  <c:v>4739</c:v>
                </c:pt>
                <c:pt idx="4739">
                  <c:v>4740</c:v>
                </c:pt>
                <c:pt idx="4740">
                  <c:v>4741</c:v>
                </c:pt>
                <c:pt idx="4741">
                  <c:v>4742</c:v>
                </c:pt>
                <c:pt idx="4742">
                  <c:v>4743</c:v>
                </c:pt>
                <c:pt idx="4743">
                  <c:v>4744</c:v>
                </c:pt>
                <c:pt idx="4744">
                  <c:v>4745</c:v>
                </c:pt>
                <c:pt idx="4745">
                  <c:v>4746</c:v>
                </c:pt>
                <c:pt idx="4746">
                  <c:v>4747</c:v>
                </c:pt>
                <c:pt idx="4747">
                  <c:v>4748</c:v>
                </c:pt>
                <c:pt idx="4748">
                  <c:v>4749</c:v>
                </c:pt>
                <c:pt idx="4749">
                  <c:v>4750</c:v>
                </c:pt>
                <c:pt idx="4750">
                  <c:v>4751</c:v>
                </c:pt>
                <c:pt idx="4751">
                  <c:v>4752</c:v>
                </c:pt>
                <c:pt idx="4752">
                  <c:v>4753</c:v>
                </c:pt>
                <c:pt idx="4753">
                  <c:v>4754</c:v>
                </c:pt>
                <c:pt idx="4754">
                  <c:v>4755</c:v>
                </c:pt>
                <c:pt idx="4755">
                  <c:v>4756</c:v>
                </c:pt>
                <c:pt idx="4756">
                  <c:v>4757</c:v>
                </c:pt>
                <c:pt idx="4757">
                  <c:v>4758</c:v>
                </c:pt>
                <c:pt idx="4758">
                  <c:v>4759</c:v>
                </c:pt>
                <c:pt idx="4759">
                  <c:v>4760</c:v>
                </c:pt>
                <c:pt idx="4760">
                  <c:v>4761</c:v>
                </c:pt>
                <c:pt idx="4761">
                  <c:v>4762</c:v>
                </c:pt>
                <c:pt idx="4762">
                  <c:v>4763</c:v>
                </c:pt>
                <c:pt idx="4763">
                  <c:v>4764</c:v>
                </c:pt>
                <c:pt idx="4764">
                  <c:v>4765</c:v>
                </c:pt>
                <c:pt idx="4765">
                  <c:v>4766</c:v>
                </c:pt>
                <c:pt idx="4766">
                  <c:v>4767</c:v>
                </c:pt>
                <c:pt idx="4767">
                  <c:v>4768</c:v>
                </c:pt>
                <c:pt idx="4768">
                  <c:v>4769</c:v>
                </c:pt>
                <c:pt idx="4769">
                  <c:v>4770</c:v>
                </c:pt>
                <c:pt idx="4770">
                  <c:v>4771</c:v>
                </c:pt>
                <c:pt idx="4771">
                  <c:v>4772</c:v>
                </c:pt>
                <c:pt idx="4772">
                  <c:v>4773</c:v>
                </c:pt>
                <c:pt idx="4773">
                  <c:v>4774</c:v>
                </c:pt>
                <c:pt idx="4774">
                  <c:v>4775</c:v>
                </c:pt>
                <c:pt idx="4775">
                  <c:v>4776</c:v>
                </c:pt>
                <c:pt idx="4776">
                  <c:v>4777</c:v>
                </c:pt>
                <c:pt idx="4777">
                  <c:v>4778</c:v>
                </c:pt>
                <c:pt idx="4778">
                  <c:v>4779</c:v>
                </c:pt>
                <c:pt idx="4779">
                  <c:v>4780</c:v>
                </c:pt>
                <c:pt idx="4780">
                  <c:v>4781</c:v>
                </c:pt>
                <c:pt idx="4781">
                  <c:v>4782</c:v>
                </c:pt>
                <c:pt idx="4782">
                  <c:v>4783</c:v>
                </c:pt>
                <c:pt idx="4783">
                  <c:v>4784</c:v>
                </c:pt>
                <c:pt idx="4784">
                  <c:v>4785</c:v>
                </c:pt>
                <c:pt idx="4785">
                  <c:v>4786</c:v>
                </c:pt>
                <c:pt idx="4786">
                  <c:v>4787</c:v>
                </c:pt>
                <c:pt idx="4787">
                  <c:v>4788</c:v>
                </c:pt>
                <c:pt idx="4788">
                  <c:v>4789</c:v>
                </c:pt>
                <c:pt idx="4789">
                  <c:v>4790</c:v>
                </c:pt>
                <c:pt idx="4790">
                  <c:v>4791</c:v>
                </c:pt>
                <c:pt idx="4791">
                  <c:v>4792</c:v>
                </c:pt>
                <c:pt idx="4792">
                  <c:v>4793</c:v>
                </c:pt>
                <c:pt idx="4793">
                  <c:v>4794</c:v>
                </c:pt>
                <c:pt idx="4794">
                  <c:v>4795</c:v>
                </c:pt>
                <c:pt idx="4795">
                  <c:v>4796</c:v>
                </c:pt>
                <c:pt idx="4796">
                  <c:v>4797</c:v>
                </c:pt>
                <c:pt idx="4797">
                  <c:v>4798</c:v>
                </c:pt>
                <c:pt idx="4798">
                  <c:v>4799</c:v>
                </c:pt>
                <c:pt idx="4799">
                  <c:v>4800</c:v>
                </c:pt>
                <c:pt idx="4800">
                  <c:v>4801</c:v>
                </c:pt>
                <c:pt idx="4801">
                  <c:v>4802</c:v>
                </c:pt>
                <c:pt idx="4802">
                  <c:v>4803</c:v>
                </c:pt>
                <c:pt idx="4803">
                  <c:v>4804</c:v>
                </c:pt>
                <c:pt idx="4804">
                  <c:v>4805</c:v>
                </c:pt>
                <c:pt idx="4805">
                  <c:v>4806</c:v>
                </c:pt>
                <c:pt idx="4806">
                  <c:v>4807</c:v>
                </c:pt>
                <c:pt idx="4807">
                  <c:v>4808</c:v>
                </c:pt>
                <c:pt idx="4808">
                  <c:v>4809</c:v>
                </c:pt>
                <c:pt idx="4809">
                  <c:v>4810</c:v>
                </c:pt>
                <c:pt idx="4810">
                  <c:v>4811</c:v>
                </c:pt>
                <c:pt idx="4811">
                  <c:v>4812</c:v>
                </c:pt>
                <c:pt idx="4812">
                  <c:v>4813</c:v>
                </c:pt>
                <c:pt idx="4813">
                  <c:v>4814</c:v>
                </c:pt>
                <c:pt idx="4814">
                  <c:v>4815</c:v>
                </c:pt>
                <c:pt idx="4815">
                  <c:v>4816</c:v>
                </c:pt>
                <c:pt idx="4816">
                  <c:v>4817</c:v>
                </c:pt>
                <c:pt idx="4817">
                  <c:v>4818</c:v>
                </c:pt>
                <c:pt idx="4818">
                  <c:v>4819</c:v>
                </c:pt>
                <c:pt idx="4819">
                  <c:v>4820</c:v>
                </c:pt>
                <c:pt idx="4820">
                  <c:v>4821</c:v>
                </c:pt>
                <c:pt idx="4821">
                  <c:v>4822</c:v>
                </c:pt>
                <c:pt idx="4822">
                  <c:v>4823</c:v>
                </c:pt>
                <c:pt idx="4823">
                  <c:v>4824</c:v>
                </c:pt>
                <c:pt idx="4824">
                  <c:v>4825</c:v>
                </c:pt>
                <c:pt idx="4825">
                  <c:v>4826</c:v>
                </c:pt>
                <c:pt idx="4826">
                  <c:v>4827</c:v>
                </c:pt>
                <c:pt idx="4827">
                  <c:v>4828</c:v>
                </c:pt>
                <c:pt idx="4828">
                  <c:v>4829</c:v>
                </c:pt>
                <c:pt idx="4829">
                  <c:v>4830</c:v>
                </c:pt>
                <c:pt idx="4830">
                  <c:v>4831</c:v>
                </c:pt>
                <c:pt idx="4831">
                  <c:v>4832</c:v>
                </c:pt>
                <c:pt idx="4832">
                  <c:v>4833</c:v>
                </c:pt>
                <c:pt idx="4833">
                  <c:v>4834</c:v>
                </c:pt>
                <c:pt idx="4834">
                  <c:v>4835</c:v>
                </c:pt>
                <c:pt idx="4835">
                  <c:v>4836</c:v>
                </c:pt>
                <c:pt idx="4836">
                  <c:v>4837</c:v>
                </c:pt>
                <c:pt idx="4837">
                  <c:v>4838</c:v>
                </c:pt>
                <c:pt idx="4838">
                  <c:v>4839</c:v>
                </c:pt>
                <c:pt idx="4839">
                  <c:v>4840</c:v>
                </c:pt>
                <c:pt idx="4840">
                  <c:v>4841</c:v>
                </c:pt>
                <c:pt idx="4841">
                  <c:v>4842</c:v>
                </c:pt>
                <c:pt idx="4842">
                  <c:v>4843</c:v>
                </c:pt>
                <c:pt idx="4843">
                  <c:v>4844</c:v>
                </c:pt>
                <c:pt idx="4844">
                  <c:v>4845</c:v>
                </c:pt>
                <c:pt idx="4845">
                  <c:v>4846</c:v>
                </c:pt>
                <c:pt idx="4846">
                  <c:v>4847</c:v>
                </c:pt>
                <c:pt idx="4847">
                  <c:v>4848</c:v>
                </c:pt>
                <c:pt idx="4848">
                  <c:v>4849</c:v>
                </c:pt>
                <c:pt idx="4849">
                  <c:v>4850</c:v>
                </c:pt>
                <c:pt idx="4850">
                  <c:v>4851</c:v>
                </c:pt>
                <c:pt idx="4851">
                  <c:v>4852</c:v>
                </c:pt>
                <c:pt idx="4852">
                  <c:v>4853</c:v>
                </c:pt>
                <c:pt idx="4853">
                  <c:v>4854</c:v>
                </c:pt>
                <c:pt idx="4854">
                  <c:v>4855</c:v>
                </c:pt>
                <c:pt idx="4855">
                  <c:v>4856</c:v>
                </c:pt>
                <c:pt idx="4856">
                  <c:v>4857</c:v>
                </c:pt>
                <c:pt idx="4857">
                  <c:v>4858</c:v>
                </c:pt>
                <c:pt idx="4858">
                  <c:v>4859</c:v>
                </c:pt>
                <c:pt idx="4859">
                  <c:v>4860</c:v>
                </c:pt>
                <c:pt idx="4860">
                  <c:v>4861</c:v>
                </c:pt>
                <c:pt idx="4861">
                  <c:v>4862</c:v>
                </c:pt>
                <c:pt idx="4862">
                  <c:v>4863</c:v>
                </c:pt>
                <c:pt idx="4863">
                  <c:v>4864</c:v>
                </c:pt>
                <c:pt idx="4864">
                  <c:v>4865</c:v>
                </c:pt>
                <c:pt idx="4865">
                  <c:v>4866</c:v>
                </c:pt>
                <c:pt idx="4866">
                  <c:v>4867</c:v>
                </c:pt>
                <c:pt idx="4867">
                  <c:v>4868</c:v>
                </c:pt>
                <c:pt idx="4868">
                  <c:v>4869</c:v>
                </c:pt>
                <c:pt idx="4869">
                  <c:v>4870</c:v>
                </c:pt>
                <c:pt idx="4870">
                  <c:v>4871</c:v>
                </c:pt>
                <c:pt idx="4871">
                  <c:v>4872</c:v>
                </c:pt>
                <c:pt idx="4872">
                  <c:v>4873</c:v>
                </c:pt>
                <c:pt idx="4873">
                  <c:v>4874</c:v>
                </c:pt>
                <c:pt idx="4874">
                  <c:v>4875</c:v>
                </c:pt>
                <c:pt idx="4875">
                  <c:v>4876</c:v>
                </c:pt>
                <c:pt idx="4876">
                  <c:v>4877</c:v>
                </c:pt>
                <c:pt idx="4877">
                  <c:v>4878</c:v>
                </c:pt>
                <c:pt idx="4878">
                  <c:v>4879</c:v>
                </c:pt>
                <c:pt idx="4879">
                  <c:v>4880</c:v>
                </c:pt>
                <c:pt idx="4880">
                  <c:v>4881</c:v>
                </c:pt>
                <c:pt idx="4881">
                  <c:v>4882</c:v>
                </c:pt>
                <c:pt idx="4882">
                  <c:v>4883</c:v>
                </c:pt>
                <c:pt idx="4883">
                  <c:v>4884</c:v>
                </c:pt>
                <c:pt idx="4884">
                  <c:v>4885</c:v>
                </c:pt>
                <c:pt idx="4885">
                  <c:v>4886</c:v>
                </c:pt>
                <c:pt idx="4886">
                  <c:v>4887</c:v>
                </c:pt>
                <c:pt idx="4887">
                  <c:v>4888</c:v>
                </c:pt>
                <c:pt idx="4888">
                  <c:v>4889</c:v>
                </c:pt>
                <c:pt idx="4889">
                  <c:v>4890</c:v>
                </c:pt>
                <c:pt idx="4890">
                  <c:v>4891</c:v>
                </c:pt>
                <c:pt idx="4891">
                  <c:v>4892</c:v>
                </c:pt>
                <c:pt idx="4892">
                  <c:v>4893</c:v>
                </c:pt>
                <c:pt idx="4893">
                  <c:v>4894</c:v>
                </c:pt>
                <c:pt idx="4894">
                  <c:v>4895</c:v>
                </c:pt>
                <c:pt idx="4895">
                  <c:v>4896</c:v>
                </c:pt>
                <c:pt idx="4896">
                  <c:v>4897</c:v>
                </c:pt>
                <c:pt idx="4897">
                  <c:v>4898</c:v>
                </c:pt>
                <c:pt idx="4898">
                  <c:v>4899</c:v>
                </c:pt>
                <c:pt idx="4899">
                  <c:v>4900</c:v>
                </c:pt>
                <c:pt idx="4900">
                  <c:v>4901</c:v>
                </c:pt>
                <c:pt idx="4901">
                  <c:v>4902</c:v>
                </c:pt>
                <c:pt idx="4902">
                  <c:v>4903</c:v>
                </c:pt>
                <c:pt idx="4903">
                  <c:v>4904</c:v>
                </c:pt>
                <c:pt idx="4904">
                  <c:v>4905</c:v>
                </c:pt>
                <c:pt idx="4905">
                  <c:v>4906</c:v>
                </c:pt>
                <c:pt idx="4906">
                  <c:v>4907</c:v>
                </c:pt>
                <c:pt idx="4907">
                  <c:v>4908</c:v>
                </c:pt>
                <c:pt idx="4908">
                  <c:v>4909</c:v>
                </c:pt>
                <c:pt idx="4909">
                  <c:v>4910</c:v>
                </c:pt>
                <c:pt idx="4910">
                  <c:v>4911</c:v>
                </c:pt>
                <c:pt idx="4911">
                  <c:v>4912</c:v>
                </c:pt>
                <c:pt idx="4912">
                  <c:v>4913</c:v>
                </c:pt>
                <c:pt idx="4913">
                  <c:v>4914</c:v>
                </c:pt>
                <c:pt idx="4914">
                  <c:v>4915</c:v>
                </c:pt>
                <c:pt idx="4915">
                  <c:v>4916</c:v>
                </c:pt>
                <c:pt idx="4916">
                  <c:v>4917</c:v>
                </c:pt>
                <c:pt idx="4917">
                  <c:v>4918</c:v>
                </c:pt>
                <c:pt idx="4918">
                  <c:v>4919</c:v>
                </c:pt>
                <c:pt idx="4919">
                  <c:v>4920</c:v>
                </c:pt>
                <c:pt idx="4920">
                  <c:v>4921</c:v>
                </c:pt>
                <c:pt idx="4921">
                  <c:v>4922</c:v>
                </c:pt>
                <c:pt idx="4922">
                  <c:v>4923</c:v>
                </c:pt>
                <c:pt idx="4923">
                  <c:v>4924</c:v>
                </c:pt>
                <c:pt idx="4924">
                  <c:v>4925</c:v>
                </c:pt>
                <c:pt idx="4925">
                  <c:v>4926</c:v>
                </c:pt>
                <c:pt idx="4926">
                  <c:v>4927</c:v>
                </c:pt>
                <c:pt idx="4927">
                  <c:v>4928</c:v>
                </c:pt>
                <c:pt idx="4928">
                  <c:v>4929</c:v>
                </c:pt>
                <c:pt idx="4929">
                  <c:v>4930</c:v>
                </c:pt>
                <c:pt idx="4930">
                  <c:v>4931</c:v>
                </c:pt>
                <c:pt idx="4931">
                  <c:v>4932</c:v>
                </c:pt>
                <c:pt idx="4932">
                  <c:v>4933</c:v>
                </c:pt>
                <c:pt idx="4933">
                  <c:v>4934</c:v>
                </c:pt>
                <c:pt idx="4934">
                  <c:v>4935</c:v>
                </c:pt>
                <c:pt idx="4935">
                  <c:v>4936</c:v>
                </c:pt>
                <c:pt idx="4936">
                  <c:v>4937</c:v>
                </c:pt>
                <c:pt idx="4937">
                  <c:v>4938</c:v>
                </c:pt>
                <c:pt idx="4938">
                  <c:v>4939</c:v>
                </c:pt>
                <c:pt idx="4939">
                  <c:v>4940</c:v>
                </c:pt>
                <c:pt idx="4940">
                  <c:v>4941</c:v>
                </c:pt>
                <c:pt idx="4941">
                  <c:v>4942</c:v>
                </c:pt>
                <c:pt idx="4942">
                  <c:v>4943</c:v>
                </c:pt>
                <c:pt idx="4943">
                  <c:v>4944</c:v>
                </c:pt>
                <c:pt idx="4944">
                  <c:v>4945</c:v>
                </c:pt>
                <c:pt idx="4945">
                  <c:v>4946</c:v>
                </c:pt>
                <c:pt idx="4946">
                  <c:v>4947</c:v>
                </c:pt>
                <c:pt idx="4947">
                  <c:v>4948</c:v>
                </c:pt>
                <c:pt idx="4948">
                  <c:v>4949</c:v>
                </c:pt>
                <c:pt idx="4949">
                  <c:v>4950</c:v>
                </c:pt>
                <c:pt idx="4950">
                  <c:v>4951</c:v>
                </c:pt>
                <c:pt idx="4951">
                  <c:v>4952</c:v>
                </c:pt>
                <c:pt idx="4952">
                  <c:v>4953</c:v>
                </c:pt>
                <c:pt idx="4953">
                  <c:v>4954</c:v>
                </c:pt>
                <c:pt idx="4954">
                  <c:v>4955</c:v>
                </c:pt>
                <c:pt idx="4955">
                  <c:v>4956</c:v>
                </c:pt>
                <c:pt idx="4956">
                  <c:v>4957</c:v>
                </c:pt>
                <c:pt idx="4957">
                  <c:v>4958</c:v>
                </c:pt>
                <c:pt idx="4958">
                  <c:v>4959</c:v>
                </c:pt>
                <c:pt idx="4959">
                  <c:v>4960</c:v>
                </c:pt>
                <c:pt idx="4960">
                  <c:v>4961</c:v>
                </c:pt>
                <c:pt idx="4961">
                  <c:v>4962</c:v>
                </c:pt>
                <c:pt idx="4962">
                  <c:v>4963</c:v>
                </c:pt>
                <c:pt idx="4963">
                  <c:v>4964</c:v>
                </c:pt>
                <c:pt idx="4964">
                  <c:v>4965</c:v>
                </c:pt>
                <c:pt idx="4965">
                  <c:v>4966</c:v>
                </c:pt>
                <c:pt idx="4966">
                  <c:v>4967</c:v>
                </c:pt>
                <c:pt idx="4967">
                  <c:v>4968</c:v>
                </c:pt>
                <c:pt idx="4968">
                  <c:v>4969</c:v>
                </c:pt>
                <c:pt idx="4969">
                  <c:v>4970</c:v>
                </c:pt>
                <c:pt idx="4970">
                  <c:v>4971</c:v>
                </c:pt>
                <c:pt idx="4971">
                  <c:v>4972</c:v>
                </c:pt>
                <c:pt idx="4972">
                  <c:v>4973</c:v>
                </c:pt>
                <c:pt idx="4973">
                  <c:v>4974</c:v>
                </c:pt>
                <c:pt idx="4974">
                  <c:v>4975</c:v>
                </c:pt>
                <c:pt idx="4975">
                  <c:v>4976</c:v>
                </c:pt>
                <c:pt idx="4976">
                  <c:v>4977</c:v>
                </c:pt>
                <c:pt idx="4977">
                  <c:v>4978</c:v>
                </c:pt>
                <c:pt idx="4978">
                  <c:v>4979</c:v>
                </c:pt>
                <c:pt idx="4979">
                  <c:v>4980</c:v>
                </c:pt>
                <c:pt idx="4980">
                  <c:v>4981</c:v>
                </c:pt>
                <c:pt idx="4981">
                  <c:v>4982</c:v>
                </c:pt>
                <c:pt idx="4982">
                  <c:v>4983</c:v>
                </c:pt>
                <c:pt idx="4983">
                  <c:v>4984</c:v>
                </c:pt>
                <c:pt idx="4984">
                  <c:v>4985</c:v>
                </c:pt>
                <c:pt idx="4985">
                  <c:v>4986</c:v>
                </c:pt>
                <c:pt idx="4986">
                  <c:v>4987</c:v>
                </c:pt>
                <c:pt idx="4987">
                  <c:v>4988</c:v>
                </c:pt>
                <c:pt idx="4988">
                  <c:v>4989</c:v>
                </c:pt>
                <c:pt idx="4989">
                  <c:v>4990</c:v>
                </c:pt>
                <c:pt idx="4990">
                  <c:v>4991</c:v>
                </c:pt>
                <c:pt idx="4991">
                  <c:v>4992</c:v>
                </c:pt>
                <c:pt idx="4992">
                  <c:v>4993</c:v>
                </c:pt>
                <c:pt idx="4993">
                  <c:v>4994</c:v>
                </c:pt>
                <c:pt idx="4994">
                  <c:v>4995</c:v>
                </c:pt>
                <c:pt idx="4995">
                  <c:v>4996</c:v>
                </c:pt>
                <c:pt idx="4996">
                  <c:v>4997</c:v>
                </c:pt>
                <c:pt idx="4997">
                  <c:v>4998</c:v>
                </c:pt>
                <c:pt idx="4998">
                  <c:v>4999</c:v>
                </c:pt>
                <c:pt idx="4999">
                  <c:v>5000</c:v>
                </c:pt>
                <c:pt idx="5000">
                  <c:v>5001</c:v>
                </c:pt>
                <c:pt idx="5001">
                  <c:v>5002</c:v>
                </c:pt>
                <c:pt idx="5002">
                  <c:v>5003</c:v>
                </c:pt>
                <c:pt idx="5003">
                  <c:v>5004</c:v>
                </c:pt>
                <c:pt idx="5004">
                  <c:v>5005</c:v>
                </c:pt>
                <c:pt idx="5005">
                  <c:v>5006</c:v>
                </c:pt>
                <c:pt idx="5006">
                  <c:v>5007</c:v>
                </c:pt>
                <c:pt idx="5007">
                  <c:v>5008</c:v>
                </c:pt>
                <c:pt idx="5008">
                  <c:v>5009</c:v>
                </c:pt>
                <c:pt idx="5009">
                  <c:v>5010</c:v>
                </c:pt>
                <c:pt idx="5010">
                  <c:v>5011</c:v>
                </c:pt>
                <c:pt idx="5011">
                  <c:v>5012</c:v>
                </c:pt>
                <c:pt idx="5012">
                  <c:v>5013</c:v>
                </c:pt>
                <c:pt idx="5013">
                  <c:v>5014</c:v>
                </c:pt>
                <c:pt idx="5014">
                  <c:v>5015</c:v>
                </c:pt>
                <c:pt idx="5015">
                  <c:v>5016</c:v>
                </c:pt>
                <c:pt idx="5016">
                  <c:v>5017</c:v>
                </c:pt>
                <c:pt idx="5017">
                  <c:v>5018</c:v>
                </c:pt>
                <c:pt idx="5018">
                  <c:v>5019</c:v>
                </c:pt>
                <c:pt idx="5019">
                  <c:v>5020</c:v>
                </c:pt>
                <c:pt idx="5020">
                  <c:v>5021</c:v>
                </c:pt>
                <c:pt idx="5021">
                  <c:v>5022</c:v>
                </c:pt>
                <c:pt idx="5022">
                  <c:v>5023</c:v>
                </c:pt>
                <c:pt idx="5023">
                  <c:v>5024</c:v>
                </c:pt>
                <c:pt idx="5024">
                  <c:v>5025</c:v>
                </c:pt>
                <c:pt idx="5025">
                  <c:v>5026</c:v>
                </c:pt>
                <c:pt idx="5026">
                  <c:v>5027</c:v>
                </c:pt>
                <c:pt idx="5027">
                  <c:v>5028</c:v>
                </c:pt>
                <c:pt idx="5028">
                  <c:v>5029</c:v>
                </c:pt>
                <c:pt idx="5029">
                  <c:v>5030</c:v>
                </c:pt>
                <c:pt idx="5030">
                  <c:v>5031</c:v>
                </c:pt>
                <c:pt idx="5031">
                  <c:v>5032</c:v>
                </c:pt>
                <c:pt idx="5032">
                  <c:v>5033</c:v>
                </c:pt>
                <c:pt idx="5033">
                  <c:v>5034</c:v>
                </c:pt>
                <c:pt idx="5034">
                  <c:v>5035</c:v>
                </c:pt>
                <c:pt idx="5035">
                  <c:v>5036</c:v>
                </c:pt>
                <c:pt idx="5036">
                  <c:v>5037</c:v>
                </c:pt>
                <c:pt idx="5037">
                  <c:v>5038</c:v>
                </c:pt>
                <c:pt idx="5038">
                  <c:v>5039</c:v>
                </c:pt>
                <c:pt idx="5039">
                  <c:v>5040</c:v>
                </c:pt>
                <c:pt idx="5040">
                  <c:v>5041</c:v>
                </c:pt>
                <c:pt idx="5041">
                  <c:v>5042</c:v>
                </c:pt>
                <c:pt idx="5042">
                  <c:v>5043</c:v>
                </c:pt>
                <c:pt idx="5043">
                  <c:v>5044</c:v>
                </c:pt>
                <c:pt idx="5044">
                  <c:v>5045</c:v>
                </c:pt>
                <c:pt idx="5045">
                  <c:v>5046</c:v>
                </c:pt>
                <c:pt idx="5046">
                  <c:v>5047</c:v>
                </c:pt>
                <c:pt idx="5047">
                  <c:v>5048</c:v>
                </c:pt>
                <c:pt idx="5048">
                  <c:v>5049</c:v>
                </c:pt>
                <c:pt idx="5049">
                  <c:v>5050</c:v>
                </c:pt>
                <c:pt idx="5050">
                  <c:v>5051</c:v>
                </c:pt>
                <c:pt idx="5051">
                  <c:v>5052</c:v>
                </c:pt>
                <c:pt idx="5052">
                  <c:v>5053</c:v>
                </c:pt>
                <c:pt idx="5053">
                  <c:v>5054</c:v>
                </c:pt>
                <c:pt idx="5054">
                  <c:v>5055</c:v>
                </c:pt>
                <c:pt idx="5055">
                  <c:v>5056</c:v>
                </c:pt>
                <c:pt idx="5056">
                  <c:v>5057</c:v>
                </c:pt>
                <c:pt idx="5057">
                  <c:v>5058</c:v>
                </c:pt>
                <c:pt idx="5058">
                  <c:v>5059</c:v>
                </c:pt>
                <c:pt idx="5059">
                  <c:v>5060</c:v>
                </c:pt>
                <c:pt idx="5060">
                  <c:v>5061</c:v>
                </c:pt>
                <c:pt idx="5061">
                  <c:v>5062</c:v>
                </c:pt>
                <c:pt idx="5062">
                  <c:v>5063</c:v>
                </c:pt>
                <c:pt idx="5063">
                  <c:v>5064</c:v>
                </c:pt>
                <c:pt idx="5064">
                  <c:v>5065</c:v>
                </c:pt>
                <c:pt idx="5065">
                  <c:v>5066</c:v>
                </c:pt>
                <c:pt idx="5066">
                  <c:v>5067</c:v>
                </c:pt>
                <c:pt idx="5067">
                  <c:v>5068</c:v>
                </c:pt>
                <c:pt idx="5068">
                  <c:v>5069</c:v>
                </c:pt>
                <c:pt idx="5069">
                  <c:v>5070</c:v>
                </c:pt>
                <c:pt idx="5070">
                  <c:v>5071</c:v>
                </c:pt>
                <c:pt idx="5071">
                  <c:v>5072</c:v>
                </c:pt>
                <c:pt idx="5072">
                  <c:v>5073</c:v>
                </c:pt>
                <c:pt idx="5073">
                  <c:v>5074</c:v>
                </c:pt>
                <c:pt idx="5074">
                  <c:v>5075</c:v>
                </c:pt>
                <c:pt idx="5075">
                  <c:v>5076</c:v>
                </c:pt>
                <c:pt idx="5076">
                  <c:v>5077</c:v>
                </c:pt>
                <c:pt idx="5077">
                  <c:v>5078</c:v>
                </c:pt>
                <c:pt idx="5078">
                  <c:v>5079</c:v>
                </c:pt>
                <c:pt idx="5079">
                  <c:v>5080</c:v>
                </c:pt>
                <c:pt idx="5080">
                  <c:v>5081</c:v>
                </c:pt>
                <c:pt idx="5081">
                  <c:v>5082</c:v>
                </c:pt>
                <c:pt idx="5082">
                  <c:v>5083</c:v>
                </c:pt>
                <c:pt idx="5083">
                  <c:v>5084</c:v>
                </c:pt>
                <c:pt idx="5084">
                  <c:v>5085</c:v>
                </c:pt>
                <c:pt idx="5085">
                  <c:v>5086</c:v>
                </c:pt>
                <c:pt idx="5086">
                  <c:v>5087</c:v>
                </c:pt>
                <c:pt idx="5087">
                  <c:v>5088</c:v>
                </c:pt>
                <c:pt idx="5088">
                  <c:v>5089</c:v>
                </c:pt>
                <c:pt idx="5089">
                  <c:v>5090</c:v>
                </c:pt>
                <c:pt idx="5090">
                  <c:v>5091</c:v>
                </c:pt>
                <c:pt idx="5091">
                  <c:v>5092</c:v>
                </c:pt>
                <c:pt idx="5092">
                  <c:v>5093</c:v>
                </c:pt>
                <c:pt idx="5093">
                  <c:v>5094</c:v>
                </c:pt>
                <c:pt idx="5094">
                  <c:v>5095</c:v>
                </c:pt>
                <c:pt idx="5095">
                  <c:v>5096</c:v>
                </c:pt>
                <c:pt idx="5096">
                  <c:v>5097</c:v>
                </c:pt>
                <c:pt idx="5097">
                  <c:v>5098</c:v>
                </c:pt>
                <c:pt idx="5098">
                  <c:v>5099</c:v>
                </c:pt>
                <c:pt idx="5099">
                  <c:v>5100</c:v>
                </c:pt>
                <c:pt idx="5100">
                  <c:v>5101</c:v>
                </c:pt>
                <c:pt idx="5101">
                  <c:v>5102</c:v>
                </c:pt>
                <c:pt idx="5102">
                  <c:v>5103</c:v>
                </c:pt>
                <c:pt idx="5103">
                  <c:v>5104</c:v>
                </c:pt>
                <c:pt idx="5104">
                  <c:v>5105</c:v>
                </c:pt>
                <c:pt idx="5105">
                  <c:v>5106</c:v>
                </c:pt>
                <c:pt idx="5106">
                  <c:v>5107</c:v>
                </c:pt>
                <c:pt idx="5107">
                  <c:v>5108</c:v>
                </c:pt>
                <c:pt idx="5108">
                  <c:v>5109</c:v>
                </c:pt>
                <c:pt idx="5109">
                  <c:v>5110</c:v>
                </c:pt>
                <c:pt idx="5110">
                  <c:v>5111</c:v>
                </c:pt>
                <c:pt idx="5111">
                  <c:v>5112</c:v>
                </c:pt>
                <c:pt idx="5112">
                  <c:v>5113</c:v>
                </c:pt>
                <c:pt idx="5113">
                  <c:v>5114</c:v>
                </c:pt>
                <c:pt idx="5114">
                  <c:v>5115</c:v>
                </c:pt>
                <c:pt idx="5115">
                  <c:v>5116</c:v>
                </c:pt>
                <c:pt idx="5116">
                  <c:v>5117</c:v>
                </c:pt>
                <c:pt idx="5117">
                  <c:v>5118</c:v>
                </c:pt>
                <c:pt idx="5118">
                  <c:v>5119</c:v>
                </c:pt>
                <c:pt idx="5119">
                  <c:v>5120</c:v>
                </c:pt>
                <c:pt idx="5120">
                  <c:v>5121</c:v>
                </c:pt>
                <c:pt idx="5121">
                  <c:v>5122</c:v>
                </c:pt>
                <c:pt idx="5122">
                  <c:v>5123</c:v>
                </c:pt>
                <c:pt idx="5123">
                  <c:v>5124</c:v>
                </c:pt>
                <c:pt idx="5124">
                  <c:v>5125</c:v>
                </c:pt>
                <c:pt idx="5125">
                  <c:v>5126</c:v>
                </c:pt>
                <c:pt idx="5126">
                  <c:v>5127</c:v>
                </c:pt>
                <c:pt idx="5127">
                  <c:v>5128</c:v>
                </c:pt>
                <c:pt idx="5128">
                  <c:v>5129</c:v>
                </c:pt>
                <c:pt idx="5129">
                  <c:v>5130</c:v>
                </c:pt>
                <c:pt idx="5130">
                  <c:v>5131</c:v>
                </c:pt>
                <c:pt idx="5131">
                  <c:v>5132</c:v>
                </c:pt>
                <c:pt idx="5132">
                  <c:v>5133</c:v>
                </c:pt>
                <c:pt idx="5133">
                  <c:v>5134</c:v>
                </c:pt>
                <c:pt idx="5134">
                  <c:v>5135</c:v>
                </c:pt>
                <c:pt idx="5135">
                  <c:v>5136</c:v>
                </c:pt>
                <c:pt idx="5136">
                  <c:v>5137</c:v>
                </c:pt>
                <c:pt idx="5137">
                  <c:v>5138</c:v>
                </c:pt>
                <c:pt idx="5138">
                  <c:v>5139</c:v>
                </c:pt>
                <c:pt idx="5139">
                  <c:v>5140</c:v>
                </c:pt>
                <c:pt idx="5140">
                  <c:v>5141</c:v>
                </c:pt>
                <c:pt idx="5141">
                  <c:v>5142</c:v>
                </c:pt>
                <c:pt idx="5142">
                  <c:v>5143</c:v>
                </c:pt>
                <c:pt idx="5143">
                  <c:v>5144</c:v>
                </c:pt>
                <c:pt idx="5144">
                  <c:v>5145</c:v>
                </c:pt>
                <c:pt idx="5145">
                  <c:v>5146</c:v>
                </c:pt>
                <c:pt idx="5146">
                  <c:v>5147</c:v>
                </c:pt>
                <c:pt idx="5147">
                  <c:v>5148</c:v>
                </c:pt>
                <c:pt idx="5148">
                  <c:v>5149</c:v>
                </c:pt>
                <c:pt idx="5149">
                  <c:v>5150</c:v>
                </c:pt>
                <c:pt idx="5150">
                  <c:v>5151</c:v>
                </c:pt>
                <c:pt idx="5151">
                  <c:v>5152</c:v>
                </c:pt>
                <c:pt idx="5152">
                  <c:v>5153</c:v>
                </c:pt>
                <c:pt idx="5153">
                  <c:v>5154</c:v>
                </c:pt>
                <c:pt idx="5154">
                  <c:v>5155</c:v>
                </c:pt>
                <c:pt idx="5155">
                  <c:v>5156</c:v>
                </c:pt>
                <c:pt idx="5156">
                  <c:v>5157</c:v>
                </c:pt>
                <c:pt idx="5157">
                  <c:v>5158</c:v>
                </c:pt>
                <c:pt idx="5158">
                  <c:v>5159</c:v>
                </c:pt>
                <c:pt idx="5159">
                  <c:v>5160</c:v>
                </c:pt>
                <c:pt idx="5160">
                  <c:v>5161</c:v>
                </c:pt>
                <c:pt idx="5161">
                  <c:v>5162</c:v>
                </c:pt>
                <c:pt idx="5162">
                  <c:v>5163</c:v>
                </c:pt>
                <c:pt idx="5163">
                  <c:v>5164</c:v>
                </c:pt>
                <c:pt idx="5164">
                  <c:v>5165</c:v>
                </c:pt>
                <c:pt idx="5165">
                  <c:v>5166</c:v>
                </c:pt>
                <c:pt idx="5166">
                  <c:v>5167</c:v>
                </c:pt>
                <c:pt idx="5167">
                  <c:v>5168</c:v>
                </c:pt>
                <c:pt idx="5168">
                  <c:v>5169</c:v>
                </c:pt>
                <c:pt idx="5169">
                  <c:v>5170</c:v>
                </c:pt>
                <c:pt idx="5170">
                  <c:v>5171</c:v>
                </c:pt>
                <c:pt idx="5171">
                  <c:v>5172</c:v>
                </c:pt>
                <c:pt idx="5172">
                  <c:v>5173</c:v>
                </c:pt>
                <c:pt idx="5173">
                  <c:v>5174</c:v>
                </c:pt>
                <c:pt idx="5174">
                  <c:v>5175</c:v>
                </c:pt>
                <c:pt idx="5175">
                  <c:v>5176</c:v>
                </c:pt>
                <c:pt idx="5176">
                  <c:v>5177</c:v>
                </c:pt>
                <c:pt idx="5177">
                  <c:v>5178</c:v>
                </c:pt>
                <c:pt idx="5178">
                  <c:v>5179</c:v>
                </c:pt>
                <c:pt idx="5179">
                  <c:v>5180</c:v>
                </c:pt>
                <c:pt idx="5180">
                  <c:v>5181</c:v>
                </c:pt>
                <c:pt idx="5181">
                  <c:v>5182</c:v>
                </c:pt>
                <c:pt idx="5182">
                  <c:v>5183</c:v>
                </c:pt>
                <c:pt idx="5183">
                  <c:v>5184</c:v>
                </c:pt>
                <c:pt idx="5184">
                  <c:v>5185</c:v>
                </c:pt>
                <c:pt idx="5185">
                  <c:v>5186</c:v>
                </c:pt>
                <c:pt idx="5186">
                  <c:v>5187</c:v>
                </c:pt>
                <c:pt idx="5187">
                  <c:v>5188</c:v>
                </c:pt>
                <c:pt idx="5188">
                  <c:v>5189</c:v>
                </c:pt>
                <c:pt idx="5189">
                  <c:v>5190</c:v>
                </c:pt>
                <c:pt idx="5190">
                  <c:v>5191</c:v>
                </c:pt>
                <c:pt idx="5191">
                  <c:v>5192</c:v>
                </c:pt>
                <c:pt idx="5192">
                  <c:v>5193</c:v>
                </c:pt>
                <c:pt idx="5193">
                  <c:v>5194</c:v>
                </c:pt>
                <c:pt idx="5194">
                  <c:v>5195</c:v>
                </c:pt>
                <c:pt idx="5195">
                  <c:v>5196</c:v>
                </c:pt>
                <c:pt idx="5196">
                  <c:v>5197</c:v>
                </c:pt>
                <c:pt idx="5197">
                  <c:v>5198</c:v>
                </c:pt>
                <c:pt idx="5198">
                  <c:v>5199</c:v>
                </c:pt>
                <c:pt idx="5199">
                  <c:v>5200</c:v>
                </c:pt>
                <c:pt idx="5200">
                  <c:v>5201</c:v>
                </c:pt>
                <c:pt idx="5201">
                  <c:v>5202</c:v>
                </c:pt>
                <c:pt idx="5202">
                  <c:v>5203</c:v>
                </c:pt>
                <c:pt idx="5203">
                  <c:v>5204</c:v>
                </c:pt>
                <c:pt idx="5204">
                  <c:v>5205</c:v>
                </c:pt>
                <c:pt idx="5205">
                  <c:v>5206</c:v>
                </c:pt>
                <c:pt idx="5206">
                  <c:v>5207</c:v>
                </c:pt>
                <c:pt idx="5207">
                  <c:v>5208</c:v>
                </c:pt>
                <c:pt idx="5208">
                  <c:v>5209</c:v>
                </c:pt>
                <c:pt idx="5209">
                  <c:v>5210</c:v>
                </c:pt>
                <c:pt idx="5210">
                  <c:v>5211</c:v>
                </c:pt>
                <c:pt idx="5211">
                  <c:v>5212</c:v>
                </c:pt>
                <c:pt idx="5212">
                  <c:v>5213</c:v>
                </c:pt>
                <c:pt idx="5213">
                  <c:v>5214</c:v>
                </c:pt>
                <c:pt idx="5214">
                  <c:v>5215</c:v>
                </c:pt>
                <c:pt idx="5215">
                  <c:v>5216</c:v>
                </c:pt>
                <c:pt idx="5216">
                  <c:v>5217</c:v>
                </c:pt>
                <c:pt idx="5217">
                  <c:v>5218</c:v>
                </c:pt>
                <c:pt idx="5218">
                  <c:v>5219</c:v>
                </c:pt>
                <c:pt idx="5219">
                  <c:v>5220</c:v>
                </c:pt>
                <c:pt idx="5220">
                  <c:v>5221</c:v>
                </c:pt>
                <c:pt idx="5221">
                  <c:v>5222</c:v>
                </c:pt>
                <c:pt idx="5222">
                  <c:v>5223</c:v>
                </c:pt>
                <c:pt idx="5223">
                  <c:v>5224</c:v>
                </c:pt>
                <c:pt idx="5224">
                  <c:v>5225</c:v>
                </c:pt>
                <c:pt idx="5225">
                  <c:v>5226</c:v>
                </c:pt>
                <c:pt idx="5226">
                  <c:v>5227</c:v>
                </c:pt>
                <c:pt idx="5227">
                  <c:v>5228</c:v>
                </c:pt>
                <c:pt idx="5228">
                  <c:v>5229</c:v>
                </c:pt>
                <c:pt idx="5229">
                  <c:v>5230</c:v>
                </c:pt>
                <c:pt idx="5230">
                  <c:v>5231</c:v>
                </c:pt>
                <c:pt idx="5231">
                  <c:v>5232</c:v>
                </c:pt>
                <c:pt idx="5232">
                  <c:v>5233</c:v>
                </c:pt>
                <c:pt idx="5233">
                  <c:v>5234</c:v>
                </c:pt>
                <c:pt idx="5234">
                  <c:v>5235</c:v>
                </c:pt>
                <c:pt idx="5235">
                  <c:v>5236</c:v>
                </c:pt>
                <c:pt idx="5236">
                  <c:v>5237</c:v>
                </c:pt>
                <c:pt idx="5237">
                  <c:v>5238</c:v>
                </c:pt>
                <c:pt idx="5238">
                  <c:v>5239</c:v>
                </c:pt>
                <c:pt idx="5239">
                  <c:v>5240</c:v>
                </c:pt>
                <c:pt idx="5240">
                  <c:v>5241</c:v>
                </c:pt>
                <c:pt idx="5241">
                  <c:v>5242</c:v>
                </c:pt>
                <c:pt idx="5242">
                  <c:v>5243</c:v>
                </c:pt>
                <c:pt idx="5243">
                  <c:v>5244</c:v>
                </c:pt>
                <c:pt idx="5244">
                  <c:v>5245</c:v>
                </c:pt>
                <c:pt idx="5245">
                  <c:v>5246</c:v>
                </c:pt>
                <c:pt idx="5246">
                  <c:v>5247</c:v>
                </c:pt>
                <c:pt idx="5247">
                  <c:v>5248</c:v>
                </c:pt>
                <c:pt idx="5248">
                  <c:v>5249</c:v>
                </c:pt>
                <c:pt idx="5249">
                  <c:v>5250</c:v>
                </c:pt>
                <c:pt idx="5250">
                  <c:v>5251</c:v>
                </c:pt>
                <c:pt idx="5251">
                  <c:v>5252</c:v>
                </c:pt>
                <c:pt idx="5252">
                  <c:v>5253</c:v>
                </c:pt>
                <c:pt idx="5253">
                  <c:v>5254</c:v>
                </c:pt>
                <c:pt idx="5254">
                  <c:v>5255</c:v>
                </c:pt>
                <c:pt idx="5255">
                  <c:v>5256</c:v>
                </c:pt>
                <c:pt idx="5256">
                  <c:v>5257</c:v>
                </c:pt>
                <c:pt idx="5257">
                  <c:v>5258</c:v>
                </c:pt>
                <c:pt idx="5258">
                  <c:v>5259</c:v>
                </c:pt>
                <c:pt idx="5259">
                  <c:v>5260</c:v>
                </c:pt>
                <c:pt idx="5260">
                  <c:v>5261</c:v>
                </c:pt>
                <c:pt idx="5261">
                  <c:v>5262</c:v>
                </c:pt>
                <c:pt idx="5262">
                  <c:v>5263</c:v>
                </c:pt>
                <c:pt idx="5263">
                  <c:v>5264</c:v>
                </c:pt>
                <c:pt idx="5264">
                  <c:v>5265</c:v>
                </c:pt>
                <c:pt idx="5265">
                  <c:v>5266</c:v>
                </c:pt>
                <c:pt idx="5266">
                  <c:v>5267</c:v>
                </c:pt>
                <c:pt idx="5267">
                  <c:v>5268</c:v>
                </c:pt>
                <c:pt idx="5268">
                  <c:v>5269</c:v>
                </c:pt>
                <c:pt idx="5269">
                  <c:v>5270</c:v>
                </c:pt>
                <c:pt idx="5270">
                  <c:v>5271</c:v>
                </c:pt>
                <c:pt idx="5271">
                  <c:v>5272</c:v>
                </c:pt>
                <c:pt idx="5272">
                  <c:v>5273</c:v>
                </c:pt>
                <c:pt idx="5273">
                  <c:v>5274</c:v>
                </c:pt>
                <c:pt idx="5274">
                  <c:v>5275</c:v>
                </c:pt>
                <c:pt idx="5275">
                  <c:v>5276</c:v>
                </c:pt>
                <c:pt idx="5276">
                  <c:v>5277</c:v>
                </c:pt>
                <c:pt idx="5277">
                  <c:v>5278</c:v>
                </c:pt>
                <c:pt idx="5278">
                  <c:v>5279</c:v>
                </c:pt>
                <c:pt idx="5279">
                  <c:v>5280</c:v>
                </c:pt>
                <c:pt idx="5280">
                  <c:v>5281</c:v>
                </c:pt>
                <c:pt idx="5281">
                  <c:v>5282</c:v>
                </c:pt>
                <c:pt idx="5282">
                  <c:v>5283</c:v>
                </c:pt>
                <c:pt idx="5283">
                  <c:v>5284</c:v>
                </c:pt>
                <c:pt idx="5284">
                  <c:v>5285</c:v>
                </c:pt>
                <c:pt idx="5285">
                  <c:v>5286</c:v>
                </c:pt>
                <c:pt idx="5286">
                  <c:v>5287</c:v>
                </c:pt>
                <c:pt idx="5287">
                  <c:v>5288</c:v>
                </c:pt>
                <c:pt idx="5288">
                  <c:v>5289</c:v>
                </c:pt>
                <c:pt idx="5289">
                  <c:v>5290</c:v>
                </c:pt>
                <c:pt idx="5290">
                  <c:v>5291</c:v>
                </c:pt>
                <c:pt idx="5291">
                  <c:v>5292</c:v>
                </c:pt>
                <c:pt idx="5292">
                  <c:v>5293</c:v>
                </c:pt>
                <c:pt idx="5293">
                  <c:v>5294</c:v>
                </c:pt>
                <c:pt idx="5294">
                  <c:v>5295</c:v>
                </c:pt>
                <c:pt idx="5295">
                  <c:v>5296</c:v>
                </c:pt>
                <c:pt idx="5296">
                  <c:v>5297</c:v>
                </c:pt>
                <c:pt idx="5297">
                  <c:v>5298</c:v>
                </c:pt>
                <c:pt idx="5298">
                  <c:v>5299</c:v>
                </c:pt>
                <c:pt idx="5299">
                  <c:v>5300</c:v>
                </c:pt>
                <c:pt idx="5300">
                  <c:v>5301</c:v>
                </c:pt>
                <c:pt idx="5301">
                  <c:v>5302</c:v>
                </c:pt>
                <c:pt idx="5302">
                  <c:v>5303</c:v>
                </c:pt>
                <c:pt idx="5303">
                  <c:v>5304</c:v>
                </c:pt>
                <c:pt idx="5304">
                  <c:v>5305</c:v>
                </c:pt>
                <c:pt idx="5305">
                  <c:v>5306</c:v>
                </c:pt>
                <c:pt idx="5306">
                  <c:v>5307</c:v>
                </c:pt>
                <c:pt idx="5307">
                  <c:v>5308</c:v>
                </c:pt>
                <c:pt idx="5308">
                  <c:v>5309</c:v>
                </c:pt>
                <c:pt idx="5309">
                  <c:v>5310</c:v>
                </c:pt>
                <c:pt idx="5310">
                  <c:v>5311</c:v>
                </c:pt>
                <c:pt idx="5311">
                  <c:v>5312</c:v>
                </c:pt>
                <c:pt idx="5312">
                  <c:v>5313</c:v>
                </c:pt>
                <c:pt idx="5313">
                  <c:v>5314</c:v>
                </c:pt>
                <c:pt idx="5314">
                  <c:v>5315</c:v>
                </c:pt>
                <c:pt idx="5315">
                  <c:v>5316</c:v>
                </c:pt>
                <c:pt idx="5316">
                  <c:v>5317</c:v>
                </c:pt>
                <c:pt idx="5317">
                  <c:v>5318</c:v>
                </c:pt>
                <c:pt idx="5318">
                  <c:v>5319</c:v>
                </c:pt>
                <c:pt idx="5319">
                  <c:v>5320</c:v>
                </c:pt>
                <c:pt idx="5320">
                  <c:v>5321</c:v>
                </c:pt>
                <c:pt idx="5321">
                  <c:v>5322</c:v>
                </c:pt>
                <c:pt idx="5322">
                  <c:v>5323</c:v>
                </c:pt>
                <c:pt idx="5323">
                  <c:v>5324</c:v>
                </c:pt>
                <c:pt idx="5324">
                  <c:v>5325</c:v>
                </c:pt>
                <c:pt idx="5325">
                  <c:v>5326</c:v>
                </c:pt>
                <c:pt idx="5326">
                  <c:v>5327</c:v>
                </c:pt>
                <c:pt idx="5327">
                  <c:v>5328</c:v>
                </c:pt>
                <c:pt idx="5328">
                  <c:v>5329</c:v>
                </c:pt>
                <c:pt idx="5329">
                  <c:v>5330</c:v>
                </c:pt>
                <c:pt idx="5330">
                  <c:v>5331</c:v>
                </c:pt>
                <c:pt idx="5331">
                  <c:v>5332</c:v>
                </c:pt>
                <c:pt idx="5332">
                  <c:v>5333</c:v>
                </c:pt>
                <c:pt idx="5333">
                  <c:v>5334</c:v>
                </c:pt>
                <c:pt idx="5334">
                  <c:v>5335</c:v>
                </c:pt>
                <c:pt idx="5335">
                  <c:v>5336</c:v>
                </c:pt>
                <c:pt idx="5336">
                  <c:v>5337</c:v>
                </c:pt>
                <c:pt idx="5337">
                  <c:v>5338</c:v>
                </c:pt>
                <c:pt idx="5338">
                  <c:v>5339</c:v>
                </c:pt>
                <c:pt idx="5339">
                  <c:v>5340</c:v>
                </c:pt>
                <c:pt idx="5340">
                  <c:v>5341</c:v>
                </c:pt>
                <c:pt idx="5341">
                  <c:v>5342</c:v>
                </c:pt>
                <c:pt idx="5342">
                  <c:v>5343</c:v>
                </c:pt>
                <c:pt idx="5343">
                  <c:v>5344</c:v>
                </c:pt>
                <c:pt idx="5344">
                  <c:v>5345</c:v>
                </c:pt>
                <c:pt idx="5345">
                  <c:v>5346</c:v>
                </c:pt>
                <c:pt idx="5346">
                  <c:v>5347</c:v>
                </c:pt>
                <c:pt idx="5347">
                  <c:v>5348</c:v>
                </c:pt>
                <c:pt idx="5348">
                  <c:v>5349</c:v>
                </c:pt>
                <c:pt idx="5349">
                  <c:v>5350</c:v>
                </c:pt>
                <c:pt idx="5350">
                  <c:v>5351</c:v>
                </c:pt>
                <c:pt idx="5351">
                  <c:v>5352</c:v>
                </c:pt>
                <c:pt idx="5352">
                  <c:v>5353</c:v>
                </c:pt>
                <c:pt idx="5353">
                  <c:v>5354</c:v>
                </c:pt>
                <c:pt idx="5354">
                  <c:v>5355</c:v>
                </c:pt>
                <c:pt idx="5355">
                  <c:v>5356</c:v>
                </c:pt>
                <c:pt idx="5356">
                  <c:v>5357</c:v>
                </c:pt>
                <c:pt idx="5357">
                  <c:v>5358</c:v>
                </c:pt>
                <c:pt idx="5358">
                  <c:v>5359</c:v>
                </c:pt>
                <c:pt idx="5359">
                  <c:v>5360</c:v>
                </c:pt>
                <c:pt idx="5360">
                  <c:v>5361</c:v>
                </c:pt>
                <c:pt idx="5361">
                  <c:v>5362</c:v>
                </c:pt>
                <c:pt idx="5362">
                  <c:v>5363</c:v>
                </c:pt>
                <c:pt idx="5363">
                  <c:v>5364</c:v>
                </c:pt>
                <c:pt idx="5364">
                  <c:v>5365</c:v>
                </c:pt>
                <c:pt idx="5365">
                  <c:v>5366</c:v>
                </c:pt>
                <c:pt idx="5366">
                  <c:v>5367</c:v>
                </c:pt>
                <c:pt idx="5367">
                  <c:v>5368</c:v>
                </c:pt>
                <c:pt idx="5368">
                  <c:v>5369</c:v>
                </c:pt>
                <c:pt idx="5369">
                  <c:v>5370</c:v>
                </c:pt>
                <c:pt idx="5370">
                  <c:v>5371</c:v>
                </c:pt>
                <c:pt idx="5371">
                  <c:v>5372</c:v>
                </c:pt>
                <c:pt idx="5372">
                  <c:v>5373</c:v>
                </c:pt>
                <c:pt idx="5373">
                  <c:v>5374</c:v>
                </c:pt>
                <c:pt idx="5374">
                  <c:v>5375</c:v>
                </c:pt>
                <c:pt idx="5375">
                  <c:v>5376</c:v>
                </c:pt>
                <c:pt idx="5376">
                  <c:v>5377</c:v>
                </c:pt>
                <c:pt idx="5377">
                  <c:v>5378</c:v>
                </c:pt>
                <c:pt idx="5378">
                  <c:v>5379</c:v>
                </c:pt>
                <c:pt idx="5379">
                  <c:v>5380</c:v>
                </c:pt>
                <c:pt idx="5380">
                  <c:v>5381</c:v>
                </c:pt>
                <c:pt idx="5381">
                  <c:v>5382</c:v>
                </c:pt>
                <c:pt idx="5382">
                  <c:v>5383</c:v>
                </c:pt>
                <c:pt idx="5383">
                  <c:v>5384</c:v>
                </c:pt>
                <c:pt idx="5384">
                  <c:v>5385</c:v>
                </c:pt>
                <c:pt idx="5385">
                  <c:v>5386</c:v>
                </c:pt>
                <c:pt idx="5386">
                  <c:v>5387</c:v>
                </c:pt>
                <c:pt idx="5387">
                  <c:v>5388</c:v>
                </c:pt>
                <c:pt idx="5388">
                  <c:v>5389</c:v>
                </c:pt>
                <c:pt idx="5389">
                  <c:v>5390</c:v>
                </c:pt>
                <c:pt idx="5390">
                  <c:v>5391</c:v>
                </c:pt>
                <c:pt idx="5391">
                  <c:v>5392</c:v>
                </c:pt>
                <c:pt idx="5392">
                  <c:v>5393</c:v>
                </c:pt>
                <c:pt idx="5393">
                  <c:v>5394</c:v>
                </c:pt>
                <c:pt idx="5394">
                  <c:v>5395</c:v>
                </c:pt>
                <c:pt idx="5395">
                  <c:v>5396</c:v>
                </c:pt>
                <c:pt idx="5396">
                  <c:v>5397</c:v>
                </c:pt>
                <c:pt idx="5397">
                  <c:v>5398</c:v>
                </c:pt>
                <c:pt idx="5398">
                  <c:v>5399</c:v>
                </c:pt>
                <c:pt idx="5399">
                  <c:v>5400</c:v>
                </c:pt>
                <c:pt idx="5400">
                  <c:v>5401</c:v>
                </c:pt>
                <c:pt idx="5401">
                  <c:v>5402</c:v>
                </c:pt>
                <c:pt idx="5402">
                  <c:v>5403</c:v>
                </c:pt>
                <c:pt idx="5403">
                  <c:v>5404</c:v>
                </c:pt>
                <c:pt idx="5404">
                  <c:v>5405</c:v>
                </c:pt>
                <c:pt idx="5405">
                  <c:v>5406</c:v>
                </c:pt>
                <c:pt idx="5406">
                  <c:v>5407</c:v>
                </c:pt>
                <c:pt idx="5407">
                  <c:v>5408</c:v>
                </c:pt>
                <c:pt idx="5408">
                  <c:v>5409</c:v>
                </c:pt>
                <c:pt idx="5409">
                  <c:v>5410</c:v>
                </c:pt>
                <c:pt idx="5410">
                  <c:v>5411</c:v>
                </c:pt>
                <c:pt idx="5411">
                  <c:v>5412</c:v>
                </c:pt>
                <c:pt idx="5412">
                  <c:v>5413</c:v>
                </c:pt>
                <c:pt idx="5413">
                  <c:v>5414</c:v>
                </c:pt>
                <c:pt idx="5414">
                  <c:v>5415</c:v>
                </c:pt>
                <c:pt idx="5415">
                  <c:v>5416</c:v>
                </c:pt>
                <c:pt idx="5416">
                  <c:v>5417</c:v>
                </c:pt>
                <c:pt idx="5417">
                  <c:v>5418</c:v>
                </c:pt>
                <c:pt idx="5418">
                  <c:v>5419</c:v>
                </c:pt>
                <c:pt idx="5419">
                  <c:v>5420</c:v>
                </c:pt>
                <c:pt idx="5420">
                  <c:v>5421</c:v>
                </c:pt>
                <c:pt idx="5421">
                  <c:v>5422</c:v>
                </c:pt>
                <c:pt idx="5422">
                  <c:v>5423</c:v>
                </c:pt>
                <c:pt idx="5423">
                  <c:v>5424</c:v>
                </c:pt>
                <c:pt idx="5424">
                  <c:v>5425</c:v>
                </c:pt>
                <c:pt idx="5425">
                  <c:v>5426</c:v>
                </c:pt>
                <c:pt idx="5426">
                  <c:v>5427</c:v>
                </c:pt>
                <c:pt idx="5427">
                  <c:v>5428</c:v>
                </c:pt>
                <c:pt idx="5428">
                  <c:v>5429</c:v>
                </c:pt>
                <c:pt idx="5429">
                  <c:v>5430</c:v>
                </c:pt>
                <c:pt idx="5430">
                  <c:v>5431</c:v>
                </c:pt>
                <c:pt idx="5431">
                  <c:v>5432</c:v>
                </c:pt>
                <c:pt idx="5432">
                  <c:v>5433</c:v>
                </c:pt>
                <c:pt idx="5433">
                  <c:v>5434</c:v>
                </c:pt>
                <c:pt idx="5434">
                  <c:v>5435</c:v>
                </c:pt>
                <c:pt idx="5435">
                  <c:v>5436</c:v>
                </c:pt>
                <c:pt idx="5436">
                  <c:v>5437</c:v>
                </c:pt>
                <c:pt idx="5437">
                  <c:v>5438</c:v>
                </c:pt>
                <c:pt idx="5438">
                  <c:v>5439</c:v>
                </c:pt>
                <c:pt idx="5439">
                  <c:v>5440</c:v>
                </c:pt>
                <c:pt idx="5440">
                  <c:v>5441</c:v>
                </c:pt>
                <c:pt idx="5441">
                  <c:v>5442</c:v>
                </c:pt>
                <c:pt idx="5442">
                  <c:v>5443</c:v>
                </c:pt>
                <c:pt idx="5443">
                  <c:v>5444</c:v>
                </c:pt>
                <c:pt idx="5444">
                  <c:v>5445</c:v>
                </c:pt>
                <c:pt idx="5445">
                  <c:v>5446</c:v>
                </c:pt>
                <c:pt idx="5446">
                  <c:v>5447</c:v>
                </c:pt>
                <c:pt idx="5447">
                  <c:v>5448</c:v>
                </c:pt>
                <c:pt idx="5448">
                  <c:v>5449</c:v>
                </c:pt>
                <c:pt idx="5449">
                  <c:v>5450</c:v>
                </c:pt>
                <c:pt idx="5450">
                  <c:v>5451</c:v>
                </c:pt>
                <c:pt idx="5451">
                  <c:v>5452</c:v>
                </c:pt>
                <c:pt idx="5452">
                  <c:v>5453</c:v>
                </c:pt>
                <c:pt idx="5453">
                  <c:v>5454</c:v>
                </c:pt>
                <c:pt idx="5454">
                  <c:v>5455</c:v>
                </c:pt>
                <c:pt idx="5455">
                  <c:v>5456</c:v>
                </c:pt>
                <c:pt idx="5456">
                  <c:v>5457</c:v>
                </c:pt>
                <c:pt idx="5457">
                  <c:v>5458</c:v>
                </c:pt>
                <c:pt idx="5458">
                  <c:v>5459</c:v>
                </c:pt>
                <c:pt idx="5459">
                  <c:v>5460</c:v>
                </c:pt>
                <c:pt idx="5460">
                  <c:v>5461</c:v>
                </c:pt>
                <c:pt idx="5461">
                  <c:v>5462</c:v>
                </c:pt>
                <c:pt idx="5462">
                  <c:v>5463</c:v>
                </c:pt>
                <c:pt idx="5463">
                  <c:v>5464</c:v>
                </c:pt>
                <c:pt idx="5464">
                  <c:v>5465</c:v>
                </c:pt>
                <c:pt idx="5465">
                  <c:v>5466</c:v>
                </c:pt>
                <c:pt idx="5466">
                  <c:v>5467</c:v>
                </c:pt>
                <c:pt idx="5467">
                  <c:v>5468</c:v>
                </c:pt>
                <c:pt idx="5468">
                  <c:v>5469</c:v>
                </c:pt>
                <c:pt idx="5469">
                  <c:v>5470</c:v>
                </c:pt>
                <c:pt idx="5470">
                  <c:v>5471</c:v>
                </c:pt>
                <c:pt idx="5471">
                  <c:v>5472</c:v>
                </c:pt>
                <c:pt idx="5472">
                  <c:v>5473</c:v>
                </c:pt>
                <c:pt idx="5473">
                  <c:v>5474</c:v>
                </c:pt>
                <c:pt idx="5474">
                  <c:v>5475</c:v>
                </c:pt>
                <c:pt idx="5475">
                  <c:v>5476</c:v>
                </c:pt>
                <c:pt idx="5476">
                  <c:v>5477</c:v>
                </c:pt>
                <c:pt idx="5477">
                  <c:v>5478</c:v>
                </c:pt>
                <c:pt idx="5478">
                  <c:v>5479</c:v>
                </c:pt>
                <c:pt idx="5479">
                  <c:v>5480</c:v>
                </c:pt>
                <c:pt idx="5480">
                  <c:v>5481</c:v>
                </c:pt>
                <c:pt idx="5481">
                  <c:v>5482</c:v>
                </c:pt>
                <c:pt idx="5482">
                  <c:v>5483</c:v>
                </c:pt>
                <c:pt idx="5483">
                  <c:v>5484</c:v>
                </c:pt>
                <c:pt idx="5484">
                  <c:v>5485</c:v>
                </c:pt>
                <c:pt idx="5485">
                  <c:v>5486</c:v>
                </c:pt>
                <c:pt idx="5486">
                  <c:v>5487</c:v>
                </c:pt>
                <c:pt idx="5487">
                  <c:v>5488</c:v>
                </c:pt>
                <c:pt idx="5488">
                  <c:v>5489</c:v>
                </c:pt>
                <c:pt idx="5489">
                  <c:v>5490</c:v>
                </c:pt>
                <c:pt idx="5490">
                  <c:v>5491</c:v>
                </c:pt>
                <c:pt idx="5491">
                  <c:v>5492</c:v>
                </c:pt>
                <c:pt idx="5492">
                  <c:v>5493</c:v>
                </c:pt>
                <c:pt idx="5493">
                  <c:v>5494</c:v>
                </c:pt>
                <c:pt idx="5494">
                  <c:v>5495</c:v>
                </c:pt>
                <c:pt idx="5495">
                  <c:v>5496</c:v>
                </c:pt>
                <c:pt idx="5496">
                  <c:v>5497</c:v>
                </c:pt>
                <c:pt idx="5497">
                  <c:v>5498</c:v>
                </c:pt>
                <c:pt idx="5498">
                  <c:v>5499</c:v>
                </c:pt>
                <c:pt idx="5499">
                  <c:v>5500</c:v>
                </c:pt>
                <c:pt idx="5500">
                  <c:v>5501</c:v>
                </c:pt>
                <c:pt idx="5501">
                  <c:v>5502</c:v>
                </c:pt>
                <c:pt idx="5502">
                  <c:v>5503</c:v>
                </c:pt>
                <c:pt idx="5503">
                  <c:v>5504</c:v>
                </c:pt>
                <c:pt idx="5504">
                  <c:v>5505</c:v>
                </c:pt>
                <c:pt idx="5505">
                  <c:v>5506</c:v>
                </c:pt>
                <c:pt idx="5506">
                  <c:v>5507</c:v>
                </c:pt>
                <c:pt idx="5507">
                  <c:v>5508</c:v>
                </c:pt>
                <c:pt idx="5508">
                  <c:v>5509</c:v>
                </c:pt>
                <c:pt idx="5509">
                  <c:v>5510</c:v>
                </c:pt>
                <c:pt idx="5510">
                  <c:v>5511</c:v>
                </c:pt>
                <c:pt idx="5511">
                  <c:v>5512</c:v>
                </c:pt>
                <c:pt idx="5512">
                  <c:v>5513</c:v>
                </c:pt>
                <c:pt idx="5513">
                  <c:v>5514</c:v>
                </c:pt>
                <c:pt idx="5514">
                  <c:v>5515</c:v>
                </c:pt>
                <c:pt idx="5515">
                  <c:v>5516</c:v>
                </c:pt>
                <c:pt idx="5516">
                  <c:v>5517</c:v>
                </c:pt>
                <c:pt idx="5517">
                  <c:v>5518</c:v>
                </c:pt>
                <c:pt idx="5518">
                  <c:v>5519</c:v>
                </c:pt>
                <c:pt idx="5519">
                  <c:v>5520</c:v>
                </c:pt>
                <c:pt idx="5520">
                  <c:v>5521</c:v>
                </c:pt>
                <c:pt idx="5521">
                  <c:v>5522</c:v>
                </c:pt>
                <c:pt idx="5522">
                  <c:v>5523</c:v>
                </c:pt>
                <c:pt idx="5523">
                  <c:v>5524</c:v>
                </c:pt>
                <c:pt idx="5524">
                  <c:v>5525</c:v>
                </c:pt>
                <c:pt idx="5525">
                  <c:v>5526</c:v>
                </c:pt>
                <c:pt idx="5526">
                  <c:v>5527</c:v>
                </c:pt>
                <c:pt idx="5527">
                  <c:v>5528</c:v>
                </c:pt>
                <c:pt idx="5528">
                  <c:v>5529</c:v>
                </c:pt>
                <c:pt idx="5529">
                  <c:v>5530</c:v>
                </c:pt>
                <c:pt idx="5530">
                  <c:v>5531</c:v>
                </c:pt>
                <c:pt idx="5531">
                  <c:v>5532</c:v>
                </c:pt>
                <c:pt idx="5532">
                  <c:v>5533</c:v>
                </c:pt>
                <c:pt idx="5533">
                  <c:v>5534</c:v>
                </c:pt>
                <c:pt idx="5534">
                  <c:v>5535</c:v>
                </c:pt>
                <c:pt idx="5535">
                  <c:v>5536</c:v>
                </c:pt>
                <c:pt idx="5536">
                  <c:v>5537</c:v>
                </c:pt>
                <c:pt idx="5537">
                  <c:v>5538</c:v>
                </c:pt>
                <c:pt idx="5538">
                  <c:v>5539</c:v>
                </c:pt>
                <c:pt idx="5539">
                  <c:v>5540</c:v>
                </c:pt>
                <c:pt idx="5540">
                  <c:v>5541</c:v>
                </c:pt>
                <c:pt idx="5541">
                  <c:v>5542</c:v>
                </c:pt>
                <c:pt idx="5542">
                  <c:v>5543</c:v>
                </c:pt>
                <c:pt idx="5543">
                  <c:v>5544</c:v>
                </c:pt>
                <c:pt idx="5544">
                  <c:v>5545</c:v>
                </c:pt>
                <c:pt idx="5545">
                  <c:v>5546</c:v>
                </c:pt>
                <c:pt idx="5546">
                  <c:v>5547</c:v>
                </c:pt>
                <c:pt idx="5547">
                  <c:v>5548</c:v>
                </c:pt>
                <c:pt idx="5548">
                  <c:v>5549</c:v>
                </c:pt>
                <c:pt idx="5549">
                  <c:v>5550</c:v>
                </c:pt>
                <c:pt idx="5550">
                  <c:v>5551</c:v>
                </c:pt>
                <c:pt idx="5551">
                  <c:v>5552</c:v>
                </c:pt>
                <c:pt idx="5552">
                  <c:v>5553</c:v>
                </c:pt>
                <c:pt idx="5553">
                  <c:v>5554</c:v>
                </c:pt>
                <c:pt idx="5554">
                  <c:v>5555</c:v>
                </c:pt>
                <c:pt idx="5555">
                  <c:v>5556</c:v>
                </c:pt>
                <c:pt idx="5556">
                  <c:v>5557</c:v>
                </c:pt>
                <c:pt idx="5557">
                  <c:v>5558</c:v>
                </c:pt>
                <c:pt idx="5558">
                  <c:v>5559</c:v>
                </c:pt>
                <c:pt idx="5559">
                  <c:v>5560</c:v>
                </c:pt>
                <c:pt idx="5560">
                  <c:v>5561</c:v>
                </c:pt>
                <c:pt idx="5561">
                  <c:v>5562</c:v>
                </c:pt>
                <c:pt idx="5562">
                  <c:v>5563</c:v>
                </c:pt>
                <c:pt idx="5563">
                  <c:v>5564</c:v>
                </c:pt>
                <c:pt idx="5564">
                  <c:v>5565</c:v>
                </c:pt>
                <c:pt idx="5565">
                  <c:v>5566</c:v>
                </c:pt>
                <c:pt idx="5566">
                  <c:v>5567</c:v>
                </c:pt>
                <c:pt idx="5567">
                  <c:v>5568</c:v>
                </c:pt>
                <c:pt idx="5568">
                  <c:v>5569</c:v>
                </c:pt>
                <c:pt idx="5569">
                  <c:v>5570</c:v>
                </c:pt>
                <c:pt idx="5570">
                  <c:v>5571</c:v>
                </c:pt>
                <c:pt idx="5571">
                  <c:v>5572</c:v>
                </c:pt>
                <c:pt idx="5572">
                  <c:v>5573</c:v>
                </c:pt>
                <c:pt idx="5573">
                  <c:v>5574</c:v>
                </c:pt>
                <c:pt idx="5574">
                  <c:v>5575</c:v>
                </c:pt>
                <c:pt idx="5575">
                  <c:v>5576</c:v>
                </c:pt>
                <c:pt idx="5576">
                  <c:v>5577</c:v>
                </c:pt>
                <c:pt idx="5577">
                  <c:v>5578</c:v>
                </c:pt>
                <c:pt idx="5578">
                  <c:v>5579</c:v>
                </c:pt>
                <c:pt idx="5579">
                  <c:v>5580</c:v>
                </c:pt>
                <c:pt idx="5580">
                  <c:v>5581</c:v>
                </c:pt>
                <c:pt idx="5581">
                  <c:v>5582</c:v>
                </c:pt>
                <c:pt idx="5582">
                  <c:v>5583</c:v>
                </c:pt>
                <c:pt idx="5583">
                  <c:v>5584</c:v>
                </c:pt>
                <c:pt idx="5584">
                  <c:v>5585</c:v>
                </c:pt>
                <c:pt idx="5585">
                  <c:v>5586</c:v>
                </c:pt>
                <c:pt idx="5586">
                  <c:v>5587</c:v>
                </c:pt>
                <c:pt idx="5587">
                  <c:v>5588</c:v>
                </c:pt>
                <c:pt idx="5588">
                  <c:v>5589</c:v>
                </c:pt>
                <c:pt idx="5589">
                  <c:v>5590</c:v>
                </c:pt>
                <c:pt idx="5590">
                  <c:v>5591</c:v>
                </c:pt>
                <c:pt idx="5591">
                  <c:v>5592</c:v>
                </c:pt>
                <c:pt idx="5592">
                  <c:v>5593</c:v>
                </c:pt>
                <c:pt idx="5593">
                  <c:v>5594</c:v>
                </c:pt>
                <c:pt idx="5594">
                  <c:v>5595</c:v>
                </c:pt>
                <c:pt idx="5595">
                  <c:v>5596</c:v>
                </c:pt>
                <c:pt idx="5596">
                  <c:v>5597</c:v>
                </c:pt>
                <c:pt idx="5597">
                  <c:v>5598</c:v>
                </c:pt>
                <c:pt idx="5598">
                  <c:v>5599</c:v>
                </c:pt>
                <c:pt idx="5599">
                  <c:v>5600</c:v>
                </c:pt>
                <c:pt idx="5600">
                  <c:v>5601</c:v>
                </c:pt>
                <c:pt idx="5601">
                  <c:v>5602</c:v>
                </c:pt>
                <c:pt idx="5602">
                  <c:v>5603</c:v>
                </c:pt>
                <c:pt idx="5603">
                  <c:v>5604</c:v>
                </c:pt>
                <c:pt idx="5604">
                  <c:v>5605</c:v>
                </c:pt>
                <c:pt idx="5605">
                  <c:v>5606</c:v>
                </c:pt>
                <c:pt idx="5606">
                  <c:v>5607</c:v>
                </c:pt>
                <c:pt idx="5607">
                  <c:v>5608</c:v>
                </c:pt>
                <c:pt idx="5608">
                  <c:v>5609</c:v>
                </c:pt>
                <c:pt idx="5609">
                  <c:v>5610</c:v>
                </c:pt>
                <c:pt idx="5610">
                  <c:v>5611</c:v>
                </c:pt>
                <c:pt idx="5611">
                  <c:v>5612</c:v>
                </c:pt>
                <c:pt idx="5612">
                  <c:v>5613</c:v>
                </c:pt>
                <c:pt idx="5613">
                  <c:v>5614</c:v>
                </c:pt>
                <c:pt idx="5614">
                  <c:v>5615</c:v>
                </c:pt>
                <c:pt idx="5615">
                  <c:v>5616</c:v>
                </c:pt>
                <c:pt idx="5616">
                  <c:v>5617</c:v>
                </c:pt>
                <c:pt idx="5617">
                  <c:v>5618</c:v>
                </c:pt>
                <c:pt idx="5618">
                  <c:v>5619</c:v>
                </c:pt>
                <c:pt idx="5619">
                  <c:v>5620</c:v>
                </c:pt>
                <c:pt idx="5620">
                  <c:v>5621</c:v>
                </c:pt>
                <c:pt idx="5621">
                  <c:v>5622</c:v>
                </c:pt>
                <c:pt idx="5622">
                  <c:v>5623</c:v>
                </c:pt>
                <c:pt idx="5623">
                  <c:v>5624</c:v>
                </c:pt>
                <c:pt idx="5624">
                  <c:v>5625</c:v>
                </c:pt>
                <c:pt idx="5625">
                  <c:v>5626</c:v>
                </c:pt>
                <c:pt idx="5626">
                  <c:v>5627</c:v>
                </c:pt>
                <c:pt idx="5627">
                  <c:v>5628</c:v>
                </c:pt>
                <c:pt idx="5628">
                  <c:v>5629</c:v>
                </c:pt>
                <c:pt idx="5629">
                  <c:v>5630</c:v>
                </c:pt>
                <c:pt idx="5630">
                  <c:v>5631</c:v>
                </c:pt>
                <c:pt idx="5631">
                  <c:v>5632</c:v>
                </c:pt>
                <c:pt idx="5632">
                  <c:v>5633</c:v>
                </c:pt>
                <c:pt idx="5633">
                  <c:v>5634</c:v>
                </c:pt>
                <c:pt idx="5634">
                  <c:v>5635</c:v>
                </c:pt>
                <c:pt idx="5635">
                  <c:v>5636</c:v>
                </c:pt>
                <c:pt idx="5636">
                  <c:v>5637</c:v>
                </c:pt>
                <c:pt idx="5637">
                  <c:v>5638</c:v>
                </c:pt>
                <c:pt idx="5638">
                  <c:v>5639</c:v>
                </c:pt>
                <c:pt idx="5639">
                  <c:v>5640</c:v>
                </c:pt>
                <c:pt idx="5640">
                  <c:v>5641</c:v>
                </c:pt>
                <c:pt idx="5641">
                  <c:v>5642</c:v>
                </c:pt>
                <c:pt idx="5642">
                  <c:v>5643</c:v>
                </c:pt>
                <c:pt idx="5643">
                  <c:v>5644</c:v>
                </c:pt>
                <c:pt idx="5644">
                  <c:v>5645</c:v>
                </c:pt>
                <c:pt idx="5645">
                  <c:v>5646</c:v>
                </c:pt>
                <c:pt idx="5646">
                  <c:v>5647</c:v>
                </c:pt>
                <c:pt idx="5647">
                  <c:v>5648</c:v>
                </c:pt>
                <c:pt idx="5648">
                  <c:v>5649</c:v>
                </c:pt>
                <c:pt idx="5649">
                  <c:v>5650</c:v>
                </c:pt>
                <c:pt idx="5650">
                  <c:v>5651</c:v>
                </c:pt>
                <c:pt idx="5651">
                  <c:v>5652</c:v>
                </c:pt>
                <c:pt idx="5652">
                  <c:v>5653</c:v>
                </c:pt>
                <c:pt idx="5653">
                  <c:v>5654</c:v>
                </c:pt>
                <c:pt idx="5654">
                  <c:v>5655</c:v>
                </c:pt>
                <c:pt idx="5655">
                  <c:v>5656</c:v>
                </c:pt>
                <c:pt idx="5656">
                  <c:v>5657</c:v>
                </c:pt>
                <c:pt idx="5657">
                  <c:v>5658</c:v>
                </c:pt>
                <c:pt idx="5658">
                  <c:v>5659</c:v>
                </c:pt>
                <c:pt idx="5659">
                  <c:v>5660</c:v>
                </c:pt>
                <c:pt idx="5660">
                  <c:v>5661</c:v>
                </c:pt>
                <c:pt idx="5661">
                  <c:v>5662</c:v>
                </c:pt>
                <c:pt idx="5662">
                  <c:v>5663</c:v>
                </c:pt>
                <c:pt idx="5663">
                  <c:v>5664</c:v>
                </c:pt>
                <c:pt idx="5664">
                  <c:v>5665</c:v>
                </c:pt>
                <c:pt idx="5665">
                  <c:v>5666</c:v>
                </c:pt>
                <c:pt idx="5666">
                  <c:v>5667</c:v>
                </c:pt>
                <c:pt idx="5667">
                  <c:v>5668</c:v>
                </c:pt>
                <c:pt idx="5668">
                  <c:v>5669</c:v>
                </c:pt>
                <c:pt idx="5669">
                  <c:v>5670</c:v>
                </c:pt>
                <c:pt idx="5670">
                  <c:v>5671</c:v>
                </c:pt>
                <c:pt idx="5671">
                  <c:v>5672</c:v>
                </c:pt>
                <c:pt idx="5672">
                  <c:v>5673</c:v>
                </c:pt>
                <c:pt idx="5673">
                  <c:v>5674</c:v>
                </c:pt>
                <c:pt idx="5674">
                  <c:v>5675</c:v>
                </c:pt>
                <c:pt idx="5675">
                  <c:v>5676</c:v>
                </c:pt>
                <c:pt idx="5676">
                  <c:v>5677</c:v>
                </c:pt>
                <c:pt idx="5677">
                  <c:v>5678</c:v>
                </c:pt>
                <c:pt idx="5678">
                  <c:v>5679</c:v>
                </c:pt>
                <c:pt idx="5679">
                  <c:v>5680</c:v>
                </c:pt>
                <c:pt idx="5680">
                  <c:v>5681</c:v>
                </c:pt>
                <c:pt idx="5681">
                  <c:v>5682</c:v>
                </c:pt>
                <c:pt idx="5682">
                  <c:v>5683</c:v>
                </c:pt>
                <c:pt idx="5683">
                  <c:v>5684</c:v>
                </c:pt>
                <c:pt idx="5684">
                  <c:v>5685</c:v>
                </c:pt>
                <c:pt idx="5685">
                  <c:v>5686</c:v>
                </c:pt>
                <c:pt idx="5686">
                  <c:v>5687</c:v>
                </c:pt>
                <c:pt idx="5687">
                  <c:v>5688</c:v>
                </c:pt>
                <c:pt idx="5688">
                  <c:v>5689</c:v>
                </c:pt>
                <c:pt idx="5689">
                  <c:v>5690</c:v>
                </c:pt>
                <c:pt idx="5690">
                  <c:v>5691</c:v>
                </c:pt>
                <c:pt idx="5691">
                  <c:v>5692</c:v>
                </c:pt>
                <c:pt idx="5692">
                  <c:v>5693</c:v>
                </c:pt>
                <c:pt idx="5693">
                  <c:v>5694</c:v>
                </c:pt>
                <c:pt idx="5694">
                  <c:v>5695</c:v>
                </c:pt>
                <c:pt idx="5695">
                  <c:v>5696</c:v>
                </c:pt>
                <c:pt idx="5696">
                  <c:v>5697</c:v>
                </c:pt>
                <c:pt idx="5697">
                  <c:v>5698</c:v>
                </c:pt>
                <c:pt idx="5698">
                  <c:v>5699</c:v>
                </c:pt>
                <c:pt idx="5699">
                  <c:v>5700</c:v>
                </c:pt>
                <c:pt idx="5700">
                  <c:v>5701</c:v>
                </c:pt>
                <c:pt idx="5701">
                  <c:v>5702</c:v>
                </c:pt>
                <c:pt idx="5702">
                  <c:v>5703</c:v>
                </c:pt>
                <c:pt idx="5703">
                  <c:v>5704</c:v>
                </c:pt>
                <c:pt idx="5704">
                  <c:v>5705</c:v>
                </c:pt>
                <c:pt idx="5705">
                  <c:v>5706</c:v>
                </c:pt>
                <c:pt idx="5706">
                  <c:v>5707</c:v>
                </c:pt>
                <c:pt idx="5707">
                  <c:v>5708</c:v>
                </c:pt>
                <c:pt idx="5708">
                  <c:v>5709</c:v>
                </c:pt>
                <c:pt idx="5709">
                  <c:v>5710</c:v>
                </c:pt>
                <c:pt idx="5710">
                  <c:v>5711</c:v>
                </c:pt>
                <c:pt idx="5711">
                  <c:v>5712</c:v>
                </c:pt>
                <c:pt idx="5712">
                  <c:v>5713</c:v>
                </c:pt>
                <c:pt idx="5713">
                  <c:v>5714</c:v>
                </c:pt>
                <c:pt idx="5714">
                  <c:v>5715</c:v>
                </c:pt>
                <c:pt idx="5715">
                  <c:v>5716</c:v>
                </c:pt>
                <c:pt idx="5716">
                  <c:v>5717</c:v>
                </c:pt>
                <c:pt idx="5717">
                  <c:v>5718</c:v>
                </c:pt>
                <c:pt idx="5718">
                  <c:v>5719</c:v>
                </c:pt>
                <c:pt idx="5719">
                  <c:v>5720</c:v>
                </c:pt>
                <c:pt idx="5720">
                  <c:v>5721</c:v>
                </c:pt>
                <c:pt idx="5721">
                  <c:v>5722</c:v>
                </c:pt>
                <c:pt idx="5722">
                  <c:v>5723</c:v>
                </c:pt>
                <c:pt idx="5723">
                  <c:v>5724</c:v>
                </c:pt>
                <c:pt idx="5724">
                  <c:v>5725</c:v>
                </c:pt>
                <c:pt idx="5725">
                  <c:v>5726</c:v>
                </c:pt>
                <c:pt idx="5726">
                  <c:v>5727</c:v>
                </c:pt>
                <c:pt idx="5727">
                  <c:v>5728</c:v>
                </c:pt>
                <c:pt idx="5728">
                  <c:v>5729</c:v>
                </c:pt>
                <c:pt idx="5729">
                  <c:v>5730</c:v>
                </c:pt>
                <c:pt idx="5730">
                  <c:v>5731</c:v>
                </c:pt>
                <c:pt idx="5731">
                  <c:v>5732</c:v>
                </c:pt>
                <c:pt idx="5732">
                  <c:v>5733</c:v>
                </c:pt>
                <c:pt idx="5733">
                  <c:v>5734</c:v>
                </c:pt>
                <c:pt idx="5734">
                  <c:v>5735</c:v>
                </c:pt>
                <c:pt idx="5735">
                  <c:v>5736</c:v>
                </c:pt>
                <c:pt idx="5736">
                  <c:v>5737</c:v>
                </c:pt>
                <c:pt idx="5737">
                  <c:v>5738</c:v>
                </c:pt>
                <c:pt idx="5738">
                  <c:v>5739</c:v>
                </c:pt>
                <c:pt idx="5739">
                  <c:v>5740</c:v>
                </c:pt>
                <c:pt idx="5740">
                  <c:v>5741</c:v>
                </c:pt>
                <c:pt idx="5741">
                  <c:v>5742</c:v>
                </c:pt>
                <c:pt idx="5742">
                  <c:v>5743</c:v>
                </c:pt>
                <c:pt idx="5743">
                  <c:v>5744</c:v>
                </c:pt>
                <c:pt idx="5744">
                  <c:v>5745</c:v>
                </c:pt>
                <c:pt idx="5745">
                  <c:v>5746</c:v>
                </c:pt>
                <c:pt idx="5746">
                  <c:v>5747</c:v>
                </c:pt>
                <c:pt idx="5747">
                  <c:v>5748</c:v>
                </c:pt>
                <c:pt idx="5748">
                  <c:v>5749</c:v>
                </c:pt>
                <c:pt idx="5749">
                  <c:v>5750</c:v>
                </c:pt>
                <c:pt idx="5750">
                  <c:v>5751</c:v>
                </c:pt>
                <c:pt idx="5751">
                  <c:v>5752</c:v>
                </c:pt>
                <c:pt idx="5752">
                  <c:v>5753</c:v>
                </c:pt>
                <c:pt idx="5753">
                  <c:v>5754</c:v>
                </c:pt>
                <c:pt idx="5754">
                  <c:v>5755</c:v>
                </c:pt>
                <c:pt idx="5755">
                  <c:v>5756</c:v>
                </c:pt>
                <c:pt idx="5756">
                  <c:v>5757</c:v>
                </c:pt>
                <c:pt idx="5757">
                  <c:v>5758</c:v>
                </c:pt>
                <c:pt idx="5758">
                  <c:v>5759</c:v>
                </c:pt>
                <c:pt idx="5759">
                  <c:v>5760</c:v>
                </c:pt>
                <c:pt idx="5760">
                  <c:v>5761</c:v>
                </c:pt>
                <c:pt idx="5761">
                  <c:v>5762</c:v>
                </c:pt>
                <c:pt idx="5762">
                  <c:v>5763</c:v>
                </c:pt>
                <c:pt idx="5763">
                  <c:v>5764</c:v>
                </c:pt>
                <c:pt idx="5764">
                  <c:v>5765</c:v>
                </c:pt>
                <c:pt idx="5765">
                  <c:v>5766</c:v>
                </c:pt>
                <c:pt idx="5766">
                  <c:v>5767</c:v>
                </c:pt>
                <c:pt idx="5767">
                  <c:v>5768</c:v>
                </c:pt>
                <c:pt idx="5768">
                  <c:v>5769</c:v>
                </c:pt>
                <c:pt idx="5769">
                  <c:v>5770</c:v>
                </c:pt>
                <c:pt idx="5770">
                  <c:v>5771</c:v>
                </c:pt>
                <c:pt idx="5771">
                  <c:v>5772</c:v>
                </c:pt>
                <c:pt idx="5772">
                  <c:v>5773</c:v>
                </c:pt>
                <c:pt idx="5773">
                  <c:v>5774</c:v>
                </c:pt>
                <c:pt idx="5774">
                  <c:v>5775</c:v>
                </c:pt>
                <c:pt idx="5775">
                  <c:v>5776</c:v>
                </c:pt>
                <c:pt idx="5776">
                  <c:v>5777</c:v>
                </c:pt>
                <c:pt idx="5777">
                  <c:v>5778</c:v>
                </c:pt>
                <c:pt idx="5778">
                  <c:v>5779</c:v>
                </c:pt>
                <c:pt idx="5779">
                  <c:v>5780</c:v>
                </c:pt>
                <c:pt idx="5780">
                  <c:v>5781</c:v>
                </c:pt>
                <c:pt idx="5781">
                  <c:v>5782</c:v>
                </c:pt>
                <c:pt idx="5782">
                  <c:v>5783</c:v>
                </c:pt>
                <c:pt idx="5783">
                  <c:v>5784</c:v>
                </c:pt>
                <c:pt idx="5784">
                  <c:v>5785</c:v>
                </c:pt>
                <c:pt idx="5785">
                  <c:v>5786</c:v>
                </c:pt>
                <c:pt idx="5786">
                  <c:v>5787</c:v>
                </c:pt>
                <c:pt idx="5787">
                  <c:v>5788</c:v>
                </c:pt>
                <c:pt idx="5788">
                  <c:v>5789</c:v>
                </c:pt>
                <c:pt idx="5789">
                  <c:v>5790</c:v>
                </c:pt>
                <c:pt idx="5790">
                  <c:v>5791</c:v>
                </c:pt>
                <c:pt idx="5791">
                  <c:v>5792</c:v>
                </c:pt>
                <c:pt idx="5792">
                  <c:v>5793</c:v>
                </c:pt>
                <c:pt idx="5793">
                  <c:v>5794</c:v>
                </c:pt>
                <c:pt idx="5794">
                  <c:v>5795</c:v>
                </c:pt>
                <c:pt idx="5795">
                  <c:v>5796</c:v>
                </c:pt>
                <c:pt idx="5796">
                  <c:v>5797</c:v>
                </c:pt>
                <c:pt idx="5797">
                  <c:v>5798</c:v>
                </c:pt>
                <c:pt idx="5798">
                  <c:v>5799</c:v>
                </c:pt>
                <c:pt idx="5799">
                  <c:v>5800</c:v>
                </c:pt>
                <c:pt idx="5800">
                  <c:v>5801</c:v>
                </c:pt>
                <c:pt idx="5801">
                  <c:v>5802</c:v>
                </c:pt>
                <c:pt idx="5802">
                  <c:v>5803</c:v>
                </c:pt>
                <c:pt idx="5803">
                  <c:v>5804</c:v>
                </c:pt>
                <c:pt idx="5804">
                  <c:v>5805</c:v>
                </c:pt>
                <c:pt idx="5805">
                  <c:v>5806</c:v>
                </c:pt>
                <c:pt idx="5806">
                  <c:v>5807</c:v>
                </c:pt>
                <c:pt idx="5807">
                  <c:v>5808</c:v>
                </c:pt>
                <c:pt idx="5808">
                  <c:v>5809</c:v>
                </c:pt>
                <c:pt idx="5809">
                  <c:v>5810</c:v>
                </c:pt>
                <c:pt idx="5810">
                  <c:v>5811</c:v>
                </c:pt>
                <c:pt idx="5811">
                  <c:v>5812</c:v>
                </c:pt>
                <c:pt idx="5812">
                  <c:v>5813</c:v>
                </c:pt>
                <c:pt idx="5813">
                  <c:v>5814</c:v>
                </c:pt>
                <c:pt idx="5814">
                  <c:v>5815</c:v>
                </c:pt>
                <c:pt idx="5815">
                  <c:v>5816</c:v>
                </c:pt>
                <c:pt idx="5816">
                  <c:v>5817</c:v>
                </c:pt>
                <c:pt idx="5817">
                  <c:v>5818</c:v>
                </c:pt>
                <c:pt idx="5818">
                  <c:v>5819</c:v>
                </c:pt>
                <c:pt idx="5819">
                  <c:v>5820</c:v>
                </c:pt>
                <c:pt idx="5820">
                  <c:v>5821</c:v>
                </c:pt>
                <c:pt idx="5821">
                  <c:v>5822</c:v>
                </c:pt>
                <c:pt idx="5822">
                  <c:v>5823</c:v>
                </c:pt>
                <c:pt idx="5823">
                  <c:v>5824</c:v>
                </c:pt>
                <c:pt idx="5824">
                  <c:v>5825</c:v>
                </c:pt>
                <c:pt idx="5825">
                  <c:v>5826</c:v>
                </c:pt>
                <c:pt idx="5826">
                  <c:v>5827</c:v>
                </c:pt>
                <c:pt idx="5827">
                  <c:v>5828</c:v>
                </c:pt>
                <c:pt idx="5828">
                  <c:v>5829</c:v>
                </c:pt>
                <c:pt idx="5829">
                  <c:v>5830</c:v>
                </c:pt>
                <c:pt idx="5830">
                  <c:v>5831</c:v>
                </c:pt>
                <c:pt idx="5831">
                  <c:v>5832</c:v>
                </c:pt>
                <c:pt idx="5832">
                  <c:v>5833</c:v>
                </c:pt>
                <c:pt idx="5833">
                  <c:v>5834</c:v>
                </c:pt>
                <c:pt idx="5834">
                  <c:v>5835</c:v>
                </c:pt>
                <c:pt idx="5835">
                  <c:v>5836</c:v>
                </c:pt>
                <c:pt idx="5836">
                  <c:v>5837</c:v>
                </c:pt>
                <c:pt idx="5837">
                  <c:v>5838</c:v>
                </c:pt>
                <c:pt idx="5838">
                  <c:v>5839</c:v>
                </c:pt>
                <c:pt idx="5839">
                  <c:v>5840</c:v>
                </c:pt>
                <c:pt idx="5840">
                  <c:v>5841</c:v>
                </c:pt>
                <c:pt idx="5841">
                  <c:v>5842</c:v>
                </c:pt>
                <c:pt idx="5842">
                  <c:v>5843</c:v>
                </c:pt>
                <c:pt idx="5843">
                  <c:v>5844</c:v>
                </c:pt>
                <c:pt idx="5844">
                  <c:v>5845</c:v>
                </c:pt>
                <c:pt idx="5845">
                  <c:v>5846</c:v>
                </c:pt>
                <c:pt idx="5846">
                  <c:v>5847</c:v>
                </c:pt>
                <c:pt idx="5847">
                  <c:v>5848</c:v>
                </c:pt>
                <c:pt idx="5848">
                  <c:v>5849</c:v>
                </c:pt>
                <c:pt idx="5849">
                  <c:v>5850</c:v>
                </c:pt>
                <c:pt idx="5850">
                  <c:v>5851</c:v>
                </c:pt>
                <c:pt idx="5851">
                  <c:v>5852</c:v>
                </c:pt>
                <c:pt idx="5852">
                  <c:v>5853</c:v>
                </c:pt>
                <c:pt idx="5853">
                  <c:v>5854</c:v>
                </c:pt>
                <c:pt idx="5854">
                  <c:v>5855</c:v>
                </c:pt>
                <c:pt idx="5855">
                  <c:v>5856</c:v>
                </c:pt>
                <c:pt idx="5856">
                  <c:v>5857</c:v>
                </c:pt>
                <c:pt idx="5857">
                  <c:v>5858</c:v>
                </c:pt>
                <c:pt idx="5858">
                  <c:v>5859</c:v>
                </c:pt>
                <c:pt idx="5859">
                  <c:v>5860</c:v>
                </c:pt>
                <c:pt idx="5860">
                  <c:v>5861</c:v>
                </c:pt>
                <c:pt idx="5861">
                  <c:v>5862</c:v>
                </c:pt>
                <c:pt idx="5862">
                  <c:v>5863</c:v>
                </c:pt>
                <c:pt idx="5863">
                  <c:v>5864</c:v>
                </c:pt>
                <c:pt idx="5864">
                  <c:v>5865</c:v>
                </c:pt>
                <c:pt idx="5865">
                  <c:v>5866</c:v>
                </c:pt>
                <c:pt idx="5866">
                  <c:v>5867</c:v>
                </c:pt>
                <c:pt idx="5867">
                  <c:v>5868</c:v>
                </c:pt>
                <c:pt idx="5868">
                  <c:v>5869</c:v>
                </c:pt>
                <c:pt idx="5869">
                  <c:v>5870</c:v>
                </c:pt>
                <c:pt idx="5870">
                  <c:v>5871</c:v>
                </c:pt>
                <c:pt idx="5871">
                  <c:v>5872</c:v>
                </c:pt>
                <c:pt idx="5872">
                  <c:v>5873</c:v>
                </c:pt>
                <c:pt idx="5873">
                  <c:v>5874</c:v>
                </c:pt>
                <c:pt idx="5874">
                  <c:v>5875</c:v>
                </c:pt>
                <c:pt idx="5875">
                  <c:v>5876</c:v>
                </c:pt>
                <c:pt idx="5876">
                  <c:v>5877</c:v>
                </c:pt>
                <c:pt idx="5877">
                  <c:v>5878</c:v>
                </c:pt>
                <c:pt idx="5878">
                  <c:v>5879</c:v>
                </c:pt>
                <c:pt idx="5879">
                  <c:v>5880</c:v>
                </c:pt>
                <c:pt idx="5880">
                  <c:v>5881</c:v>
                </c:pt>
                <c:pt idx="5881">
                  <c:v>5882</c:v>
                </c:pt>
                <c:pt idx="5882">
                  <c:v>5883</c:v>
                </c:pt>
                <c:pt idx="5883">
                  <c:v>5884</c:v>
                </c:pt>
                <c:pt idx="5884">
                  <c:v>5885</c:v>
                </c:pt>
                <c:pt idx="5885">
                  <c:v>5886</c:v>
                </c:pt>
                <c:pt idx="5886">
                  <c:v>5887</c:v>
                </c:pt>
                <c:pt idx="5887">
                  <c:v>5888</c:v>
                </c:pt>
                <c:pt idx="5888">
                  <c:v>5889</c:v>
                </c:pt>
                <c:pt idx="5889">
                  <c:v>5890</c:v>
                </c:pt>
                <c:pt idx="5890">
                  <c:v>5891</c:v>
                </c:pt>
                <c:pt idx="5891">
                  <c:v>5892</c:v>
                </c:pt>
                <c:pt idx="5892">
                  <c:v>5893</c:v>
                </c:pt>
                <c:pt idx="5893">
                  <c:v>5894</c:v>
                </c:pt>
                <c:pt idx="5894">
                  <c:v>5895</c:v>
                </c:pt>
                <c:pt idx="5895">
                  <c:v>5896</c:v>
                </c:pt>
                <c:pt idx="5896">
                  <c:v>5897</c:v>
                </c:pt>
                <c:pt idx="5897">
                  <c:v>5898</c:v>
                </c:pt>
                <c:pt idx="5898">
                  <c:v>5899</c:v>
                </c:pt>
                <c:pt idx="5899">
                  <c:v>5900</c:v>
                </c:pt>
                <c:pt idx="5900">
                  <c:v>5901</c:v>
                </c:pt>
                <c:pt idx="5901">
                  <c:v>5902</c:v>
                </c:pt>
                <c:pt idx="5902">
                  <c:v>5903</c:v>
                </c:pt>
                <c:pt idx="5903">
                  <c:v>5904</c:v>
                </c:pt>
                <c:pt idx="5904">
                  <c:v>5905</c:v>
                </c:pt>
                <c:pt idx="5905">
                  <c:v>5906</c:v>
                </c:pt>
                <c:pt idx="5906">
                  <c:v>5907</c:v>
                </c:pt>
                <c:pt idx="5907">
                  <c:v>5908</c:v>
                </c:pt>
                <c:pt idx="5908">
                  <c:v>5909</c:v>
                </c:pt>
                <c:pt idx="5909">
                  <c:v>5910</c:v>
                </c:pt>
                <c:pt idx="5910">
                  <c:v>5911</c:v>
                </c:pt>
                <c:pt idx="5911">
                  <c:v>5912</c:v>
                </c:pt>
                <c:pt idx="5912">
                  <c:v>5913</c:v>
                </c:pt>
                <c:pt idx="5913">
                  <c:v>5914</c:v>
                </c:pt>
                <c:pt idx="5914">
                  <c:v>5915</c:v>
                </c:pt>
                <c:pt idx="5915">
                  <c:v>5916</c:v>
                </c:pt>
                <c:pt idx="5916">
                  <c:v>5917</c:v>
                </c:pt>
                <c:pt idx="5917">
                  <c:v>5918</c:v>
                </c:pt>
                <c:pt idx="5918">
                  <c:v>5919</c:v>
                </c:pt>
                <c:pt idx="5919">
                  <c:v>5920</c:v>
                </c:pt>
                <c:pt idx="5920">
                  <c:v>5921</c:v>
                </c:pt>
                <c:pt idx="5921">
                  <c:v>5922</c:v>
                </c:pt>
                <c:pt idx="5922">
                  <c:v>5923</c:v>
                </c:pt>
                <c:pt idx="5923">
                  <c:v>5924</c:v>
                </c:pt>
                <c:pt idx="5924">
                  <c:v>5925</c:v>
                </c:pt>
                <c:pt idx="5925">
                  <c:v>5926</c:v>
                </c:pt>
                <c:pt idx="5926">
                  <c:v>5927</c:v>
                </c:pt>
                <c:pt idx="5927">
                  <c:v>5928</c:v>
                </c:pt>
                <c:pt idx="5928">
                  <c:v>5929</c:v>
                </c:pt>
                <c:pt idx="5929">
                  <c:v>5930</c:v>
                </c:pt>
                <c:pt idx="5930">
                  <c:v>5931</c:v>
                </c:pt>
                <c:pt idx="5931">
                  <c:v>5932</c:v>
                </c:pt>
                <c:pt idx="5932">
                  <c:v>5933</c:v>
                </c:pt>
                <c:pt idx="5933">
                  <c:v>5934</c:v>
                </c:pt>
                <c:pt idx="5934">
                  <c:v>5935</c:v>
                </c:pt>
                <c:pt idx="5935">
                  <c:v>5936</c:v>
                </c:pt>
                <c:pt idx="5936">
                  <c:v>5937</c:v>
                </c:pt>
                <c:pt idx="5937">
                  <c:v>5938</c:v>
                </c:pt>
                <c:pt idx="5938">
                  <c:v>5939</c:v>
                </c:pt>
                <c:pt idx="5939">
                  <c:v>5940</c:v>
                </c:pt>
                <c:pt idx="5940">
                  <c:v>5941</c:v>
                </c:pt>
                <c:pt idx="5941">
                  <c:v>5942</c:v>
                </c:pt>
                <c:pt idx="5942">
                  <c:v>5943</c:v>
                </c:pt>
                <c:pt idx="5943">
                  <c:v>5944</c:v>
                </c:pt>
                <c:pt idx="5944">
                  <c:v>5945</c:v>
                </c:pt>
                <c:pt idx="5945">
                  <c:v>5946</c:v>
                </c:pt>
                <c:pt idx="5946">
                  <c:v>5947</c:v>
                </c:pt>
                <c:pt idx="5947">
                  <c:v>5948</c:v>
                </c:pt>
                <c:pt idx="5948">
                  <c:v>5949</c:v>
                </c:pt>
                <c:pt idx="5949">
                  <c:v>5950</c:v>
                </c:pt>
                <c:pt idx="5950">
                  <c:v>5951</c:v>
                </c:pt>
                <c:pt idx="5951">
                  <c:v>5952</c:v>
                </c:pt>
                <c:pt idx="5952">
                  <c:v>5953</c:v>
                </c:pt>
                <c:pt idx="5953">
                  <c:v>5954</c:v>
                </c:pt>
                <c:pt idx="5954">
                  <c:v>5955</c:v>
                </c:pt>
                <c:pt idx="5955">
                  <c:v>5956</c:v>
                </c:pt>
                <c:pt idx="5956">
                  <c:v>5957</c:v>
                </c:pt>
                <c:pt idx="5957">
                  <c:v>5958</c:v>
                </c:pt>
                <c:pt idx="5958">
                  <c:v>5959</c:v>
                </c:pt>
                <c:pt idx="5959">
                  <c:v>5960</c:v>
                </c:pt>
                <c:pt idx="5960">
                  <c:v>5961</c:v>
                </c:pt>
                <c:pt idx="5961">
                  <c:v>5962</c:v>
                </c:pt>
                <c:pt idx="5962">
                  <c:v>5963</c:v>
                </c:pt>
                <c:pt idx="5963">
                  <c:v>5964</c:v>
                </c:pt>
                <c:pt idx="5964">
                  <c:v>5965</c:v>
                </c:pt>
                <c:pt idx="5965">
                  <c:v>5966</c:v>
                </c:pt>
                <c:pt idx="5966">
                  <c:v>5967</c:v>
                </c:pt>
                <c:pt idx="5967">
                  <c:v>5968</c:v>
                </c:pt>
                <c:pt idx="5968">
                  <c:v>5969</c:v>
                </c:pt>
                <c:pt idx="5969">
                  <c:v>5970</c:v>
                </c:pt>
                <c:pt idx="5970">
                  <c:v>5971</c:v>
                </c:pt>
                <c:pt idx="5971">
                  <c:v>5972</c:v>
                </c:pt>
                <c:pt idx="5972">
                  <c:v>5973</c:v>
                </c:pt>
                <c:pt idx="5973">
                  <c:v>5974</c:v>
                </c:pt>
                <c:pt idx="5974">
                  <c:v>5975</c:v>
                </c:pt>
                <c:pt idx="5975">
                  <c:v>5976</c:v>
                </c:pt>
                <c:pt idx="5976">
                  <c:v>5977</c:v>
                </c:pt>
                <c:pt idx="5977">
                  <c:v>5978</c:v>
                </c:pt>
                <c:pt idx="5978">
                  <c:v>5979</c:v>
                </c:pt>
                <c:pt idx="5979">
                  <c:v>5980</c:v>
                </c:pt>
                <c:pt idx="5980">
                  <c:v>5981</c:v>
                </c:pt>
                <c:pt idx="5981">
                  <c:v>5982</c:v>
                </c:pt>
                <c:pt idx="5982">
                  <c:v>5983</c:v>
                </c:pt>
                <c:pt idx="5983">
                  <c:v>5984</c:v>
                </c:pt>
                <c:pt idx="5984">
                  <c:v>5985</c:v>
                </c:pt>
                <c:pt idx="5985">
                  <c:v>5986</c:v>
                </c:pt>
                <c:pt idx="5986">
                  <c:v>5987</c:v>
                </c:pt>
                <c:pt idx="5987">
                  <c:v>5988</c:v>
                </c:pt>
                <c:pt idx="5988">
                  <c:v>5989</c:v>
                </c:pt>
                <c:pt idx="5989">
                  <c:v>5990</c:v>
                </c:pt>
                <c:pt idx="5990">
                  <c:v>5991</c:v>
                </c:pt>
                <c:pt idx="5991">
                  <c:v>5992</c:v>
                </c:pt>
                <c:pt idx="5992">
                  <c:v>5993</c:v>
                </c:pt>
                <c:pt idx="5993">
                  <c:v>5994</c:v>
                </c:pt>
                <c:pt idx="5994">
                  <c:v>5995</c:v>
                </c:pt>
                <c:pt idx="5995">
                  <c:v>5996</c:v>
                </c:pt>
                <c:pt idx="5996">
                  <c:v>5997</c:v>
                </c:pt>
                <c:pt idx="5997">
                  <c:v>5998</c:v>
                </c:pt>
                <c:pt idx="5998">
                  <c:v>5999</c:v>
                </c:pt>
                <c:pt idx="5999">
                  <c:v>6000</c:v>
                </c:pt>
                <c:pt idx="6000">
                  <c:v>6001</c:v>
                </c:pt>
                <c:pt idx="6001">
                  <c:v>6002</c:v>
                </c:pt>
                <c:pt idx="6002">
                  <c:v>6003</c:v>
                </c:pt>
                <c:pt idx="6003">
                  <c:v>6004</c:v>
                </c:pt>
                <c:pt idx="6004">
                  <c:v>6005</c:v>
                </c:pt>
                <c:pt idx="6005">
                  <c:v>6006</c:v>
                </c:pt>
                <c:pt idx="6006">
                  <c:v>6007</c:v>
                </c:pt>
                <c:pt idx="6007">
                  <c:v>6008</c:v>
                </c:pt>
                <c:pt idx="6008">
                  <c:v>6009</c:v>
                </c:pt>
                <c:pt idx="6009">
                  <c:v>6010</c:v>
                </c:pt>
                <c:pt idx="6010">
                  <c:v>6011</c:v>
                </c:pt>
                <c:pt idx="6011">
                  <c:v>6012</c:v>
                </c:pt>
                <c:pt idx="6012">
                  <c:v>6013</c:v>
                </c:pt>
                <c:pt idx="6013">
                  <c:v>6014</c:v>
                </c:pt>
                <c:pt idx="6014">
                  <c:v>6015</c:v>
                </c:pt>
                <c:pt idx="6015">
                  <c:v>6016</c:v>
                </c:pt>
                <c:pt idx="6016">
                  <c:v>6017</c:v>
                </c:pt>
                <c:pt idx="6017">
                  <c:v>6018</c:v>
                </c:pt>
                <c:pt idx="6018">
                  <c:v>6019</c:v>
                </c:pt>
                <c:pt idx="6019">
                  <c:v>6020</c:v>
                </c:pt>
                <c:pt idx="6020">
                  <c:v>6021</c:v>
                </c:pt>
                <c:pt idx="6021">
                  <c:v>6022</c:v>
                </c:pt>
                <c:pt idx="6022">
                  <c:v>6023</c:v>
                </c:pt>
                <c:pt idx="6023">
                  <c:v>6024</c:v>
                </c:pt>
                <c:pt idx="6024">
                  <c:v>6025</c:v>
                </c:pt>
                <c:pt idx="6025">
                  <c:v>6026</c:v>
                </c:pt>
                <c:pt idx="6026">
                  <c:v>6027</c:v>
                </c:pt>
                <c:pt idx="6027">
                  <c:v>6028</c:v>
                </c:pt>
                <c:pt idx="6028">
                  <c:v>6029</c:v>
                </c:pt>
                <c:pt idx="6029">
                  <c:v>6030</c:v>
                </c:pt>
                <c:pt idx="6030">
                  <c:v>6031</c:v>
                </c:pt>
                <c:pt idx="6031">
                  <c:v>6032</c:v>
                </c:pt>
                <c:pt idx="6032">
                  <c:v>6033</c:v>
                </c:pt>
                <c:pt idx="6033">
                  <c:v>6034</c:v>
                </c:pt>
                <c:pt idx="6034">
                  <c:v>6035</c:v>
                </c:pt>
                <c:pt idx="6035">
                  <c:v>6036</c:v>
                </c:pt>
                <c:pt idx="6036">
                  <c:v>6037</c:v>
                </c:pt>
                <c:pt idx="6037">
                  <c:v>6038</c:v>
                </c:pt>
                <c:pt idx="6038">
                  <c:v>6039</c:v>
                </c:pt>
                <c:pt idx="6039">
                  <c:v>6040</c:v>
                </c:pt>
                <c:pt idx="6040">
                  <c:v>6041</c:v>
                </c:pt>
                <c:pt idx="6041">
                  <c:v>6042</c:v>
                </c:pt>
                <c:pt idx="6042">
                  <c:v>6043</c:v>
                </c:pt>
                <c:pt idx="6043">
                  <c:v>6044</c:v>
                </c:pt>
                <c:pt idx="6044">
                  <c:v>6045</c:v>
                </c:pt>
                <c:pt idx="6045">
                  <c:v>6046</c:v>
                </c:pt>
                <c:pt idx="6046">
                  <c:v>6047</c:v>
                </c:pt>
                <c:pt idx="6047">
                  <c:v>6048</c:v>
                </c:pt>
                <c:pt idx="6048">
                  <c:v>6049</c:v>
                </c:pt>
                <c:pt idx="6049">
                  <c:v>6050</c:v>
                </c:pt>
                <c:pt idx="6050">
                  <c:v>6051</c:v>
                </c:pt>
                <c:pt idx="6051">
                  <c:v>6052</c:v>
                </c:pt>
                <c:pt idx="6052">
                  <c:v>6053</c:v>
                </c:pt>
                <c:pt idx="6053">
                  <c:v>6054</c:v>
                </c:pt>
                <c:pt idx="6054">
                  <c:v>6055</c:v>
                </c:pt>
                <c:pt idx="6055">
                  <c:v>6056</c:v>
                </c:pt>
                <c:pt idx="6056">
                  <c:v>6057</c:v>
                </c:pt>
                <c:pt idx="6057">
                  <c:v>6058</c:v>
                </c:pt>
                <c:pt idx="6058">
                  <c:v>6059</c:v>
                </c:pt>
                <c:pt idx="6059">
                  <c:v>6060</c:v>
                </c:pt>
                <c:pt idx="6060">
                  <c:v>6061</c:v>
                </c:pt>
                <c:pt idx="6061">
                  <c:v>6062</c:v>
                </c:pt>
                <c:pt idx="6062">
                  <c:v>6063</c:v>
                </c:pt>
                <c:pt idx="6063">
                  <c:v>6064</c:v>
                </c:pt>
                <c:pt idx="6064">
                  <c:v>6065</c:v>
                </c:pt>
                <c:pt idx="6065">
                  <c:v>6066</c:v>
                </c:pt>
                <c:pt idx="6066">
                  <c:v>6067</c:v>
                </c:pt>
                <c:pt idx="6067">
                  <c:v>6068</c:v>
                </c:pt>
                <c:pt idx="6068">
                  <c:v>6069</c:v>
                </c:pt>
                <c:pt idx="6069">
                  <c:v>6070</c:v>
                </c:pt>
                <c:pt idx="6070">
                  <c:v>6071</c:v>
                </c:pt>
                <c:pt idx="6071">
                  <c:v>6072</c:v>
                </c:pt>
                <c:pt idx="6072">
                  <c:v>6073</c:v>
                </c:pt>
                <c:pt idx="6073">
                  <c:v>6074</c:v>
                </c:pt>
                <c:pt idx="6074">
                  <c:v>6075</c:v>
                </c:pt>
                <c:pt idx="6075">
                  <c:v>6076</c:v>
                </c:pt>
                <c:pt idx="6076">
                  <c:v>6077</c:v>
                </c:pt>
                <c:pt idx="6077">
                  <c:v>6078</c:v>
                </c:pt>
                <c:pt idx="6078">
                  <c:v>6079</c:v>
                </c:pt>
                <c:pt idx="6079">
                  <c:v>6080</c:v>
                </c:pt>
                <c:pt idx="6080">
                  <c:v>6081</c:v>
                </c:pt>
                <c:pt idx="6081">
                  <c:v>6082</c:v>
                </c:pt>
                <c:pt idx="6082">
                  <c:v>6083</c:v>
                </c:pt>
                <c:pt idx="6083">
                  <c:v>6084</c:v>
                </c:pt>
                <c:pt idx="6084">
                  <c:v>6085</c:v>
                </c:pt>
                <c:pt idx="6085">
                  <c:v>6086</c:v>
                </c:pt>
                <c:pt idx="6086">
                  <c:v>6087</c:v>
                </c:pt>
                <c:pt idx="6087">
                  <c:v>6088</c:v>
                </c:pt>
                <c:pt idx="6088">
                  <c:v>6089</c:v>
                </c:pt>
                <c:pt idx="6089">
                  <c:v>6090</c:v>
                </c:pt>
                <c:pt idx="6090">
                  <c:v>6091</c:v>
                </c:pt>
                <c:pt idx="6091">
                  <c:v>6092</c:v>
                </c:pt>
                <c:pt idx="6092">
                  <c:v>6093</c:v>
                </c:pt>
                <c:pt idx="6093">
                  <c:v>6094</c:v>
                </c:pt>
                <c:pt idx="6094">
                  <c:v>6095</c:v>
                </c:pt>
                <c:pt idx="6095">
                  <c:v>6096</c:v>
                </c:pt>
                <c:pt idx="6096">
                  <c:v>6097</c:v>
                </c:pt>
                <c:pt idx="6097">
                  <c:v>6098</c:v>
                </c:pt>
                <c:pt idx="6098">
                  <c:v>6099</c:v>
                </c:pt>
                <c:pt idx="6099">
                  <c:v>6100</c:v>
                </c:pt>
                <c:pt idx="6100">
                  <c:v>6101</c:v>
                </c:pt>
                <c:pt idx="6101">
                  <c:v>6102</c:v>
                </c:pt>
                <c:pt idx="6102">
                  <c:v>6103</c:v>
                </c:pt>
                <c:pt idx="6103">
                  <c:v>6104</c:v>
                </c:pt>
                <c:pt idx="6104">
                  <c:v>6105</c:v>
                </c:pt>
                <c:pt idx="6105">
                  <c:v>6106</c:v>
                </c:pt>
                <c:pt idx="6106">
                  <c:v>6107</c:v>
                </c:pt>
                <c:pt idx="6107">
                  <c:v>6108</c:v>
                </c:pt>
                <c:pt idx="6108">
                  <c:v>6109</c:v>
                </c:pt>
                <c:pt idx="6109">
                  <c:v>6110</c:v>
                </c:pt>
                <c:pt idx="6110">
                  <c:v>6111</c:v>
                </c:pt>
                <c:pt idx="6111">
                  <c:v>6112</c:v>
                </c:pt>
                <c:pt idx="6112">
                  <c:v>6113</c:v>
                </c:pt>
                <c:pt idx="6113">
                  <c:v>6114</c:v>
                </c:pt>
                <c:pt idx="6114">
                  <c:v>6115</c:v>
                </c:pt>
                <c:pt idx="6115">
                  <c:v>6116</c:v>
                </c:pt>
                <c:pt idx="6116">
                  <c:v>6117</c:v>
                </c:pt>
                <c:pt idx="6117">
                  <c:v>6118</c:v>
                </c:pt>
                <c:pt idx="6118">
                  <c:v>6119</c:v>
                </c:pt>
                <c:pt idx="6119">
                  <c:v>6120</c:v>
                </c:pt>
                <c:pt idx="6120">
                  <c:v>6121</c:v>
                </c:pt>
                <c:pt idx="6121">
                  <c:v>6122</c:v>
                </c:pt>
                <c:pt idx="6122">
                  <c:v>6123</c:v>
                </c:pt>
                <c:pt idx="6123">
                  <c:v>6124</c:v>
                </c:pt>
                <c:pt idx="6124">
                  <c:v>6125</c:v>
                </c:pt>
                <c:pt idx="6125">
                  <c:v>6126</c:v>
                </c:pt>
                <c:pt idx="6126">
                  <c:v>6127</c:v>
                </c:pt>
                <c:pt idx="6127">
                  <c:v>6128</c:v>
                </c:pt>
                <c:pt idx="6128">
                  <c:v>6129</c:v>
                </c:pt>
                <c:pt idx="6129">
                  <c:v>6130</c:v>
                </c:pt>
                <c:pt idx="6130">
                  <c:v>6131</c:v>
                </c:pt>
                <c:pt idx="6131">
                  <c:v>6132</c:v>
                </c:pt>
                <c:pt idx="6132">
                  <c:v>6133</c:v>
                </c:pt>
                <c:pt idx="6133">
                  <c:v>6134</c:v>
                </c:pt>
                <c:pt idx="6134">
                  <c:v>6135</c:v>
                </c:pt>
                <c:pt idx="6135">
                  <c:v>6136</c:v>
                </c:pt>
                <c:pt idx="6136">
                  <c:v>6137</c:v>
                </c:pt>
                <c:pt idx="6137">
                  <c:v>6138</c:v>
                </c:pt>
                <c:pt idx="6138">
                  <c:v>6139</c:v>
                </c:pt>
                <c:pt idx="6139">
                  <c:v>6140</c:v>
                </c:pt>
                <c:pt idx="6140">
                  <c:v>6141</c:v>
                </c:pt>
                <c:pt idx="6141">
                  <c:v>6142</c:v>
                </c:pt>
                <c:pt idx="6142">
                  <c:v>6143</c:v>
                </c:pt>
                <c:pt idx="6143">
                  <c:v>6144</c:v>
                </c:pt>
                <c:pt idx="6144">
                  <c:v>6145</c:v>
                </c:pt>
                <c:pt idx="6145">
                  <c:v>6146</c:v>
                </c:pt>
                <c:pt idx="6146">
                  <c:v>6147</c:v>
                </c:pt>
                <c:pt idx="6147">
                  <c:v>6148</c:v>
                </c:pt>
                <c:pt idx="6148">
                  <c:v>6149</c:v>
                </c:pt>
                <c:pt idx="6149">
                  <c:v>6150</c:v>
                </c:pt>
                <c:pt idx="6150">
                  <c:v>6151</c:v>
                </c:pt>
                <c:pt idx="6151">
                  <c:v>6152</c:v>
                </c:pt>
                <c:pt idx="6152">
                  <c:v>6153</c:v>
                </c:pt>
                <c:pt idx="6153">
                  <c:v>6154</c:v>
                </c:pt>
                <c:pt idx="6154">
                  <c:v>6155</c:v>
                </c:pt>
                <c:pt idx="6155">
                  <c:v>6156</c:v>
                </c:pt>
                <c:pt idx="6156">
                  <c:v>6157</c:v>
                </c:pt>
                <c:pt idx="6157">
                  <c:v>6158</c:v>
                </c:pt>
                <c:pt idx="6158">
                  <c:v>6159</c:v>
                </c:pt>
                <c:pt idx="6159">
                  <c:v>6160</c:v>
                </c:pt>
                <c:pt idx="6160">
                  <c:v>6161</c:v>
                </c:pt>
                <c:pt idx="6161">
                  <c:v>6162</c:v>
                </c:pt>
                <c:pt idx="6162">
                  <c:v>6163</c:v>
                </c:pt>
                <c:pt idx="6163">
                  <c:v>6164</c:v>
                </c:pt>
                <c:pt idx="6164">
                  <c:v>6165</c:v>
                </c:pt>
                <c:pt idx="6165">
                  <c:v>6166</c:v>
                </c:pt>
                <c:pt idx="6166">
                  <c:v>6167</c:v>
                </c:pt>
                <c:pt idx="6167">
                  <c:v>6168</c:v>
                </c:pt>
                <c:pt idx="6168">
                  <c:v>6169</c:v>
                </c:pt>
                <c:pt idx="6169">
                  <c:v>6170</c:v>
                </c:pt>
                <c:pt idx="6170">
                  <c:v>6171</c:v>
                </c:pt>
                <c:pt idx="6171">
                  <c:v>6172</c:v>
                </c:pt>
                <c:pt idx="6172">
                  <c:v>6173</c:v>
                </c:pt>
                <c:pt idx="6173">
                  <c:v>6174</c:v>
                </c:pt>
                <c:pt idx="6174">
                  <c:v>6175</c:v>
                </c:pt>
                <c:pt idx="6175">
                  <c:v>6176</c:v>
                </c:pt>
                <c:pt idx="6176">
                  <c:v>6177</c:v>
                </c:pt>
                <c:pt idx="6177">
                  <c:v>6178</c:v>
                </c:pt>
                <c:pt idx="6178">
                  <c:v>6179</c:v>
                </c:pt>
                <c:pt idx="6179">
                  <c:v>6180</c:v>
                </c:pt>
                <c:pt idx="6180">
                  <c:v>6181</c:v>
                </c:pt>
                <c:pt idx="6181">
                  <c:v>6182</c:v>
                </c:pt>
                <c:pt idx="6182">
                  <c:v>6183</c:v>
                </c:pt>
                <c:pt idx="6183">
                  <c:v>6184</c:v>
                </c:pt>
                <c:pt idx="6184">
                  <c:v>6185</c:v>
                </c:pt>
                <c:pt idx="6185">
                  <c:v>6186</c:v>
                </c:pt>
                <c:pt idx="6186">
                  <c:v>6187</c:v>
                </c:pt>
                <c:pt idx="6187">
                  <c:v>6188</c:v>
                </c:pt>
                <c:pt idx="6188">
                  <c:v>6189</c:v>
                </c:pt>
                <c:pt idx="6189">
                  <c:v>6190</c:v>
                </c:pt>
                <c:pt idx="6190">
                  <c:v>6191</c:v>
                </c:pt>
                <c:pt idx="6191">
                  <c:v>6192</c:v>
                </c:pt>
                <c:pt idx="6192">
                  <c:v>6193</c:v>
                </c:pt>
                <c:pt idx="6193">
                  <c:v>6194</c:v>
                </c:pt>
                <c:pt idx="6194">
                  <c:v>6195</c:v>
                </c:pt>
                <c:pt idx="6195">
                  <c:v>6196</c:v>
                </c:pt>
                <c:pt idx="6196">
                  <c:v>6197</c:v>
                </c:pt>
                <c:pt idx="6197">
                  <c:v>6198</c:v>
                </c:pt>
                <c:pt idx="6198">
                  <c:v>6199</c:v>
                </c:pt>
                <c:pt idx="6199">
                  <c:v>6200</c:v>
                </c:pt>
                <c:pt idx="6200">
                  <c:v>6201</c:v>
                </c:pt>
                <c:pt idx="6201">
                  <c:v>6202</c:v>
                </c:pt>
                <c:pt idx="6202">
                  <c:v>6203</c:v>
                </c:pt>
                <c:pt idx="6203">
                  <c:v>6204</c:v>
                </c:pt>
                <c:pt idx="6204">
                  <c:v>6205</c:v>
                </c:pt>
                <c:pt idx="6205">
                  <c:v>6206</c:v>
                </c:pt>
                <c:pt idx="6206">
                  <c:v>6207</c:v>
                </c:pt>
                <c:pt idx="6207">
                  <c:v>6208</c:v>
                </c:pt>
                <c:pt idx="6208">
                  <c:v>6209</c:v>
                </c:pt>
                <c:pt idx="6209">
                  <c:v>6210</c:v>
                </c:pt>
                <c:pt idx="6210">
                  <c:v>6211</c:v>
                </c:pt>
                <c:pt idx="6211">
                  <c:v>6212</c:v>
                </c:pt>
                <c:pt idx="6212">
                  <c:v>6213</c:v>
                </c:pt>
                <c:pt idx="6213">
                  <c:v>6214</c:v>
                </c:pt>
                <c:pt idx="6214">
                  <c:v>6215</c:v>
                </c:pt>
                <c:pt idx="6215">
                  <c:v>6216</c:v>
                </c:pt>
                <c:pt idx="6216">
                  <c:v>6217</c:v>
                </c:pt>
                <c:pt idx="6217">
                  <c:v>6218</c:v>
                </c:pt>
                <c:pt idx="6218">
                  <c:v>6219</c:v>
                </c:pt>
                <c:pt idx="6219">
                  <c:v>6220</c:v>
                </c:pt>
                <c:pt idx="6220">
                  <c:v>6221</c:v>
                </c:pt>
                <c:pt idx="6221">
                  <c:v>6222</c:v>
                </c:pt>
                <c:pt idx="6222">
                  <c:v>6223</c:v>
                </c:pt>
                <c:pt idx="6223">
                  <c:v>6224</c:v>
                </c:pt>
                <c:pt idx="6224">
                  <c:v>6225</c:v>
                </c:pt>
                <c:pt idx="6225">
                  <c:v>6226</c:v>
                </c:pt>
                <c:pt idx="6226">
                  <c:v>6227</c:v>
                </c:pt>
                <c:pt idx="6227">
                  <c:v>6228</c:v>
                </c:pt>
                <c:pt idx="6228">
                  <c:v>6229</c:v>
                </c:pt>
                <c:pt idx="6229">
                  <c:v>6230</c:v>
                </c:pt>
                <c:pt idx="6230">
                  <c:v>6231</c:v>
                </c:pt>
                <c:pt idx="6231">
                  <c:v>6232</c:v>
                </c:pt>
                <c:pt idx="6232">
                  <c:v>6233</c:v>
                </c:pt>
                <c:pt idx="6233">
                  <c:v>6234</c:v>
                </c:pt>
                <c:pt idx="6234">
                  <c:v>6235</c:v>
                </c:pt>
                <c:pt idx="6235">
                  <c:v>6236</c:v>
                </c:pt>
                <c:pt idx="6236">
                  <c:v>6237</c:v>
                </c:pt>
                <c:pt idx="6237">
                  <c:v>6238</c:v>
                </c:pt>
                <c:pt idx="6238">
                  <c:v>6239</c:v>
                </c:pt>
                <c:pt idx="6239">
                  <c:v>6240</c:v>
                </c:pt>
                <c:pt idx="6240">
                  <c:v>6241</c:v>
                </c:pt>
                <c:pt idx="6241">
                  <c:v>6242</c:v>
                </c:pt>
                <c:pt idx="6242">
                  <c:v>6243</c:v>
                </c:pt>
                <c:pt idx="6243">
                  <c:v>6244</c:v>
                </c:pt>
                <c:pt idx="6244">
                  <c:v>6245</c:v>
                </c:pt>
                <c:pt idx="6245">
                  <c:v>6246</c:v>
                </c:pt>
                <c:pt idx="6246">
                  <c:v>6247</c:v>
                </c:pt>
                <c:pt idx="6247">
                  <c:v>6248</c:v>
                </c:pt>
                <c:pt idx="6248">
                  <c:v>6249</c:v>
                </c:pt>
                <c:pt idx="6249">
                  <c:v>6250</c:v>
                </c:pt>
                <c:pt idx="6250">
                  <c:v>6251</c:v>
                </c:pt>
                <c:pt idx="6251">
                  <c:v>6252</c:v>
                </c:pt>
                <c:pt idx="6252">
                  <c:v>6253</c:v>
                </c:pt>
                <c:pt idx="6253">
                  <c:v>6254</c:v>
                </c:pt>
                <c:pt idx="6254">
                  <c:v>6255</c:v>
                </c:pt>
                <c:pt idx="6255">
                  <c:v>6256</c:v>
                </c:pt>
                <c:pt idx="6256">
                  <c:v>6257</c:v>
                </c:pt>
                <c:pt idx="6257">
                  <c:v>6258</c:v>
                </c:pt>
                <c:pt idx="6258">
                  <c:v>6259</c:v>
                </c:pt>
                <c:pt idx="6259">
                  <c:v>6260</c:v>
                </c:pt>
                <c:pt idx="6260">
                  <c:v>6261</c:v>
                </c:pt>
                <c:pt idx="6261">
                  <c:v>6262</c:v>
                </c:pt>
                <c:pt idx="6262">
                  <c:v>6263</c:v>
                </c:pt>
                <c:pt idx="6263">
                  <c:v>6264</c:v>
                </c:pt>
                <c:pt idx="6264">
                  <c:v>6265</c:v>
                </c:pt>
                <c:pt idx="6265">
                  <c:v>6266</c:v>
                </c:pt>
                <c:pt idx="6266">
                  <c:v>6267</c:v>
                </c:pt>
                <c:pt idx="6267">
                  <c:v>6268</c:v>
                </c:pt>
                <c:pt idx="6268">
                  <c:v>6269</c:v>
                </c:pt>
                <c:pt idx="6269">
                  <c:v>6270</c:v>
                </c:pt>
                <c:pt idx="6270">
                  <c:v>6271</c:v>
                </c:pt>
                <c:pt idx="6271">
                  <c:v>6272</c:v>
                </c:pt>
                <c:pt idx="6272">
                  <c:v>6273</c:v>
                </c:pt>
                <c:pt idx="6273">
                  <c:v>6274</c:v>
                </c:pt>
                <c:pt idx="6274">
                  <c:v>6275</c:v>
                </c:pt>
                <c:pt idx="6275">
                  <c:v>6276</c:v>
                </c:pt>
                <c:pt idx="6276">
                  <c:v>6277</c:v>
                </c:pt>
                <c:pt idx="6277">
                  <c:v>6278</c:v>
                </c:pt>
                <c:pt idx="6278">
                  <c:v>6279</c:v>
                </c:pt>
                <c:pt idx="6279">
                  <c:v>6280</c:v>
                </c:pt>
                <c:pt idx="6280">
                  <c:v>6281</c:v>
                </c:pt>
                <c:pt idx="6281">
                  <c:v>6282</c:v>
                </c:pt>
                <c:pt idx="6282">
                  <c:v>6283</c:v>
                </c:pt>
                <c:pt idx="6283">
                  <c:v>6284</c:v>
                </c:pt>
                <c:pt idx="6284">
                  <c:v>6285</c:v>
                </c:pt>
                <c:pt idx="6285">
                  <c:v>6286</c:v>
                </c:pt>
                <c:pt idx="6286">
                  <c:v>6287</c:v>
                </c:pt>
                <c:pt idx="6287">
                  <c:v>6288</c:v>
                </c:pt>
                <c:pt idx="6288">
                  <c:v>6289</c:v>
                </c:pt>
                <c:pt idx="6289">
                  <c:v>6290</c:v>
                </c:pt>
                <c:pt idx="6290">
                  <c:v>6291</c:v>
                </c:pt>
                <c:pt idx="6291">
                  <c:v>6292</c:v>
                </c:pt>
                <c:pt idx="6292">
                  <c:v>6293</c:v>
                </c:pt>
                <c:pt idx="6293">
                  <c:v>6294</c:v>
                </c:pt>
                <c:pt idx="6294">
                  <c:v>6295</c:v>
                </c:pt>
                <c:pt idx="6295">
                  <c:v>6296</c:v>
                </c:pt>
                <c:pt idx="6296">
                  <c:v>6297</c:v>
                </c:pt>
                <c:pt idx="6297">
                  <c:v>6298</c:v>
                </c:pt>
                <c:pt idx="6298">
                  <c:v>6299</c:v>
                </c:pt>
                <c:pt idx="6299">
                  <c:v>6300</c:v>
                </c:pt>
                <c:pt idx="6300">
                  <c:v>6301</c:v>
                </c:pt>
                <c:pt idx="6301">
                  <c:v>6302</c:v>
                </c:pt>
                <c:pt idx="6302">
                  <c:v>6303</c:v>
                </c:pt>
                <c:pt idx="6303">
                  <c:v>6304</c:v>
                </c:pt>
                <c:pt idx="6304">
                  <c:v>6305</c:v>
                </c:pt>
                <c:pt idx="6305">
                  <c:v>6306</c:v>
                </c:pt>
                <c:pt idx="6306">
                  <c:v>6307</c:v>
                </c:pt>
                <c:pt idx="6307">
                  <c:v>6308</c:v>
                </c:pt>
                <c:pt idx="6308">
                  <c:v>6309</c:v>
                </c:pt>
                <c:pt idx="6309">
                  <c:v>6310</c:v>
                </c:pt>
                <c:pt idx="6310">
                  <c:v>6311</c:v>
                </c:pt>
                <c:pt idx="6311">
                  <c:v>6312</c:v>
                </c:pt>
                <c:pt idx="6312">
                  <c:v>6313</c:v>
                </c:pt>
                <c:pt idx="6313">
                  <c:v>6314</c:v>
                </c:pt>
                <c:pt idx="6314">
                  <c:v>6315</c:v>
                </c:pt>
                <c:pt idx="6315">
                  <c:v>6316</c:v>
                </c:pt>
                <c:pt idx="6316">
                  <c:v>6317</c:v>
                </c:pt>
                <c:pt idx="6317">
                  <c:v>6318</c:v>
                </c:pt>
                <c:pt idx="6318">
                  <c:v>6319</c:v>
                </c:pt>
                <c:pt idx="6319">
                  <c:v>6320</c:v>
                </c:pt>
                <c:pt idx="6320">
                  <c:v>6321</c:v>
                </c:pt>
                <c:pt idx="6321">
                  <c:v>6322</c:v>
                </c:pt>
                <c:pt idx="6322">
                  <c:v>6323</c:v>
                </c:pt>
                <c:pt idx="6323">
                  <c:v>6324</c:v>
                </c:pt>
                <c:pt idx="6324">
                  <c:v>6325</c:v>
                </c:pt>
                <c:pt idx="6325">
                  <c:v>6326</c:v>
                </c:pt>
                <c:pt idx="6326">
                  <c:v>6327</c:v>
                </c:pt>
                <c:pt idx="6327">
                  <c:v>6328</c:v>
                </c:pt>
                <c:pt idx="6328">
                  <c:v>6329</c:v>
                </c:pt>
                <c:pt idx="6329">
                  <c:v>6330</c:v>
                </c:pt>
                <c:pt idx="6330">
                  <c:v>6331</c:v>
                </c:pt>
                <c:pt idx="6331">
                  <c:v>6332</c:v>
                </c:pt>
                <c:pt idx="6332">
                  <c:v>6333</c:v>
                </c:pt>
                <c:pt idx="6333">
                  <c:v>6334</c:v>
                </c:pt>
                <c:pt idx="6334">
                  <c:v>6335</c:v>
                </c:pt>
                <c:pt idx="6335">
                  <c:v>6336</c:v>
                </c:pt>
                <c:pt idx="6336">
                  <c:v>6337</c:v>
                </c:pt>
                <c:pt idx="6337">
                  <c:v>6338</c:v>
                </c:pt>
                <c:pt idx="6338">
                  <c:v>6339</c:v>
                </c:pt>
                <c:pt idx="6339">
                  <c:v>6340</c:v>
                </c:pt>
                <c:pt idx="6340">
                  <c:v>6341</c:v>
                </c:pt>
                <c:pt idx="6341">
                  <c:v>6342</c:v>
                </c:pt>
                <c:pt idx="6342">
                  <c:v>6343</c:v>
                </c:pt>
                <c:pt idx="6343">
                  <c:v>6344</c:v>
                </c:pt>
                <c:pt idx="6344">
                  <c:v>6345</c:v>
                </c:pt>
                <c:pt idx="6345">
                  <c:v>6346</c:v>
                </c:pt>
                <c:pt idx="6346">
                  <c:v>6347</c:v>
                </c:pt>
                <c:pt idx="6347">
                  <c:v>6348</c:v>
                </c:pt>
                <c:pt idx="6348">
                  <c:v>6349</c:v>
                </c:pt>
                <c:pt idx="6349">
                  <c:v>6350</c:v>
                </c:pt>
                <c:pt idx="6350">
                  <c:v>6351</c:v>
                </c:pt>
                <c:pt idx="6351">
                  <c:v>6352</c:v>
                </c:pt>
                <c:pt idx="6352">
                  <c:v>6353</c:v>
                </c:pt>
                <c:pt idx="6353">
                  <c:v>6354</c:v>
                </c:pt>
                <c:pt idx="6354">
                  <c:v>6355</c:v>
                </c:pt>
                <c:pt idx="6355">
                  <c:v>6356</c:v>
                </c:pt>
                <c:pt idx="6356">
                  <c:v>6357</c:v>
                </c:pt>
                <c:pt idx="6357">
                  <c:v>6358</c:v>
                </c:pt>
                <c:pt idx="6358">
                  <c:v>6359</c:v>
                </c:pt>
                <c:pt idx="6359">
                  <c:v>6360</c:v>
                </c:pt>
                <c:pt idx="6360">
                  <c:v>6361</c:v>
                </c:pt>
                <c:pt idx="6361">
                  <c:v>6362</c:v>
                </c:pt>
                <c:pt idx="6362">
                  <c:v>6363</c:v>
                </c:pt>
                <c:pt idx="6363">
                  <c:v>6364</c:v>
                </c:pt>
                <c:pt idx="6364">
                  <c:v>6365</c:v>
                </c:pt>
                <c:pt idx="6365">
                  <c:v>6366</c:v>
                </c:pt>
                <c:pt idx="6366">
                  <c:v>6367</c:v>
                </c:pt>
                <c:pt idx="6367">
                  <c:v>6368</c:v>
                </c:pt>
                <c:pt idx="6368">
                  <c:v>6369</c:v>
                </c:pt>
                <c:pt idx="6369">
                  <c:v>6370</c:v>
                </c:pt>
                <c:pt idx="6370">
                  <c:v>6371</c:v>
                </c:pt>
                <c:pt idx="6371">
                  <c:v>6372</c:v>
                </c:pt>
                <c:pt idx="6372">
                  <c:v>6373</c:v>
                </c:pt>
                <c:pt idx="6373">
                  <c:v>6374</c:v>
                </c:pt>
                <c:pt idx="6374">
                  <c:v>6375</c:v>
                </c:pt>
                <c:pt idx="6375">
                  <c:v>6376</c:v>
                </c:pt>
                <c:pt idx="6376">
                  <c:v>6377</c:v>
                </c:pt>
                <c:pt idx="6377">
                  <c:v>6378</c:v>
                </c:pt>
                <c:pt idx="6378">
                  <c:v>6379</c:v>
                </c:pt>
                <c:pt idx="6379">
                  <c:v>6380</c:v>
                </c:pt>
                <c:pt idx="6380">
                  <c:v>6381</c:v>
                </c:pt>
                <c:pt idx="6381">
                  <c:v>6382</c:v>
                </c:pt>
                <c:pt idx="6382">
                  <c:v>6383</c:v>
                </c:pt>
                <c:pt idx="6383">
                  <c:v>6384</c:v>
                </c:pt>
                <c:pt idx="6384">
                  <c:v>6385</c:v>
                </c:pt>
                <c:pt idx="6385">
                  <c:v>6386</c:v>
                </c:pt>
                <c:pt idx="6386">
                  <c:v>6387</c:v>
                </c:pt>
                <c:pt idx="6387">
                  <c:v>6388</c:v>
                </c:pt>
                <c:pt idx="6388">
                  <c:v>6389</c:v>
                </c:pt>
                <c:pt idx="6389">
                  <c:v>6390</c:v>
                </c:pt>
                <c:pt idx="6390">
                  <c:v>6391</c:v>
                </c:pt>
                <c:pt idx="6391">
                  <c:v>6392</c:v>
                </c:pt>
                <c:pt idx="6392">
                  <c:v>6393</c:v>
                </c:pt>
                <c:pt idx="6393">
                  <c:v>6394</c:v>
                </c:pt>
                <c:pt idx="6394">
                  <c:v>6395</c:v>
                </c:pt>
                <c:pt idx="6395">
                  <c:v>6396</c:v>
                </c:pt>
                <c:pt idx="6396">
                  <c:v>6397</c:v>
                </c:pt>
                <c:pt idx="6397">
                  <c:v>6398</c:v>
                </c:pt>
                <c:pt idx="6398">
                  <c:v>6399</c:v>
                </c:pt>
                <c:pt idx="6399">
                  <c:v>6400</c:v>
                </c:pt>
                <c:pt idx="6400">
                  <c:v>6401</c:v>
                </c:pt>
                <c:pt idx="6401">
                  <c:v>6402</c:v>
                </c:pt>
                <c:pt idx="6402">
                  <c:v>6403</c:v>
                </c:pt>
                <c:pt idx="6403">
                  <c:v>6404</c:v>
                </c:pt>
                <c:pt idx="6404">
                  <c:v>6405</c:v>
                </c:pt>
                <c:pt idx="6405">
                  <c:v>6406</c:v>
                </c:pt>
                <c:pt idx="6406">
                  <c:v>6407</c:v>
                </c:pt>
                <c:pt idx="6407">
                  <c:v>6408</c:v>
                </c:pt>
                <c:pt idx="6408">
                  <c:v>6409</c:v>
                </c:pt>
                <c:pt idx="6409">
                  <c:v>6410</c:v>
                </c:pt>
                <c:pt idx="6410">
                  <c:v>6411</c:v>
                </c:pt>
                <c:pt idx="6411">
                  <c:v>6412</c:v>
                </c:pt>
                <c:pt idx="6412">
                  <c:v>6413</c:v>
                </c:pt>
                <c:pt idx="6413">
                  <c:v>6414</c:v>
                </c:pt>
                <c:pt idx="6414">
                  <c:v>6415</c:v>
                </c:pt>
                <c:pt idx="6415">
                  <c:v>6416</c:v>
                </c:pt>
                <c:pt idx="6416">
                  <c:v>6417</c:v>
                </c:pt>
                <c:pt idx="6417">
                  <c:v>6418</c:v>
                </c:pt>
                <c:pt idx="6418">
                  <c:v>6419</c:v>
                </c:pt>
                <c:pt idx="6419">
                  <c:v>6420</c:v>
                </c:pt>
                <c:pt idx="6420">
                  <c:v>6421</c:v>
                </c:pt>
                <c:pt idx="6421">
                  <c:v>6422</c:v>
                </c:pt>
                <c:pt idx="6422">
                  <c:v>6423</c:v>
                </c:pt>
                <c:pt idx="6423">
                  <c:v>6424</c:v>
                </c:pt>
                <c:pt idx="6424">
                  <c:v>6425</c:v>
                </c:pt>
                <c:pt idx="6425">
                  <c:v>6426</c:v>
                </c:pt>
                <c:pt idx="6426">
                  <c:v>6427</c:v>
                </c:pt>
                <c:pt idx="6427">
                  <c:v>6428</c:v>
                </c:pt>
                <c:pt idx="6428">
                  <c:v>6429</c:v>
                </c:pt>
                <c:pt idx="6429">
                  <c:v>6430</c:v>
                </c:pt>
                <c:pt idx="6430">
                  <c:v>6431</c:v>
                </c:pt>
                <c:pt idx="6431">
                  <c:v>6432</c:v>
                </c:pt>
                <c:pt idx="6432">
                  <c:v>6433</c:v>
                </c:pt>
                <c:pt idx="6433">
                  <c:v>6434</c:v>
                </c:pt>
                <c:pt idx="6434">
                  <c:v>6435</c:v>
                </c:pt>
                <c:pt idx="6435">
                  <c:v>6436</c:v>
                </c:pt>
                <c:pt idx="6436">
                  <c:v>6437</c:v>
                </c:pt>
                <c:pt idx="6437">
                  <c:v>6438</c:v>
                </c:pt>
                <c:pt idx="6438">
                  <c:v>6439</c:v>
                </c:pt>
                <c:pt idx="6439">
                  <c:v>6440</c:v>
                </c:pt>
                <c:pt idx="6440">
                  <c:v>6441</c:v>
                </c:pt>
                <c:pt idx="6441">
                  <c:v>6442</c:v>
                </c:pt>
                <c:pt idx="6442">
                  <c:v>6443</c:v>
                </c:pt>
                <c:pt idx="6443">
                  <c:v>6444</c:v>
                </c:pt>
                <c:pt idx="6444">
                  <c:v>6445</c:v>
                </c:pt>
                <c:pt idx="6445">
                  <c:v>6446</c:v>
                </c:pt>
                <c:pt idx="6446">
                  <c:v>6447</c:v>
                </c:pt>
                <c:pt idx="6447">
                  <c:v>6448</c:v>
                </c:pt>
                <c:pt idx="6448">
                  <c:v>6449</c:v>
                </c:pt>
                <c:pt idx="6449">
                  <c:v>6450</c:v>
                </c:pt>
                <c:pt idx="6450">
                  <c:v>6451</c:v>
                </c:pt>
                <c:pt idx="6451">
                  <c:v>6452</c:v>
                </c:pt>
                <c:pt idx="6452">
                  <c:v>6453</c:v>
                </c:pt>
                <c:pt idx="6453">
                  <c:v>6454</c:v>
                </c:pt>
                <c:pt idx="6454">
                  <c:v>6455</c:v>
                </c:pt>
                <c:pt idx="6455">
                  <c:v>6456</c:v>
                </c:pt>
                <c:pt idx="6456">
                  <c:v>6457</c:v>
                </c:pt>
                <c:pt idx="6457">
                  <c:v>6458</c:v>
                </c:pt>
                <c:pt idx="6458">
                  <c:v>6459</c:v>
                </c:pt>
                <c:pt idx="6459">
                  <c:v>6460</c:v>
                </c:pt>
                <c:pt idx="6460">
                  <c:v>6461</c:v>
                </c:pt>
                <c:pt idx="6461">
                  <c:v>6462</c:v>
                </c:pt>
                <c:pt idx="6462">
                  <c:v>6463</c:v>
                </c:pt>
                <c:pt idx="6463">
                  <c:v>6464</c:v>
                </c:pt>
                <c:pt idx="6464">
                  <c:v>6465</c:v>
                </c:pt>
                <c:pt idx="6465">
                  <c:v>6466</c:v>
                </c:pt>
                <c:pt idx="6466">
                  <c:v>6467</c:v>
                </c:pt>
                <c:pt idx="6467">
                  <c:v>6468</c:v>
                </c:pt>
                <c:pt idx="6468">
                  <c:v>6469</c:v>
                </c:pt>
                <c:pt idx="6469">
                  <c:v>6470</c:v>
                </c:pt>
                <c:pt idx="6470">
                  <c:v>6471</c:v>
                </c:pt>
                <c:pt idx="6471">
                  <c:v>6472</c:v>
                </c:pt>
                <c:pt idx="6472">
                  <c:v>6473</c:v>
                </c:pt>
                <c:pt idx="6473">
                  <c:v>6474</c:v>
                </c:pt>
                <c:pt idx="6474">
                  <c:v>6475</c:v>
                </c:pt>
                <c:pt idx="6475">
                  <c:v>6476</c:v>
                </c:pt>
                <c:pt idx="6476">
                  <c:v>6477</c:v>
                </c:pt>
                <c:pt idx="6477">
                  <c:v>6478</c:v>
                </c:pt>
                <c:pt idx="6478">
                  <c:v>6479</c:v>
                </c:pt>
                <c:pt idx="6479">
                  <c:v>6480</c:v>
                </c:pt>
                <c:pt idx="6480">
                  <c:v>6481</c:v>
                </c:pt>
                <c:pt idx="6481">
                  <c:v>6482</c:v>
                </c:pt>
                <c:pt idx="6482">
                  <c:v>6483</c:v>
                </c:pt>
                <c:pt idx="6483">
                  <c:v>6484</c:v>
                </c:pt>
                <c:pt idx="6484">
                  <c:v>6485</c:v>
                </c:pt>
                <c:pt idx="6485">
                  <c:v>6486</c:v>
                </c:pt>
                <c:pt idx="6486">
                  <c:v>6487</c:v>
                </c:pt>
                <c:pt idx="6487">
                  <c:v>6488</c:v>
                </c:pt>
                <c:pt idx="6488">
                  <c:v>6489</c:v>
                </c:pt>
                <c:pt idx="6489">
                  <c:v>6490</c:v>
                </c:pt>
                <c:pt idx="6490">
                  <c:v>6491</c:v>
                </c:pt>
                <c:pt idx="6491">
                  <c:v>6492</c:v>
                </c:pt>
                <c:pt idx="6492">
                  <c:v>6493</c:v>
                </c:pt>
                <c:pt idx="6493">
                  <c:v>6494</c:v>
                </c:pt>
                <c:pt idx="6494">
                  <c:v>6495</c:v>
                </c:pt>
                <c:pt idx="6495">
                  <c:v>6496</c:v>
                </c:pt>
                <c:pt idx="6496">
                  <c:v>6497</c:v>
                </c:pt>
                <c:pt idx="6497">
                  <c:v>6498</c:v>
                </c:pt>
                <c:pt idx="6498">
                  <c:v>6499</c:v>
                </c:pt>
                <c:pt idx="6499">
                  <c:v>6500</c:v>
                </c:pt>
                <c:pt idx="6500">
                  <c:v>6501</c:v>
                </c:pt>
                <c:pt idx="6501">
                  <c:v>6502</c:v>
                </c:pt>
                <c:pt idx="6502">
                  <c:v>6503</c:v>
                </c:pt>
                <c:pt idx="6503">
                  <c:v>6504</c:v>
                </c:pt>
                <c:pt idx="6504">
                  <c:v>6505</c:v>
                </c:pt>
                <c:pt idx="6505">
                  <c:v>6506</c:v>
                </c:pt>
                <c:pt idx="6506">
                  <c:v>6507</c:v>
                </c:pt>
                <c:pt idx="6507">
                  <c:v>6508</c:v>
                </c:pt>
                <c:pt idx="6508">
                  <c:v>6509</c:v>
                </c:pt>
                <c:pt idx="6509">
                  <c:v>6510</c:v>
                </c:pt>
                <c:pt idx="6510">
                  <c:v>6511</c:v>
                </c:pt>
                <c:pt idx="6511">
                  <c:v>6512</c:v>
                </c:pt>
                <c:pt idx="6512">
                  <c:v>6513</c:v>
                </c:pt>
                <c:pt idx="6513">
                  <c:v>6514</c:v>
                </c:pt>
                <c:pt idx="6514">
                  <c:v>6515</c:v>
                </c:pt>
                <c:pt idx="6515">
                  <c:v>6516</c:v>
                </c:pt>
                <c:pt idx="6516">
                  <c:v>6517</c:v>
                </c:pt>
                <c:pt idx="6517">
                  <c:v>6518</c:v>
                </c:pt>
                <c:pt idx="6518">
                  <c:v>6519</c:v>
                </c:pt>
                <c:pt idx="6519">
                  <c:v>6520</c:v>
                </c:pt>
                <c:pt idx="6520">
                  <c:v>6521</c:v>
                </c:pt>
                <c:pt idx="6521">
                  <c:v>6522</c:v>
                </c:pt>
                <c:pt idx="6522">
                  <c:v>6523</c:v>
                </c:pt>
                <c:pt idx="6523">
                  <c:v>6524</c:v>
                </c:pt>
                <c:pt idx="6524">
                  <c:v>6525</c:v>
                </c:pt>
                <c:pt idx="6525">
                  <c:v>6526</c:v>
                </c:pt>
                <c:pt idx="6526">
                  <c:v>6527</c:v>
                </c:pt>
                <c:pt idx="6527">
                  <c:v>6528</c:v>
                </c:pt>
                <c:pt idx="6528">
                  <c:v>6529</c:v>
                </c:pt>
                <c:pt idx="6529">
                  <c:v>6530</c:v>
                </c:pt>
                <c:pt idx="6530">
                  <c:v>6531</c:v>
                </c:pt>
                <c:pt idx="6531">
                  <c:v>6532</c:v>
                </c:pt>
                <c:pt idx="6532">
                  <c:v>6533</c:v>
                </c:pt>
                <c:pt idx="6533">
                  <c:v>6534</c:v>
                </c:pt>
                <c:pt idx="6534">
                  <c:v>6535</c:v>
                </c:pt>
                <c:pt idx="6535">
                  <c:v>6536</c:v>
                </c:pt>
                <c:pt idx="6536">
                  <c:v>6537</c:v>
                </c:pt>
                <c:pt idx="6537">
                  <c:v>6538</c:v>
                </c:pt>
                <c:pt idx="6538">
                  <c:v>6539</c:v>
                </c:pt>
                <c:pt idx="6539">
                  <c:v>6540</c:v>
                </c:pt>
                <c:pt idx="6540">
                  <c:v>6541</c:v>
                </c:pt>
                <c:pt idx="6541">
                  <c:v>6542</c:v>
                </c:pt>
                <c:pt idx="6542">
                  <c:v>6543</c:v>
                </c:pt>
                <c:pt idx="6543">
                  <c:v>6544</c:v>
                </c:pt>
                <c:pt idx="6544">
                  <c:v>6545</c:v>
                </c:pt>
                <c:pt idx="6545">
                  <c:v>6546</c:v>
                </c:pt>
                <c:pt idx="6546">
                  <c:v>6547</c:v>
                </c:pt>
                <c:pt idx="6547">
                  <c:v>6548</c:v>
                </c:pt>
                <c:pt idx="6548">
                  <c:v>6549</c:v>
                </c:pt>
                <c:pt idx="6549">
                  <c:v>6550</c:v>
                </c:pt>
                <c:pt idx="6550">
                  <c:v>6551</c:v>
                </c:pt>
                <c:pt idx="6551">
                  <c:v>6552</c:v>
                </c:pt>
                <c:pt idx="6552">
                  <c:v>6553</c:v>
                </c:pt>
                <c:pt idx="6553">
                  <c:v>6554</c:v>
                </c:pt>
                <c:pt idx="6554">
                  <c:v>6555</c:v>
                </c:pt>
                <c:pt idx="6555">
                  <c:v>6556</c:v>
                </c:pt>
                <c:pt idx="6556">
                  <c:v>6557</c:v>
                </c:pt>
                <c:pt idx="6557">
                  <c:v>6558</c:v>
                </c:pt>
                <c:pt idx="6558">
                  <c:v>6559</c:v>
                </c:pt>
                <c:pt idx="6559">
                  <c:v>6560</c:v>
                </c:pt>
                <c:pt idx="6560">
                  <c:v>6561</c:v>
                </c:pt>
                <c:pt idx="6561">
                  <c:v>6562</c:v>
                </c:pt>
                <c:pt idx="6562">
                  <c:v>6563</c:v>
                </c:pt>
                <c:pt idx="6563">
                  <c:v>6564</c:v>
                </c:pt>
                <c:pt idx="6564">
                  <c:v>6565</c:v>
                </c:pt>
                <c:pt idx="6565">
                  <c:v>6566</c:v>
                </c:pt>
                <c:pt idx="6566">
                  <c:v>6567</c:v>
                </c:pt>
                <c:pt idx="6567">
                  <c:v>6568</c:v>
                </c:pt>
                <c:pt idx="6568">
                  <c:v>6569</c:v>
                </c:pt>
                <c:pt idx="6569">
                  <c:v>6570</c:v>
                </c:pt>
                <c:pt idx="6570">
                  <c:v>6571</c:v>
                </c:pt>
                <c:pt idx="6571">
                  <c:v>6572</c:v>
                </c:pt>
                <c:pt idx="6572">
                  <c:v>6573</c:v>
                </c:pt>
                <c:pt idx="6573">
                  <c:v>6574</c:v>
                </c:pt>
                <c:pt idx="6574">
                  <c:v>6575</c:v>
                </c:pt>
                <c:pt idx="6575">
                  <c:v>6576</c:v>
                </c:pt>
                <c:pt idx="6576">
                  <c:v>6577</c:v>
                </c:pt>
                <c:pt idx="6577">
                  <c:v>6578</c:v>
                </c:pt>
                <c:pt idx="6578">
                  <c:v>6579</c:v>
                </c:pt>
                <c:pt idx="6579">
                  <c:v>6580</c:v>
                </c:pt>
                <c:pt idx="6580">
                  <c:v>6581</c:v>
                </c:pt>
                <c:pt idx="6581">
                  <c:v>6582</c:v>
                </c:pt>
                <c:pt idx="6582">
                  <c:v>6583</c:v>
                </c:pt>
                <c:pt idx="6583">
                  <c:v>6584</c:v>
                </c:pt>
                <c:pt idx="6584">
                  <c:v>6585</c:v>
                </c:pt>
                <c:pt idx="6585">
                  <c:v>6586</c:v>
                </c:pt>
                <c:pt idx="6586">
                  <c:v>6587</c:v>
                </c:pt>
                <c:pt idx="6587">
                  <c:v>6588</c:v>
                </c:pt>
                <c:pt idx="6588">
                  <c:v>6589</c:v>
                </c:pt>
                <c:pt idx="6589">
                  <c:v>6590</c:v>
                </c:pt>
                <c:pt idx="6590">
                  <c:v>6591</c:v>
                </c:pt>
                <c:pt idx="6591">
                  <c:v>6592</c:v>
                </c:pt>
                <c:pt idx="6592">
                  <c:v>6593</c:v>
                </c:pt>
                <c:pt idx="6593">
                  <c:v>6594</c:v>
                </c:pt>
                <c:pt idx="6594">
                  <c:v>6595</c:v>
                </c:pt>
                <c:pt idx="6595">
                  <c:v>6596</c:v>
                </c:pt>
                <c:pt idx="6596">
                  <c:v>6597</c:v>
                </c:pt>
                <c:pt idx="6597">
                  <c:v>6598</c:v>
                </c:pt>
                <c:pt idx="6598">
                  <c:v>6599</c:v>
                </c:pt>
                <c:pt idx="6599">
                  <c:v>6600</c:v>
                </c:pt>
                <c:pt idx="6600">
                  <c:v>6601</c:v>
                </c:pt>
                <c:pt idx="6601">
                  <c:v>6602</c:v>
                </c:pt>
                <c:pt idx="6602">
                  <c:v>6603</c:v>
                </c:pt>
                <c:pt idx="6603">
                  <c:v>6604</c:v>
                </c:pt>
                <c:pt idx="6604">
                  <c:v>6605</c:v>
                </c:pt>
                <c:pt idx="6605">
                  <c:v>6606</c:v>
                </c:pt>
                <c:pt idx="6606">
                  <c:v>6607</c:v>
                </c:pt>
                <c:pt idx="6607">
                  <c:v>6608</c:v>
                </c:pt>
                <c:pt idx="6608">
                  <c:v>6609</c:v>
                </c:pt>
                <c:pt idx="6609">
                  <c:v>6610</c:v>
                </c:pt>
                <c:pt idx="6610">
                  <c:v>6611</c:v>
                </c:pt>
                <c:pt idx="6611">
                  <c:v>6612</c:v>
                </c:pt>
                <c:pt idx="6612">
                  <c:v>6613</c:v>
                </c:pt>
                <c:pt idx="6613">
                  <c:v>6614</c:v>
                </c:pt>
                <c:pt idx="6614">
                  <c:v>6615</c:v>
                </c:pt>
                <c:pt idx="6615">
                  <c:v>6616</c:v>
                </c:pt>
                <c:pt idx="6616">
                  <c:v>6617</c:v>
                </c:pt>
                <c:pt idx="6617">
                  <c:v>6618</c:v>
                </c:pt>
                <c:pt idx="6618">
                  <c:v>6619</c:v>
                </c:pt>
                <c:pt idx="6619">
                  <c:v>6620</c:v>
                </c:pt>
                <c:pt idx="6620">
                  <c:v>6621</c:v>
                </c:pt>
                <c:pt idx="6621">
                  <c:v>6622</c:v>
                </c:pt>
                <c:pt idx="6622">
                  <c:v>6623</c:v>
                </c:pt>
                <c:pt idx="6623">
                  <c:v>6624</c:v>
                </c:pt>
                <c:pt idx="6624">
                  <c:v>6625</c:v>
                </c:pt>
                <c:pt idx="6625">
                  <c:v>6626</c:v>
                </c:pt>
                <c:pt idx="6626">
                  <c:v>6627</c:v>
                </c:pt>
                <c:pt idx="6627">
                  <c:v>6628</c:v>
                </c:pt>
                <c:pt idx="6628">
                  <c:v>6629</c:v>
                </c:pt>
                <c:pt idx="6629">
                  <c:v>6630</c:v>
                </c:pt>
                <c:pt idx="6630">
                  <c:v>6631</c:v>
                </c:pt>
                <c:pt idx="6631">
                  <c:v>6632</c:v>
                </c:pt>
                <c:pt idx="6632">
                  <c:v>6633</c:v>
                </c:pt>
                <c:pt idx="6633">
                  <c:v>6634</c:v>
                </c:pt>
                <c:pt idx="6634">
                  <c:v>6635</c:v>
                </c:pt>
                <c:pt idx="6635">
                  <c:v>6636</c:v>
                </c:pt>
                <c:pt idx="6636">
                  <c:v>6637</c:v>
                </c:pt>
                <c:pt idx="6637">
                  <c:v>6638</c:v>
                </c:pt>
                <c:pt idx="6638">
                  <c:v>6639</c:v>
                </c:pt>
                <c:pt idx="6639">
                  <c:v>6640</c:v>
                </c:pt>
                <c:pt idx="6640">
                  <c:v>6641</c:v>
                </c:pt>
                <c:pt idx="6641">
                  <c:v>6642</c:v>
                </c:pt>
                <c:pt idx="6642">
                  <c:v>6643</c:v>
                </c:pt>
                <c:pt idx="6643">
                  <c:v>6644</c:v>
                </c:pt>
                <c:pt idx="6644">
                  <c:v>6645</c:v>
                </c:pt>
                <c:pt idx="6645">
                  <c:v>6646</c:v>
                </c:pt>
                <c:pt idx="6646">
                  <c:v>6647</c:v>
                </c:pt>
                <c:pt idx="6647">
                  <c:v>6648</c:v>
                </c:pt>
                <c:pt idx="6648">
                  <c:v>6649</c:v>
                </c:pt>
                <c:pt idx="6649">
                  <c:v>6650</c:v>
                </c:pt>
                <c:pt idx="6650">
                  <c:v>6651</c:v>
                </c:pt>
                <c:pt idx="6651">
                  <c:v>6652</c:v>
                </c:pt>
                <c:pt idx="6652">
                  <c:v>6653</c:v>
                </c:pt>
                <c:pt idx="6653">
                  <c:v>6654</c:v>
                </c:pt>
                <c:pt idx="6654">
                  <c:v>6655</c:v>
                </c:pt>
                <c:pt idx="6655">
                  <c:v>6656</c:v>
                </c:pt>
                <c:pt idx="6656">
                  <c:v>6657</c:v>
                </c:pt>
                <c:pt idx="6657">
                  <c:v>6658</c:v>
                </c:pt>
                <c:pt idx="6658">
                  <c:v>6659</c:v>
                </c:pt>
                <c:pt idx="6659">
                  <c:v>6660</c:v>
                </c:pt>
                <c:pt idx="6660">
                  <c:v>6661</c:v>
                </c:pt>
                <c:pt idx="6661">
                  <c:v>6662</c:v>
                </c:pt>
                <c:pt idx="6662">
                  <c:v>6663</c:v>
                </c:pt>
                <c:pt idx="6663">
                  <c:v>6664</c:v>
                </c:pt>
                <c:pt idx="6664">
                  <c:v>6665</c:v>
                </c:pt>
                <c:pt idx="6665">
                  <c:v>6666</c:v>
                </c:pt>
                <c:pt idx="6666">
                  <c:v>6667</c:v>
                </c:pt>
                <c:pt idx="6667">
                  <c:v>6668</c:v>
                </c:pt>
                <c:pt idx="6668">
                  <c:v>6669</c:v>
                </c:pt>
                <c:pt idx="6669">
                  <c:v>6670</c:v>
                </c:pt>
                <c:pt idx="6670">
                  <c:v>6671</c:v>
                </c:pt>
                <c:pt idx="6671">
                  <c:v>6672</c:v>
                </c:pt>
                <c:pt idx="6672">
                  <c:v>6673</c:v>
                </c:pt>
                <c:pt idx="6673">
                  <c:v>6674</c:v>
                </c:pt>
                <c:pt idx="6674">
                  <c:v>6675</c:v>
                </c:pt>
                <c:pt idx="6675">
                  <c:v>6676</c:v>
                </c:pt>
                <c:pt idx="6676">
                  <c:v>6677</c:v>
                </c:pt>
                <c:pt idx="6677">
                  <c:v>6678</c:v>
                </c:pt>
                <c:pt idx="6678">
                  <c:v>6679</c:v>
                </c:pt>
                <c:pt idx="6679">
                  <c:v>6680</c:v>
                </c:pt>
                <c:pt idx="6680">
                  <c:v>6681</c:v>
                </c:pt>
                <c:pt idx="6681">
                  <c:v>6682</c:v>
                </c:pt>
                <c:pt idx="6682">
                  <c:v>6683</c:v>
                </c:pt>
                <c:pt idx="6683">
                  <c:v>6684</c:v>
                </c:pt>
                <c:pt idx="6684">
                  <c:v>6685</c:v>
                </c:pt>
                <c:pt idx="6685">
                  <c:v>6686</c:v>
                </c:pt>
                <c:pt idx="6686">
                  <c:v>6687</c:v>
                </c:pt>
                <c:pt idx="6687">
                  <c:v>6688</c:v>
                </c:pt>
                <c:pt idx="6688">
                  <c:v>6689</c:v>
                </c:pt>
                <c:pt idx="6689">
                  <c:v>6690</c:v>
                </c:pt>
                <c:pt idx="6690">
                  <c:v>6691</c:v>
                </c:pt>
                <c:pt idx="6691">
                  <c:v>6692</c:v>
                </c:pt>
                <c:pt idx="6692">
                  <c:v>6693</c:v>
                </c:pt>
                <c:pt idx="6693">
                  <c:v>6694</c:v>
                </c:pt>
                <c:pt idx="6694">
                  <c:v>6695</c:v>
                </c:pt>
                <c:pt idx="6695">
                  <c:v>6696</c:v>
                </c:pt>
                <c:pt idx="6696">
                  <c:v>6697</c:v>
                </c:pt>
                <c:pt idx="6697">
                  <c:v>6698</c:v>
                </c:pt>
                <c:pt idx="6698">
                  <c:v>6699</c:v>
                </c:pt>
                <c:pt idx="6699">
                  <c:v>6700</c:v>
                </c:pt>
                <c:pt idx="6700">
                  <c:v>6701</c:v>
                </c:pt>
                <c:pt idx="6701">
                  <c:v>6702</c:v>
                </c:pt>
                <c:pt idx="6702">
                  <c:v>6703</c:v>
                </c:pt>
                <c:pt idx="6703">
                  <c:v>6704</c:v>
                </c:pt>
                <c:pt idx="6704">
                  <c:v>6705</c:v>
                </c:pt>
                <c:pt idx="6705">
                  <c:v>6706</c:v>
                </c:pt>
                <c:pt idx="6706">
                  <c:v>6707</c:v>
                </c:pt>
                <c:pt idx="6707">
                  <c:v>6708</c:v>
                </c:pt>
                <c:pt idx="6708">
                  <c:v>6709</c:v>
                </c:pt>
                <c:pt idx="6709">
                  <c:v>6710</c:v>
                </c:pt>
                <c:pt idx="6710">
                  <c:v>6711</c:v>
                </c:pt>
                <c:pt idx="6711">
                  <c:v>6712</c:v>
                </c:pt>
                <c:pt idx="6712">
                  <c:v>6713</c:v>
                </c:pt>
                <c:pt idx="6713">
                  <c:v>6714</c:v>
                </c:pt>
                <c:pt idx="6714">
                  <c:v>6715</c:v>
                </c:pt>
                <c:pt idx="6715">
                  <c:v>6716</c:v>
                </c:pt>
                <c:pt idx="6716">
                  <c:v>6717</c:v>
                </c:pt>
                <c:pt idx="6717">
                  <c:v>6718</c:v>
                </c:pt>
                <c:pt idx="6718">
                  <c:v>6719</c:v>
                </c:pt>
                <c:pt idx="6719">
                  <c:v>6720</c:v>
                </c:pt>
                <c:pt idx="6720">
                  <c:v>6721</c:v>
                </c:pt>
                <c:pt idx="6721">
                  <c:v>6722</c:v>
                </c:pt>
                <c:pt idx="6722">
                  <c:v>6723</c:v>
                </c:pt>
                <c:pt idx="6723">
                  <c:v>6724</c:v>
                </c:pt>
                <c:pt idx="6724">
                  <c:v>6725</c:v>
                </c:pt>
                <c:pt idx="6725">
                  <c:v>6726</c:v>
                </c:pt>
                <c:pt idx="6726">
                  <c:v>6727</c:v>
                </c:pt>
                <c:pt idx="6727">
                  <c:v>6728</c:v>
                </c:pt>
                <c:pt idx="6728">
                  <c:v>6729</c:v>
                </c:pt>
                <c:pt idx="6729">
                  <c:v>6730</c:v>
                </c:pt>
                <c:pt idx="6730">
                  <c:v>6731</c:v>
                </c:pt>
                <c:pt idx="6731">
                  <c:v>6732</c:v>
                </c:pt>
                <c:pt idx="6732">
                  <c:v>6733</c:v>
                </c:pt>
                <c:pt idx="6733">
                  <c:v>6734</c:v>
                </c:pt>
                <c:pt idx="6734">
                  <c:v>6735</c:v>
                </c:pt>
                <c:pt idx="6735">
                  <c:v>6736</c:v>
                </c:pt>
                <c:pt idx="6736">
                  <c:v>6737</c:v>
                </c:pt>
                <c:pt idx="6737">
                  <c:v>6738</c:v>
                </c:pt>
                <c:pt idx="6738">
                  <c:v>6739</c:v>
                </c:pt>
                <c:pt idx="6739">
                  <c:v>6740</c:v>
                </c:pt>
                <c:pt idx="6740">
                  <c:v>6741</c:v>
                </c:pt>
                <c:pt idx="6741">
                  <c:v>6742</c:v>
                </c:pt>
                <c:pt idx="6742">
                  <c:v>6743</c:v>
                </c:pt>
                <c:pt idx="6743">
                  <c:v>6744</c:v>
                </c:pt>
                <c:pt idx="6744">
                  <c:v>6745</c:v>
                </c:pt>
                <c:pt idx="6745">
                  <c:v>6746</c:v>
                </c:pt>
                <c:pt idx="6746">
                  <c:v>6747</c:v>
                </c:pt>
                <c:pt idx="6747">
                  <c:v>6748</c:v>
                </c:pt>
                <c:pt idx="6748">
                  <c:v>6749</c:v>
                </c:pt>
                <c:pt idx="6749">
                  <c:v>6750</c:v>
                </c:pt>
                <c:pt idx="6750">
                  <c:v>6751</c:v>
                </c:pt>
                <c:pt idx="6751">
                  <c:v>6752</c:v>
                </c:pt>
                <c:pt idx="6752">
                  <c:v>6753</c:v>
                </c:pt>
                <c:pt idx="6753">
                  <c:v>6754</c:v>
                </c:pt>
                <c:pt idx="6754">
                  <c:v>6755</c:v>
                </c:pt>
                <c:pt idx="6755">
                  <c:v>6756</c:v>
                </c:pt>
                <c:pt idx="6756">
                  <c:v>6757</c:v>
                </c:pt>
                <c:pt idx="6757">
                  <c:v>6758</c:v>
                </c:pt>
                <c:pt idx="6758">
                  <c:v>6759</c:v>
                </c:pt>
                <c:pt idx="6759">
                  <c:v>6760</c:v>
                </c:pt>
                <c:pt idx="6760">
                  <c:v>6761</c:v>
                </c:pt>
                <c:pt idx="6761">
                  <c:v>6762</c:v>
                </c:pt>
                <c:pt idx="6762">
                  <c:v>6763</c:v>
                </c:pt>
                <c:pt idx="6763">
                  <c:v>6764</c:v>
                </c:pt>
                <c:pt idx="6764">
                  <c:v>6765</c:v>
                </c:pt>
                <c:pt idx="6765">
                  <c:v>6766</c:v>
                </c:pt>
                <c:pt idx="6766">
                  <c:v>6767</c:v>
                </c:pt>
                <c:pt idx="6767">
                  <c:v>6768</c:v>
                </c:pt>
                <c:pt idx="6768">
                  <c:v>6769</c:v>
                </c:pt>
                <c:pt idx="6769">
                  <c:v>6770</c:v>
                </c:pt>
                <c:pt idx="6770">
                  <c:v>6771</c:v>
                </c:pt>
                <c:pt idx="6771">
                  <c:v>6772</c:v>
                </c:pt>
                <c:pt idx="6772">
                  <c:v>6773</c:v>
                </c:pt>
                <c:pt idx="6773">
                  <c:v>6774</c:v>
                </c:pt>
                <c:pt idx="6774">
                  <c:v>6775</c:v>
                </c:pt>
                <c:pt idx="6775">
                  <c:v>6776</c:v>
                </c:pt>
                <c:pt idx="6776">
                  <c:v>6777</c:v>
                </c:pt>
                <c:pt idx="6777">
                  <c:v>6778</c:v>
                </c:pt>
                <c:pt idx="6778">
                  <c:v>6779</c:v>
                </c:pt>
                <c:pt idx="6779">
                  <c:v>6780</c:v>
                </c:pt>
                <c:pt idx="6780">
                  <c:v>6781</c:v>
                </c:pt>
                <c:pt idx="6781">
                  <c:v>6782</c:v>
                </c:pt>
                <c:pt idx="6782">
                  <c:v>6783</c:v>
                </c:pt>
                <c:pt idx="6783">
                  <c:v>6784</c:v>
                </c:pt>
                <c:pt idx="6784">
                  <c:v>6785</c:v>
                </c:pt>
                <c:pt idx="6785">
                  <c:v>6786</c:v>
                </c:pt>
                <c:pt idx="6786">
                  <c:v>6787</c:v>
                </c:pt>
                <c:pt idx="6787">
                  <c:v>6788</c:v>
                </c:pt>
                <c:pt idx="6788">
                  <c:v>6789</c:v>
                </c:pt>
                <c:pt idx="6789">
                  <c:v>6790</c:v>
                </c:pt>
                <c:pt idx="6790">
                  <c:v>6791</c:v>
                </c:pt>
                <c:pt idx="6791">
                  <c:v>6792</c:v>
                </c:pt>
                <c:pt idx="6792">
                  <c:v>6793</c:v>
                </c:pt>
                <c:pt idx="6793">
                  <c:v>6794</c:v>
                </c:pt>
                <c:pt idx="6794">
                  <c:v>6795</c:v>
                </c:pt>
                <c:pt idx="6795">
                  <c:v>6796</c:v>
                </c:pt>
                <c:pt idx="6796">
                  <c:v>6797</c:v>
                </c:pt>
                <c:pt idx="6797">
                  <c:v>6798</c:v>
                </c:pt>
                <c:pt idx="6798">
                  <c:v>6799</c:v>
                </c:pt>
                <c:pt idx="6799">
                  <c:v>6800</c:v>
                </c:pt>
                <c:pt idx="6800">
                  <c:v>6801</c:v>
                </c:pt>
                <c:pt idx="6801">
                  <c:v>6802</c:v>
                </c:pt>
                <c:pt idx="6802">
                  <c:v>6803</c:v>
                </c:pt>
                <c:pt idx="6803">
                  <c:v>6804</c:v>
                </c:pt>
                <c:pt idx="6804">
                  <c:v>6805</c:v>
                </c:pt>
                <c:pt idx="6805">
                  <c:v>6806</c:v>
                </c:pt>
                <c:pt idx="6806">
                  <c:v>6807</c:v>
                </c:pt>
                <c:pt idx="6807">
                  <c:v>6808</c:v>
                </c:pt>
                <c:pt idx="6808">
                  <c:v>6809</c:v>
                </c:pt>
                <c:pt idx="6809">
                  <c:v>6810</c:v>
                </c:pt>
                <c:pt idx="6810">
                  <c:v>6811</c:v>
                </c:pt>
                <c:pt idx="6811">
                  <c:v>6812</c:v>
                </c:pt>
                <c:pt idx="6812">
                  <c:v>6813</c:v>
                </c:pt>
                <c:pt idx="6813">
                  <c:v>6814</c:v>
                </c:pt>
                <c:pt idx="6814">
                  <c:v>6815</c:v>
                </c:pt>
                <c:pt idx="6815">
                  <c:v>6816</c:v>
                </c:pt>
                <c:pt idx="6816">
                  <c:v>6817</c:v>
                </c:pt>
                <c:pt idx="6817">
                  <c:v>6818</c:v>
                </c:pt>
                <c:pt idx="6818">
                  <c:v>6819</c:v>
                </c:pt>
                <c:pt idx="6819">
                  <c:v>6820</c:v>
                </c:pt>
                <c:pt idx="6820">
                  <c:v>6821</c:v>
                </c:pt>
                <c:pt idx="6821">
                  <c:v>6822</c:v>
                </c:pt>
                <c:pt idx="6822">
                  <c:v>6823</c:v>
                </c:pt>
                <c:pt idx="6823">
                  <c:v>6824</c:v>
                </c:pt>
                <c:pt idx="6824">
                  <c:v>6825</c:v>
                </c:pt>
                <c:pt idx="6825">
                  <c:v>6826</c:v>
                </c:pt>
                <c:pt idx="6826">
                  <c:v>6827</c:v>
                </c:pt>
                <c:pt idx="6827">
                  <c:v>6828</c:v>
                </c:pt>
                <c:pt idx="6828">
                  <c:v>6829</c:v>
                </c:pt>
                <c:pt idx="6829">
                  <c:v>6830</c:v>
                </c:pt>
                <c:pt idx="6830">
                  <c:v>6831</c:v>
                </c:pt>
                <c:pt idx="6831">
                  <c:v>6832</c:v>
                </c:pt>
                <c:pt idx="6832">
                  <c:v>6833</c:v>
                </c:pt>
                <c:pt idx="6833">
                  <c:v>6834</c:v>
                </c:pt>
                <c:pt idx="6834">
                  <c:v>6835</c:v>
                </c:pt>
                <c:pt idx="6835">
                  <c:v>6836</c:v>
                </c:pt>
                <c:pt idx="6836">
                  <c:v>6837</c:v>
                </c:pt>
                <c:pt idx="6837">
                  <c:v>6838</c:v>
                </c:pt>
                <c:pt idx="6838">
                  <c:v>6839</c:v>
                </c:pt>
                <c:pt idx="6839">
                  <c:v>6840</c:v>
                </c:pt>
                <c:pt idx="6840">
                  <c:v>6841</c:v>
                </c:pt>
                <c:pt idx="6841">
                  <c:v>6842</c:v>
                </c:pt>
                <c:pt idx="6842">
                  <c:v>6843</c:v>
                </c:pt>
                <c:pt idx="6843">
                  <c:v>6844</c:v>
                </c:pt>
                <c:pt idx="6844">
                  <c:v>6845</c:v>
                </c:pt>
                <c:pt idx="6845">
                  <c:v>6846</c:v>
                </c:pt>
                <c:pt idx="6846">
                  <c:v>6847</c:v>
                </c:pt>
                <c:pt idx="6847">
                  <c:v>6848</c:v>
                </c:pt>
                <c:pt idx="6848">
                  <c:v>6849</c:v>
                </c:pt>
                <c:pt idx="6849">
                  <c:v>6850</c:v>
                </c:pt>
                <c:pt idx="6850">
                  <c:v>6851</c:v>
                </c:pt>
                <c:pt idx="6851">
                  <c:v>6852</c:v>
                </c:pt>
                <c:pt idx="6852">
                  <c:v>6853</c:v>
                </c:pt>
                <c:pt idx="6853">
                  <c:v>6854</c:v>
                </c:pt>
                <c:pt idx="6854">
                  <c:v>6855</c:v>
                </c:pt>
                <c:pt idx="6855">
                  <c:v>6856</c:v>
                </c:pt>
                <c:pt idx="6856">
                  <c:v>6857</c:v>
                </c:pt>
                <c:pt idx="6857">
                  <c:v>6858</c:v>
                </c:pt>
                <c:pt idx="6858">
                  <c:v>6859</c:v>
                </c:pt>
                <c:pt idx="6859">
                  <c:v>6860</c:v>
                </c:pt>
                <c:pt idx="6860">
                  <c:v>6861</c:v>
                </c:pt>
                <c:pt idx="6861">
                  <c:v>6862</c:v>
                </c:pt>
                <c:pt idx="6862">
                  <c:v>6863</c:v>
                </c:pt>
                <c:pt idx="6863">
                  <c:v>6864</c:v>
                </c:pt>
                <c:pt idx="6864">
                  <c:v>6865</c:v>
                </c:pt>
                <c:pt idx="6865">
                  <c:v>6866</c:v>
                </c:pt>
                <c:pt idx="6866">
                  <c:v>6867</c:v>
                </c:pt>
                <c:pt idx="6867">
                  <c:v>6868</c:v>
                </c:pt>
                <c:pt idx="6868">
                  <c:v>6869</c:v>
                </c:pt>
                <c:pt idx="6869">
                  <c:v>6870</c:v>
                </c:pt>
                <c:pt idx="6870">
                  <c:v>6871</c:v>
                </c:pt>
                <c:pt idx="6871">
                  <c:v>6872</c:v>
                </c:pt>
                <c:pt idx="6872">
                  <c:v>6873</c:v>
                </c:pt>
                <c:pt idx="6873">
                  <c:v>6874</c:v>
                </c:pt>
                <c:pt idx="6874">
                  <c:v>6875</c:v>
                </c:pt>
                <c:pt idx="6875">
                  <c:v>6876</c:v>
                </c:pt>
                <c:pt idx="6876">
                  <c:v>6877</c:v>
                </c:pt>
                <c:pt idx="6877">
                  <c:v>6878</c:v>
                </c:pt>
                <c:pt idx="6878">
                  <c:v>6879</c:v>
                </c:pt>
                <c:pt idx="6879">
                  <c:v>6880</c:v>
                </c:pt>
                <c:pt idx="6880">
                  <c:v>6881</c:v>
                </c:pt>
                <c:pt idx="6881">
                  <c:v>6882</c:v>
                </c:pt>
                <c:pt idx="6882">
                  <c:v>6883</c:v>
                </c:pt>
                <c:pt idx="6883">
                  <c:v>6884</c:v>
                </c:pt>
                <c:pt idx="6884">
                  <c:v>6885</c:v>
                </c:pt>
                <c:pt idx="6885">
                  <c:v>6886</c:v>
                </c:pt>
                <c:pt idx="6886">
                  <c:v>6887</c:v>
                </c:pt>
                <c:pt idx="6887">
                  <c:v>6888</c:v>
                </c:pt>
                <c:pt idx="6888">
                  <c:v>6889</c:v>
                </c:pt>
                <c:pt idx="6889">
                  <c:v>6890</c:v>
                </c:pt>
                <c:pt idx="6890">
                  <c:v>6891</c:v>
                </c:pt>
                <c:pt idx="6891">
                  <c:v>6892</c:v>
                </c:pt>
                <c:pt idx="6892">
                  <c:v>6893</c:v>
                </c:pt>
                <c:pt idx="6893">
                  <c:v>6894</c:v>
                </c:pt>
                <c:pt idx="6894">
                  <c:v>6895</c:v>
                </c:pt>
                <c:pt idx="6895">
                  <c:v>6896</c:v>
                </c:pt>
                <c:pt idx="6896">
                  <c:v>6897</c:v>
                </c:pt>
                <c:pt idx="6897">
                  <c:v>6898</c:v>
                </c:pt>
                <c:pt idx="6898">
                  <c:v>6899</c:v>
                </c:pt>
                <c:pt idx="6899">
                  <c:v>6900</c:v>
                </c:pt>
                <c:pt idx="6900">
                  <c:v>6901</c:v>
                </c:pt>
                <c:pt idx="6901">
                  <c:v>6902</c:v>
                </c:pt>
                <c:pt idx="6902">
                  <c:v>6903</c:v>
                </c:pt>
                <c:pt idx="6903">
                  <c:v>6904</c:v>
                </c:pt>
                <c:pt idx="6904">
                  <c:v>6905</c:v>
                </c:pt>
                <c:pt idx="6905">
                  <c:v>6906</c:v>
                </c:pt>
                <c:pt idx="6906">
                  <c:v>6907</c:v>
                </c:pt>
                <c:pt idx="6907">
                  <c:v>6908</c:v>
                </c:pt>
                <c:pt idx="6908">
                  <c:v>6909</c:v>
                </c:pt>
                <c:pt idx="6909">
                  <c:v>6910</c:v>
                </c:pt>
                <c:pt idx="6910">
                  <c:v>6911</c:v>
                </c:pt>
                <c:pt idx="6911">
                  <c:v>6912</c:v>
                </c:pt>
                <c:pt idx="6912">
                  <c:v>6913</c:v>
                </c:pt>
                <c:pt idx="6913">
                  <c:v>6914</c:v>
                </c:pt>
                <c:pt idx="6914">
                  <c:v>6915</c:v>
                </c:pt>
                <c:pt idx="6915">
                  <c:v>6916</c:v>
                </c:pt>
                <c:pt idx="6916">
                  <c:v>6917</c:v>
                </c:pt>
                <c:pt idx="6917">
                  <c:v>6918</c:v>
                </c:pt>
                <c:pt idx="6918">
                  <c:v>6919</c:v>
                </c:pt>
                <c:pt idx="6919">
                  <c:v>6920</c:v>
                </c:pt>
                <c:pt idx="6920">
                  <c:v>6921</c:v>
                </c:pt>
                <c:pt idx="6921">
                  <c:v>6922</c:v>
                </c:pt>
                <c:pt idx="6922">
                  <c:v>6923</c:v>
                </c:pt>
                <c:pt idx="6923">
                  <c:v>6924</c:v>
                </c:pt>
                <c:pt idx="6924">
                  <c:v>6925</c:v>
                </c:pt>
                <c:pt idx="6925">
                  <c:v>6926</c:v>
                </c:pt>
                <c:pt idx="6926">
                  <c:v>6927</c:v>
                </c:pt>
                <c:pt idx="6927">
                  <c:v>6928</c:v>
                </c:pt>
                <c:pt idx="6928">
                  <c:v>6929</c:v>
                </c:pt>
                <c:pt idx="6929">
                  <c:v>6930</c:v>
                </c:pt>
                <c:pt idx="6930">
                  <c:v>6931</c:v>
                </c:pt>
                <c:pt idx="6931">
                  <c:v>6932</c:v>
                </c:pt>
                <c:pt idx="6932">
                  <c:v>6933</c:v>
                </c:pt>
                <c:pt idx="6933">
                  <c:v>6934</c:v>
                </c:pt>
                <c:pt idx="6934">
                  <c:v>6935</c:v>
                </c:pt>
                <c:pt idx="6935">
                  <c:v>6936</c:v>
                </c:pt>
                <c:pt idx="6936">
                  <c:v>6937</c:v>
                </c:pt>
                <c:pt idx="6937">
                  <c:v>6938</c:v>
                </c:pt>
                <c:pt idx="6938">
                  <c:v>6939</c:v>
                </c:pt>
                <c:pt idx="6939">
                  <c:v>6940</c:v>
                </c:pt>
                <c:pt idx="6940">
                  <c:v>6941</c:v>
                </c:pt>
                <c:pt idx="6941">
                  <c:v>6942</c:v>
                </c:pt>
                <c:pt idx="6942">
                  <c:v>6943</c:v>
                </c:pt>
                <c:pt idx="6943">
                  <c:v>6944</c:v>
                </c:pt>
                <c:pt idx="6944">
                  <c:v>6945</c:v>
                </c:pt>
                <c:pt idx="6945">
                  <c:v>6946</c:v>
                </c:pt>
                <c:pt idx="6946">
                  <c:v>6947</c:v>
                </c:pt>
                <c:pt idx="6947">
                  <c:v>6948</c:v>
                </c:pt>
                <c:pt idx="6948">
                  <c:v>6949</c:v>
                </c:pt>
                <c:pt idx="6949">
                  <c:v>6950</c:v>
                </c:pt>
                <c:pt idx="6950">
                  <c:v>6951</c:v>
                </c:pt>
                <c:pt idx="6951">
                  <c:v>6952</c:v>
                </c:pt>
                <c:pt idx="6952">
                  <c:v>6953</c:v>
                </c:pt>
                <c:pt idx="6953">
                  <c:v>6954</c:v>
                </c:pt>
                <c:pt idx="6954">
                  <c:v>6955</c:v>
                </c:pt>
                <c:pt idx="6955">
                  <c:v>6956</c:v>
                </c:pt>
                <c:pt idx="6956">
                  <c:v>6957</c:v>
                </c:pt>
                <c:pt idx="6957">
                  <c:v>6958</c:v>
                </c:pt>
                <c:pt idx="6958">
                  <c:v>6959</c:v>
                </c:pt>
                <c:pt idx="6959">
                  <c:v>6960</c:v>
                </c:pt>
                <c:pt idx="6960">
                  <c:v>6961</c:v>
                </c:pt>
                <c:pt idx="6961">
                  <c:v>6962</c:v>
                </c:pt>
                <c:pt idx="6962">
                  <c:v>6963</c:v>
                </c:pt>
                <c:pt idx="6963">
                  <c:v>6964</c:v>
                </c:pt>
                <c:pt idx="6964">
                  <c:v>6965</c:v>
                </c:pt>
                <c:pt idx="6965">
                  <c:v>6966</c:v>
                </c:pt>
                <c:pt idx="6966">
                  <c:v>6967</c:v>
                </c:pt>
                <c:pt idx="6967">
                  <c:v>6968</c:v>
                </c:pt>
                <c:pt idx="6968">
                  <c:v>6969</c:v>
                </c:pt>
                <c:pt idx="6969">
                  <c:v>6970</c:v>
                </c:pt>
                <c:pt idx="6970">
                  <c:v>6971</c:v>
                </c:pt>
                <c:pt idx="6971">
                  <c:v>6972</c:v>
                </c:pt>
                <c:pt idx="6972">
                  <c:v>6973</c:v>
                </c:pt>
                <c:pt idx="6973">
                  <c:v>6974</c:v>
                </c:pt>
                <c:pt idx="6974">
                  <c:v>6975</c:v>
                </c:pt>
                <c:pt idx="6975">
                  <c:v>6976</c:v>
                </c:pt>
                <c:pt idx="6976">
                  <c:v>6977</c:v>
                </c:pt>
                <c:pt idx="6977">
                  <c:v>6978</c:v>
                </c:pt>
                <c:pt idx="6978">
                  <c:v>6979</c:v>
                </c:pt>
                <c:pt idx="6979">
                  <c:v>6980</c:v>
                </c:pt>
                <c:pt idx="6980">
                  <c:v>6981</c:v>
                </c:pt>
                <c:pt idx="6981">
                  <c:v>6982</c:v>
                </c:pt>
                <c:pt idx="6982">
                  <c:v>6983</c:v>
                </c:pt>
                <c:pt idx="6983">
                  <c:v>6984</c:v>
                </c:pt>
                <c:pt idx="6984">
                  <c:v>6985</c:v>
                </c:pt>
                <c:pt idx="6985">
                  <c:v>6986</c:v>
                </c:pt>
                <c:pt idx="6986">
                  <c:v>6987</c:v>
                </c:pt>
                <c:pt idx="6987">
                  <c:v>6988</c:v>
                </c:pt>
                <c:pt idx="6988">
                  <c:v>6989</c:v>
                </c:pt>
                <c:pt idx="6989">
                  <c:v>6990</c:v>
                </c:pt>
                <c:pt idx="6990">
                  <c:v>6991</c:v>
                </c:pt>
                <c:pt idx="6991">
                  <c:v>6992</c:v>
                </c:pt>
                <c:pt idx="6992">
                  <c:v>6993</c:v>
                </c:pt>
                <c:pt idx="6993">
                  <c:v>6994</c:v>
                </c:pt>
                <c:pt idx="6994">
                  <c:v>6995</c:v>
                </c:pt>
                <c:pt idx="6995">
                  <c:v>6996</c:v>
                </c:pt>
                <c:pt idx="6996">
                  <c:v>6997</c:v>
                </c:pt>
                <c:pt idx="6997">
                  <c:v>6998</c:v>
                </c:pt>
                <c:pt idx="6998">
                  <c:v>6999</c:v>
                </c:pt>
                <c:pt idx="6999">
                  <c:v>7000</c:v>
                </c:pt>
                <c:pt idx="7000">
                  <c:v>7001</c:v>
                </c:pt>
                <c:pt idx="7001">
                  <c:v>7002</c:v>
                </c:pt>
                <c:pt idx="7002">
                  <c:v>7003</c:v>
                </c:pt>
                <c:pt idx="7003">
                  <c:v>7004</c:v>
                </c:pt>
                <c:pt idx="7004">
                  <c:v>7005</c:v>
                </c:pt>
                <c:pt idx="7005">
                  <c:v>7006</c:v>
                </c:pt>
                <c:pt idx="7006">
                  <c:v>7007</c:v>
                </c:pt>
                <c:pt idx="7007">
                  <c:v>7008</c:v>
                </c:pt>
                <c:pt idx="7008">
                  <c:v>7009</c:v>
                </c:pt>
                <c:pt idx="7009">
                  <c:v>7010</c:v>
                </c:pt>
                <c:pt idx="7010">
                  <c:v>7011</c:v>
                </c:pt>
                <c:pt idx="7011">
                  <c:v>7012</c:v>
                </c:pt>
                <c:pt idx="7012">
                  <c:v>7013</c:v>
                </c:pt>
                <c:pt idx="7013">
                  <c:v>7014</c:v>
                </c:pt>
                <c:pt idx="7014">
                  <c:v>7015</c:v>
                </c:pt>
                <c:pt idx="7015">
                  <c:v>7016</c:v>
                </c:pt>
                <c:pt idx="7016">
                  <c:v>7017</c:v>
                </c:pt>
                <c:pt idx="7017">
                  <c:v>7018</c:v>
                </c:pt>
                <c:pt idx="7018">
                  <c:v>7019</c:v>
                </c:pt>
                <c:pt idx="7019">
                  <c:v>7020</c:v>
                </c:pt>
                <c:pt idx="7020">
                  <c:v>7021</c:v>
                </c:pt>
                <c:pt idx="7021">
                  <c:v>7022</c:v>
                </c:pt>
                <c:pt idx="7022">
                  <c:v>7023</c:v>
                </c:pt>
                <c:pt idx="7023">
                  <c:v>7024</c:v>
                </c:pt>
                <c:pt idx="7024">
                  <c:v>7025</c:v>
                </c:pt>
                <c:pt idx="7025">
                  <c:v>7026</c:v>
                </c:pt>
                <c:pt idx="7026">
                  <c:v>7027</c:v>
                </c:pt>
                <c:pt idx="7027">
                  <c:v>7028</c:v>
                </c:pt>
                <c:pt idx="7028">
                  <c:v>7029</c:v>
                </c:pt>
                <c:pt idx="7029">
                  <c:v>7030</c:v>
                </c:pt>
                <c:pt idx="7030">
                  <c:v>7031</c:v>
                </c:pt>
                <c:pt idx="7031">
                  <c:v>7032</c:v>
                </c:pt>
                <c:pt idx="7032">
                  <c:v>7033</c:v>
                </c:pt>
                <c:pt idx="7033">
                  <c:v>7034</c:v>
                </c:pt>
                <c:pt idx="7034">
                  <c:v>7035</c:v>
                </c:pt>
                <c:pt idx="7035">
                  <c:v>7036</c:v>
                </c:pt>
                <c:pt idx="7036">
                  <c:v>7037</c:v>
                </c:pt>
                <c:pt idx="7037">
                  <c:v>7038</c:v>
                </c:pt>
                <c:pt idx="7038">
                  <c:v>7039</c:v>
                </c:pt>
                <c:pt idx="7039">
                  <c:v>7040</c:v>
                </c:pt>
                <c:pt idx="7040">
                  <c:v>7041</c:v>
                </c:pt>
                <c:pt idx="7041">
                  <c:v>7042</c:v>
                </c:pt>
                <c:pt idx="7042">
                  <c:v>7043</c:v>
                </c:pt>
                <c:pt idx="7043">
                  <c:v>7044</c:v>
                </c:pt>
                <c:pt idx="7044">
                  <c:v>7045</c:v>
                </c:pt>
                <c:pt idx="7045">
                  <c:v>7046</c:v>
                </c:pt>
                <c:pt idx="7046">
                  <c:v>7047</c:v>
                </c:pt>
                <c:pt idx="7047">
                  <c:v>7048</c:v>
                </c:pt>
                <c:pt idx="7048">
                  <c:v>7049</c:v>
                </c:pt>
                <c:pt idx="7049">
                  <c:v>7050</c:v>
                </c:pt>
                <c:pt idx="7050">
                  <c:v>7051</c:v>
                </c:pt>
                <c:pt idx="7051">
                  <c:v>7052</c:v>
                </c:pt>
                <c:pt idx="7052">
                  <c:v>7053</c:v>
                </c:pt>
                <c:pt idx="7053">
                  <c:v>7054</c:v>
                </c:pt>
                <c:pt idx="7054">
                  <c:v>7055</c:v>
                </c:pt>
                <c:pt idx="7055">
                  <c:v>7056</c:v>
                </c:pt>
                <c:pt idx="7056">
                  <c:v>7057</c:v>
                </c:pt>
                <c:pt idx="7057">
                  <c:v>7058</c:v>
                </c:pt>
                <c:pt idx="7058">
                  <c:v>7059</c:v>
                </c:pt>
                <c:pt idx="7059">
                  <c:v>7060</c:v>
                </c:pt>
                <c:pt idx="7060">
                  <c:v>7061</c:v>
                </c:pt>
                <c:pt idx="7061">
                  <c:v>7062</c:v>
                </c:pt>
                <c:pt idx="7062">
                  <c:v>7063</c:v>
                </c:pt>
                <c:pt idx="7063">
                  <c:v>7064</c:v>
                </c:pt>
                <c:pt idx="7064">
                  <c:v>7065</c:v>
                </c:pt>
                <c:pt idx="7065">
                  <c:v>7066</c:v>
                </c:pt>
                <c:pt idx="7066">
                  <c:v>7067</c:v>
                </c:pt>
                <c:pt idx="7067">
                  <c:v>7068</c:v>
                </c:pt>
                <c:pt idx="7068">
                  <c:v>7069</c:v>
                </c:pt>
                <c:pt idx="7069">
                  <c:v>7070</c:v>
                </c:pt>
                <c:pt idx="7070">
                  <c:v>7071</c:v>
                </c:pt>
                <c:pt idx="7071">
                  <c:v>7072</c:v>
                </c:pt>
                <c:pt idx="7072">
                  <c:v>7073</c:v>
                </c:pt>
                <c:pt idx="7073">
                  <c:v>7074</c:v>
                </c:pt>
                <c:pt idx="7074">
                  <c:v>7075</c:v>
                </c:pt>
                <c:pt idx="7075">
                  <c:v>7076</c:v>
                </c:pt>
                <c:pt idx="7076">
                  <c:v>7077</c:v>
                </c:pt>
                <c:pt idx="7077">
                  <c:v>7078</c:v>
                </c:pt>
                <c:pt idx="7078">
                  <c:v>7079</c:v>
                </c:pt>
                <c:pt idx="7079">
                  <c:v>7080</c:v>
                </c:pt>
                <c:pt idx="7080">
                  <c:v>7081</c:v>
                </c:pt>
                <c:pt idx="7081">
                  <c:v>7082</c:v>
                </c:pt>
                <c:pt idx="7082">
                  <c:v>7083</c:v>
                </c:pt>
                <c:pt idx="7083">
                  <c:v>7084</c:v>
                </c:pt>
                <c:pt idx="7084">
                  <c:v>7085</c:v>
                </c:pt>
                <c:pt idx="7085">
                  <c:v>7086</c:v>
                </c:pt>
                <c:pt idx="7086">
                  <c:v>7087</c:v>
                </c:pt>
                <c:pt idx="7087">
                  <c:v>7088</c:v>
                </c:pt>
                <c:pt idx="7088">
                  <c:v>7089</c:v>
                </c:pt>
                <c:pt idx="7089">
                  <c:v>7090</c:v>
                </c:pt>
                <c:pt idx="7090">
                  <c:v>7091</c:v>
                </c:pt>
                <c:pt idx="7091">
                  <c:v>7092</c:v>
                </c:pt>
                <c:pt idx="7092">
                  <c:v>7093</c:v>
                </c:pt>
                <c:pt idx="7093">
                  <c:v>7094</c:v>
                </c:pt>
                <c:pt idx="7094">
                  <c:v>7095</c:v>
                </c:pt>
                <c:pt idx="7095">
                  <c:v>7096</c:v>
                </c:pt>
                <c:pt idx="7096">
                  <c:v>7097</c:v>
                </c:pt>
                <c:pt idx="7097">
                  <c:v>7098</c:v>
                </c:pt>
                <c:pt idx="7098">
                  <c:v>7099</c:v>
                </c:pt>
                <c:pt idx="7099">
                  <c:v>7100</c:v>
                </c:pt>
                <c:pt idx="7100">
                  <c:v>7101</c:v>
                </c:pt>
                <c:pt idx="7101">
                  <c:v>7102</c:v>
                </c:pt>
                <c:pt idx="7102">
                  <c:v>7103</c:v>
                </c:pt>
                <c:pt idx="7103">
                  <c:v>7104</c:v>
                </c:pt>
                <c:pt idx="7104">
                  <c:v>7105</c:v>
                </c:pt>
                <c:pt idx="7105">
                  <c:v>7106</c:v>
                </c:pt>
                <c:pt idx="7106">
                  <c:v>7107</c:v>
                </c:pt>
                <c:pt idx="7107">
                  <c:v>7108</c:v>
                </c:pt>
                <c:pt idx="7108">
                  <c:v>7109</c:v>
                </c:pt>
                <c:pt idx="7109">
                  <c:v>7110</c:v>
                </c:pt>
                <c:pt idx="7110">
                  <c:v>7111</c:v>
                </c:pt>
                <c:pt idx="7111">
                  <c:v>7112</c:v>
                </c:pt>
                <c:pt idx="7112">
                  <c:v>7113</c:v>
                </c:pt>
                <c:pt idx="7113">
                  <c:v>7114</c:v>
                </c:pt>
                <c:pt idx="7114">
                  <c:v>7115</c:v>
                </c:pt>
                <c:pt idx="7115">
                  <c:v>7116</c:v>
                </c:pt>
                <c:pt idx="7116">
                  <c:v>7117</c:v>
                </c:pt>
                <c:pt idx="7117">
                  <c:v>7118</c:v>
                </c:pt>
                <c:pt idx="7118">
                  <c:v>7119</c:v>
                </c:pt>
                <c:pt idx="7119">
                  <c:v>7120</c:v>
                </c:pt>
                <c:pt idx="7120">
                  <c:v>7121</c:v>
                </c:pt>
                <c:pt idx="7121">
                  <c:v>7122</c:v>
                </c:pt>
                <c:pt idx="7122">
                  <c:v>7123</c:v>
                </c:pt>
                <c:pt idx="7123">
                  <c:v>7124</c:v>
                </c:pt>
                <c:pt idx="7124">
                  <c:v>7125</c:v>
                </c:pt>
                <c:pt idx="7125">
                  <c:v>7126</c:v>
                </c:pt>
                <c:pt idx="7126">
                  <c:v>7127</c:v>
                </c:pt>
                <c:pt idx="7127">
                  <c:v>7128</c:v>
                </c:pt>
                <c:pt idx="7128">
                  <c:v>7129</c:v>
                </c:pt>
                <c:pt idx="7129">
                  <c:v>7130</c:v>
                </c:pt>
                <c:pt idx="7130">
                  <c:v>7131</c:v>
                </c:pt>
                <c:pt idx="7131">
                  <c:v>7132</c:v>
                </c:pt>
                <c:pt idx="7132">
                  <c:v>7133</c:v>
                </c:pt>
                <c:pt idx="7133">
                  <c:v>7134</c:v>
                </c:pt>
                <c:pt idx="7134">
                  <c:v>7135</c:v>
                </c:pt>
                <c:pt idx="7135">
                  <c:v>7136</c:v>
                </c:pt>
                <c:pt idx="7136">
                  <c:v>7137</c:v>
                </c:pt>
                <c:pt idx="7137">
                  <c:v>7138</c:v>
                </c:pt>
                <c:pt idx="7138">
                  <c:v>7139</c:v>
                </c:pt>
                <c:pt idx="7139">
                  <c:v>7140</c:v>
                </c:pt>
                <c:pt idx="7140">
                  <c:v>7141</c:v>
                </c:pt>
                <c:pt idx="7141">
                  <c:v>7142</c:v>
                </c:pt>
                <c:pt idx="7142">
                  <c:v>7143</c:v>
                </c:pt>
                <c:pt idx="7143">
                  <c:v>7144</c:v>
                </c:pt>
                <c:pt idx="7144">
                  <c:v>7145</c:v>
                </c:pt>
                <c:pt idx="7145">
                  <c:v>7146</c:v>
                </c:pt>
                <c:pt idx="7146">
                  <c:v>7147</c:v>
                </c:pt>
                <c:pt idx="7147">
                  <c:v>7148</c:v>
                </c:pt>
                <c:pt idx="7148">
                  <c:v>7149</c:v>
                </c:pt>
                <c:pt idx="7149">
                  <c:v>7150</c:v>
                </c:pt>
                <c:pt idx="7150">
                  <c:v>7151</c:v>
                </c:pt>
                <c:pt idx="7151">
                  <c:v>7152</c:v>
                </c:pt>
                <c:pt idx="7152">
                  <c:v>7153</c:v>
                </c:pt>
                <c:pt idx="7153">
                  <c:v>7154</c:v>
                </c:pt>
                <c:pt idx="7154">
                  <c:v>7155</c:v>
                </c:pt>
                <c:pt idx="7155">
                  <c:v>7156</c:v>
                </c:pt>
                <c:pt idx="7156">
                  <c:v>7157</c:v>
                </c:pt>
                <c:pt idx="7157">
                  <c:v>7158</c:v>
                </c:pt>
                <c:pt idx="7158">
                  <c:v>7159</c:v>
                </c:pt>
                <c:pt idx="7159">
                  <c:v>7160</c:v>
                </c:pt>
                <c:pt idx="7160">
                  <c:v>7161</c:v>
                </c:pt>
                <c:pt idx="7161">
                  <c:v>7162</c:v>
                </c:pt>
                <c:pt idx="7162">
                  <c:v>7163</c:v>
                </c:pt>
                <c:pt idx="7163">
                  <c:v>7164</c:v>
                </c:pt>
                <c:pt idx="7164">
                  <c:v>7165</c:v>
                </c:pt>
                <c:pt idx="7165">
                  <c:v>7166</c:v>
                </c:pt>
                <c:pt idx="7166">
                  <c:v>7167</c:v>
                </c:pt>
                <c:pt idx="7167">
                  <c:v>7168</c:v>
                </c:pt>
                <c:pt idx="7168">
                  <c:v>7169</c:v>
                </c:pt>
                <c:pt idx="7169">
                  <c:v>7170</c:v>
                </c:pt>
                <c:pt idx="7170">
                  <c:v>7171</c:v>
                </c:pt>
                <c:pt idx="7171">
                  <c:v>7172</c:v>
                </c:pt>
                <c:pt idx="7172">
                  <c:v>7173</c:v>
                </c:pt>
                <c:pt idx="7173">
                  <c:v>7174</c:v>
                </c:pt>
                <c:pt idx="7174">
                  <c:v>7175</c:v>
                </c:pt>
                <c:pt idx="7175">
                  <c:v>7176</c:v>
                </c:pt>
                <c:pt idx="7176">
                  <c:v>7177</c:v>
                </c:pt>
                <c:pt idx="7177">
                  <c:v>7178</c:v>
                </c:pt>
                <c:pt idx="7178">
                  <c:v>7179</c:v>
                </c:pt>
                <c:pt idx="7179">
                  <c:v>7180</c:v>
                </c:pt>
                <c:pt idx="7180">
                  <c:v>7181</c:v>
                </c:pt>
                <c:pt idx="7181">
                  <c:v>7182</c:v>
                </c:pt>
                <c:pt idx="7182">
                  <c:v>7183</c:v>
                </c:pt>
                <c:pt idx="7183">
                  <c:v>7184</c:v>
                </c:pt>
                <c:pt idx="7184">
                  <c:v>7185</c:v>
                </c:pt>
                <c:pt idx="7185">
                  <c:v>7186</c:v>
                </c:pt>
                <c:pt idx="7186">
                  <c:v>7187</c:v>
                </c:pt>
                <c:pt idx="7187">
                  <c:v>7188</c:v>
                </c:pt>
                <c:pt idx="7188">
                  <c:v>7189</c:v>
                </c:pt>
                <c:pt idx="7189">
                  <c:v>7190</c:v>
                </c:pt>
                <c:pt idx="7190">
                  <c:v>7191</c:v>
                </c:pt>
                <c:pt idx="7191">
                  <c:v>7192</c:v>
                </c:pt>
                <c:pt idx="7192">
                  <c:v>7193</c:v>
                </c:pt>
                <c:pt idx="7193">
                  <c:v>7194</c:v>
                </c:pt>
                <c:pt idx="7194">
                  <c:v>7195</c:v>
                </c:pt>
                <c:pt idx="7195">
                  <c:v>7196</c:v>
                </c:pt>
                <c:pt idx="7196">
                  <c:v>7197</c:v>
                </c:pt>
                <c:pt idx="7197">
                  <c:v>7198</c:v>
                </c:pt>
                <c:pt idx="7198">
                  <c:v>7199</c:v>
                </c:pt>
                <c:pt idx="7199">
                  <c:v>7200</c:v>
                </c:pt>
                <c:pt idx="7200">
                  <c:v>7201</c:v>
                </c:pt>
                <c:pt idx="7201">
                  <c:v>7202</c:v>
                </c:pt>
                <c:pt idx="7202">
                  <c:v>7203</c:v>
                </c:pt>
                <c:pt idx="7203">
                  <c:v>7204</c:v>
                </c:pt>
                <c:pt idx="7204">
                  <c:v>7205</c:v>
                </c:pt>
                <c:pt idx="7205">
                  <c:v>7206</c:v>
                </c:pt>
                <c:pt idx="7206">
                  <c:v>7207</c:v>
                </c:pt>
                <c:pt idx="7207">
                  <c:v>7208</c:v>
                </c:pt>
                <c:pt idx="7208">
                  <c:v>7209</c:v>
                </c:pt>
                <c:pt idx="7209">
                  <c:v>7210</c:v>
                </c:pt>
                <c:pt idx="7210">
                  <c:v>7211</c:v>
                </c:pt>
                <c:pt idx="7211">
                  <c:v>7212</c:v>
                </c:pt>
                <c:pt idx="7212">
                  <c:v>7213</c:v>
                </c:pt>
                <c:pt idx="7213">
                  <c:v>7214</c:v>
                </c:pt>
                <c:pt idx="7214">
                  <c:v>7215</c:v>
                </c:pt>
                <c:pt idx="7215">
                  <c:v>7216</c:v>
                </c:pt>
                <c:pt idx="7216">
                  <c:v>7217</c:v>
                </c:pt>
                <c:pt idx="7217">
                  <c:v>7218</c:v>
                </c:pt>
                <c:pt idx="7218">
                  <c:v>7219</c:v>
                </c:pt>
                <c:pt idx="7219">
                  <c:v>7220</c:v>
                </c:pt>
                <c:pt idx="7220">
                  <c:v>7221</c:v>
                </c:pt>
                <c:pt idx="7221">
                  <c:v>7222</c:v>
                </c:pt>
                <c:pt idx="7222">
                  <c:v>7223</c:v>
                </c:pt>
                <c:pt idx="7223">
                  <c:v>7224</c:v>
                </c:pt>
                <c:pt idx="7224">
                  <c:v>7225</c:v>
                </c:pt>
                <c:pt idx="7225">
                  <c:v>7226</c:v>
                </c:pt>
                <c:pt idx="7226">
                  <c:v>7227</c:v>
                </c:pt>
                <c:pt idx="7227">
                  <c:v>7228</c:v>
                </c:pt>
                <c:pt idx="7228">
                  <c:v>7229</c:v>
                </c:pt>
                <c:pt idx="7229">
                  <c:v>7230</c:v>
                </c:pt>
                <c:pt idx="7230">
                  <c:v>7231</c:v>
                </c:pt>
                <c:pt idx="7231">
                  <c:v>7232</c:v>
                </c:pt>
                <c:pt idx="7232">
                  <c:v>7233</c:v>
                </c:pt>
                <c:pt idx="7233">
                  <c:v>7234</c:v>
                </c:pt>
                <c:pt idx="7234">
                  <c:v>7235</c:v>
                </c:pt>
                <c:pt idx="7235">
                  <c:v>7236</c:v>
                </c:pt>
                <c:pt idx="7236">
                  <c:v>7237</c:v>
                </c:pt>
                <c:pt idx="7237">
                  <c:v>7238</c:v>
                </c:pt>
                <c:pt idx="7238">
                  <c:v>7239</c:v>
                </c:pt>
                <c:pt idx="7239">
                  <c:v>7240</c:v>
                </c:pt>
                <c:pt idx="7240">
                  <c:v>7241</c:v>
                </c:pt>
                <c:pt idx="7241">
                  <c:v>7242</c:v>
                </c:pt>
                <c:pt idx="7242">
                  <c:v>7243</c:v>
                </c:pt>
                <c:pt idx="7243">
                  <c:v>7244</c:v>
                </c:pt>
                <c:pt idx="7244">
                  <c:v>7245</c:v>
                </c:pt>
                <c:pt idx="7245">
                  <c:v>7246</c:v>
                </c:pt>
                <c:pt idx="7246">
                  <c:v>7247</c:v>
                </c:pt>
                <c:pt idx="7247">
                  <c:v>7248</c:v>
                </c:pt>
                <c:pt idx="7248">
                  <c:v>7249</c:v>
                </c:pt>
                <c:pt idx="7249">
                  <c:v>7250</c:v>
                </c:pt>
                <c:pt idx="7250">
                  <c:v>7251</c:v>
                </c:pt>
                <c:pt idx="7251">
                  <c:v>7252</c:v>
                </c:pt>
                <c:pt idx="7252">
                  <c:v>7253</c:v>
                </c:pt>
                <c:pt idx="7253">
                  <c:v>7254</c:v>
                </c:pt>
                <c:pt idx="7254">
                  <c:v>7255</c:v>
                </c:pt>
                <c:pt idx="7255">
                  <c:v>7256</c:v>
                </c:pt>
                <c:pt idx="7256">
                  <c:v>7257</c:v>
                </c:pt>
                <c:pt idx="7257">
                  <c:v>7258</c:v>
                </c:pt>
                <c:pt idx="7258">
                  <c:v>7259</c:v>
                </c:pt>
                <c:pt idx="7259">
                  <c:v>7260</c:v>
                </c:pt>
                <c:pt idx="7260">
                  <c:v>7261</c:v>
                </c:pt>
                <c:pt idx="7261">
                  <c:v>7262</c:v>
                </c:pt>
                <c:pt idx="7262">
                  <c:v>7263</c:v>
                </c:pt>
                <c:pt idx="7263">
                  <c:v>7264</c:v>
                </c:pt>
                <c:pt idx="7264">
                  <c:v>7265</c:v>
                </c:pt>
                <c:pt idx="7265">
                  <c:v>7266</c:v>
                </c:pt>
                <c:pt idx="7266">
                  <c:v>7267</c:v>
                </c:pt>
                <c:pt idx="7267">
                  <c:v>7268</c:v>
                </c:pt>
                <c:pt idx="7268">
                  <c:v>7269</c:v>
                </c:pt>
                <c:pt idx="7269">
                  <c:v>7270</c:v>
                </c:pt>
                <c:pt idx="7270">
                  <c:v>7271</c:v>
                </c:pt>
                <c:pt idx="7271">
                  <c:v>7272</c:v>
                </c:pt>
                <c:pt idx="7272">
                  <c:v>7273</c:v>
                </c:pt>
                <c:pt idx="7273">
                  <c:v>7274</c:v>
                </c:pt>
                <c:pt idx="7274">
                  <c:v>7275</c:v>
                </c:pt>
                <c:pt idx="7275">
                  <c:v>7276</c:v>
                </c:pt>
                <c:pt idx="7276">
                  <c:v>7277</c:v>
                </c:pt>
                <c:pt idx="7277">
                  <c:v>7278</c:v>
                </c:pt>
                <c:pt idx="7278">
                  <c:v>7279</c:v>
                </c:pt>
                <c:pt idx="7279">
                  <c:v>7280</c:v>
                </c:pt>
                <c:pt idx="7280">
                  <c:v>7281</c:v>
                </c:pt>
                <c:pt idx="7281">
                  <c:v>7282</c:v>
                </c:pt>
                <c:pt idx="7282">
                  <c:v>7283</c:v>
                </c:pt>
                <c:pt idx="7283">
                  <c:v>7284</c:v>
                </c:pt>
                <c:pt idx="7284">
                  <c:v>7285</c:v>
                </c:pt>
                <c:pt idx="7285">
                  <c:v>7286</c:v>
                </c:pt>
                <c:pt idx="7286">
                  <c:v>7287</c:v>
                </c:pt>
                <c:pt idx="7287">
                  <c:v>7288</c:v>
                </c:pt>
                <c:pt idx="7288">
                  <c:v>7289</c:v>
                </c:pt>
                <c:pt idx="7289">
                  <c:v>7290</c:v>
                </c:pt>
                <c:pt idx="7290">
                  <c:v>7291</c:v>
                </c:pt>
                <c:pt idx="7291">
                  <c:v>7292</c:v>
                </c:pt>
                <c:pt idx="7292">
                  <c:v>7293</c:v>
                </c:pt>
                <c:pt idx="7293">
                  <c:v>7294</c:v>
                </c:pt>
                <c:pt idx="7294">
                  <c:v>7295</c:v>
                </c:pt>
                <c:pt idx="7295">
                  <c:v>7296</c:v>
                </c:pt>
                <c:pt idx="7296">
                  <c:v>7297</c:v>
                </c:pt>
                <c:pt idx="7297">
                  <c:v>7298</c:v>
                </c:pt>
                <c:pt idx="7298">
                  <c:v>7299</c:v>
                </c:pt>
                <c:pt idx="7299">
                  <c:v>7300</c:v>
                </c:pt>
                <c:pt idx="7300">
                  <c:v>7301</c:v>
                </c:pt>
                <c:pt idx="7301">
                  <c:v>7302</c:v>
                </c:pt>
                <c:pt idx="7302">
                  <c:v>7303</c:v>
                </c:pt>
                <c:pt idx="7303">
                  <c:v>7304</c:v>
                </c:pt>
                <c:pt idx="7304">
                  <c:v>7305</c:v>
                </c:pt>
                <c:pt idx="7305">
                  <c:v>7306</c:v>
                </c:pt>
                <c:pt idx="7306">
                  <c:v>7307</c:v>
                </c:pt>
                <c:pt idx="7307">
                  <c:v>7308</c:v>
                </c:pt>
                <c:pt idx="7308">
                  <c:v>7309</c:v>
                </c:pt>
                <c:pt idx="7309">
                  <c:v>7310</c:v>
                </c:pt>
                <c:pt idx="7310">
                  <c:v>7311</c:v>
                </c:pt>
                <c:pt idx="7311">
                  <c:v>7312</c:v>
                </c:pt>
                <c:pt idx="7312">
                  <c:v>7313</c:v>
                </c:pt>
                <c:pt idx="7313">
                  <c:v>7314</c:v>
                </c:pt>
                <c:pt idx="7314">
                  <c:v>7315</c:v>
                </c:pt>
                <c:pt idx="7315">
                  <c:v>7316</c:v>
                </c:pt>
                <c:pt idx="7316">
                  <c:v>7317</c:v>
                </c:pt>
                <c:pt idx="7317">
                  <c:v>7318</c:v>
                </c:pt>
                <c:pt idx="7318">
                  <c:v>7319</c:v>
                </c:pt>
                <c:pt idx="7319">
                  <c:v>7320</c:v>
                </c:pt>
                <c:pt idx="7320">
                  <c:v>7321</c:v>
                </c:pt>
                <c:pt idx="7321">
                  <c:v>7322</c:v>
                </c:pt>
                <c:pt idx="7322">
                  <c:v>7323</c:v>
                </c:pt>
                <c:pt idx="7323">
                  <c:v>7324</c:v>
                </c:pt>
                <c:pt idx="7324">
                  <c:v>7325</c:v>
                </c:pt>
                <c:pt idx="7325">
                  <c:v>7326</c:v>
                </c:pt>
                <c:pt idx="7326">
                  <c:v>7327</c:v>
                </c:pt>
                <c:pt idx="7327">
                  <c:v>7328</c:v>
                </c:pt>
                <c:pt idx="7328">
                  <c:v>7329</c:v>
                </c:pt>
                <c:pt idx="7329">
                  <c:v>7330</c:v>
                </c:pt>
                <c:pt idx="7330">
                  <c:v>7331</c:v>
                </c:pt>
                <c:pt idx="7331">
                  <c:v>7332</c:v>
                </c:pt>
                <c:pt idx="7332">
                  <c:v>7333</c:v>
                </c:pt>
                <c:pt idx="7333">
                  <c:v>7334</c:v>
                </c:pt>
                <c:pt idx="7334">
                  <c:v>7335</c:v>
                </c:pt>
                <c:pt idx="7335">
                  <c:v>7336</c:v>
                </c:pt>
                <c:pt idx="7336">
                  <c:v>7337</c:v>
                </c:pt>
                <c:pt idx="7337">
                  <c:v>7338</c:v>
                </c:pt>
                <c:pt idx="7338">
                  <c:v>7339</c:v>
                </c:pt>
                <c:pt idx="7339">
                  <c:v>7340</c:v>
                </c:pt>
                <c:pt idx="7340">
                  <c:v>7341</c:v>
                </c:pt>
                <c:pt idx="7341">
                  <c:v>7342</c:v>
                </c:pt>
                <c:pt idx="7342">
                  <c:v>7343</c:v>
                </c:pt>
                <c:pt idx="7343">
                  <c:v>7344</c:v>
                </c:pt>
                <c:pt idx="7344">
                  <c:v>7345</c:v>
                </c:pt>
                <c:pt idx="7345">
                  <c:v>7346</c:v>
                </c:pt>
                <c:pt idx="7346">
                  <c:v>7347</c:v>
                </c:pt>
                <c:pt idx="7347">
                  <c:v>7348</c:v>
                </c:pt>
                <c:pt idx="7348">
                  <c:v>7349</c:v>
                </c:pt>
                <c:pt idx="7349">
                  <c:v>7350</c:v>
                </c:pt>
                <c:pt idx="7350">
                  <c:v>7351</c:v>
                </c:pt>
                <c:pt idx="7351">
                  <c:v>7352</c:v>
                </c:pt>
                <c:pt idx="7352">
                  <c:v>7353</c:v>
                </c:pt>
                <c:pt idx="7353">
                  <c:v>7354</c:v>
                </c:pt>
                <c:pt idx="7354">
                  <c:v>7355</c:v>
                </c:pt>
                <c:pt idx="7355">
                  <c:v>7356</c:v>
                </c:pt>
                <c:pt idx="7356">
                  <c:v>7357</c:v>
                </c:pt>
                <c:pt idx="7357">
                  <c:v>7358</c:v>
                </c:pt>
                <c:pt idx="7358">
                  <c:v>7359</c:v>
                </c:pt>
                <c:pt idx="7359">
                  <c:v>7360</c:v>
                </c:pt>
                <c:pt idx="7360">
                  <c:v>7361</c:v>
                </c:pt>
                <c:pt idx="7361">
                  <c:v>7362</c:v>
                </c:pt>
                <c:pt idx="7362">
                  <c:v>7363</c:v>
                </c:pt>
                <c:pt idx="7363">
                  <c:v>7364</c:v>
                </c:pt>
                <c:pt idx="7364">
                  <c:v>7365</c:v>
                </c:pt>
                <c:pt idx="7365">
                  <c:v>7366</c:v>
                </c:pt>
                <c:pt idx="7366">
                  <c:v>7367</c:v>
                </c:pt>
                <c:pt idx="7367">
                  <c:v>7368</c:v>
                </c:pt>
                <c:pt idx="7368">
                  <c:v>7369</c:v>
                </c:pt>
                <c:pt idx="7369">
                  <c:v>7370</c:v>
                </c:pt>
                <c:pt idx="7370">
                  <c:v>7371</c:v>
                </c:pt>
                <c:pt idx="7371">
                  <c:v>7372</c:v>
                </c:pt>
                <c:pt idx="7372">
                  <c:v>7373</c:v>
                </c:pt>
                <c:pt idx="7373">
                  <c:v>7374</c:v>
                </c:pt>
                <c:pt idx="7374">
                  <c:v>7375</c:v>
                </c:pt>
                <c:pt idx="7375">
                  <c:v>7376</c:v>
                </c:pt>
                <c:pt idx="7376">
                  <c:v>7377</c:v>
                </c:pt>
                <c:pt idx="7377">
                  <c:v>7378</c:v>
                </c:pt>
                <c:pt idx="7378">
                  <c:v>7379</c:v>
                </c:pt>
                <c:pt idx="7379">
                  <c:v>7380</c:v>
                </c:pt>
                <c:pt idx="7380">
                  <c:v>7381</c:v>
                </c:pt>
                <c:pt idx="7381">
                  <c:v>7382</c:v>
                </c:pt>
                <c:pt idx="7382">
                  <c:v>7383</c:v>
                </c:pt>
                <c:pt idx="7383">
                  <c:v>7384</c:v>
                </c:pt>
                <c:pt idx="7384">
                  <c:v>7385</c:v>
                </c:pt>
                <c:pt idx="7385">
                  <c:v>7386</c:v>
                </c:pt>
                <c:pt idx="7386">
                  <c:v>7387</c:v>
                </c:pt>
                <c:pt idx="7387">
                  <c:v>7388</c:v>
                </c:pt>
                <c:pt idx="7388">
                  <c:v>7389</c:v>
                </c:pt>
                <c:pt idx="7389">
                  <c:v>7390</c:v>
                </c:pt>
                <c:pt idx="7390">
                  <c:v>7391</c:v>
                </c:pt>
                <c:pt idx="7391">
                  <c:v>7392</c:v>
                </c:pt>
                <c:pt idx="7392">
                  <c:v>7393</c:v>
                </c:pt>
                <c:pt idx="7393">
                  <c:v>7394</c:v>
                </c:pt>
                <c:pt idx="7394">
                  <c:v>7395</c:v>
                </c:pt>
                <c:pt idx="7395">
                  <c:v>7396</c:v>
                </c:pt>
                <c:pt idx="7396">
                  <c:v>7397</c:v>
                </c:pt>
                <c:pt idx="7397">
                  <c:v>7398</c:v>
                </c:pt>
                <c:pt idx="7398">
                  <c:v>7399</c:v>
                </c:pt>
                <c:pt idx="7399">
                  <c:v>7400</c:v>
                </c:pt>
                <c:pt idx="7400">
                  <c:v>7401</c:v>
                </c:pt>
                <c:pt idx="7401">
                  <c:v>7402</c:v>
                </c:pt>
                <c:pt idx="7402">
                  <c:v>7403</c:v>
                </c:pt>
                <c:pt idx="7403">
                  <c:v>7404</c:v>
                </c:pt>
                <c:pt idx="7404">
                  <c:v>7405</c:v>
                </c:pt>
                <c:pt idx="7405">
                  <c:v>7406</c:v>
                </c:pt>
                <c:pt idx="7406">
                  <c:v>7407</c:v>
                </c:pt>
                <c:pt idx="7407">
                  <c:v>7408</c:v>
                </c:pt>
                <c:pt idx="7408">
                  <c:v>7409</c:v>
                </c:pt>
                <c:pt idx="7409">
                  <c:v>7410</c:v>
                </c:pt>
                <c:pt idx="7410">
                  <c:v>7411</c:v>
                </c:pt>
                <c:pt idx="7411">
                  <c:v>7412</c:v>
                </c:pt>
                <c:pt idx="7412">
                  <c:v>7413</c:v>
                </c:pt>
                <c:pt idx="7413">
                  <c:v>7414</c:v>
                </c:pt>
                <c:pt idx="7414">
                  <c:v>7415</c:v>
                </c:pt>
                <c:pt idx="7415">
                  <c:v>7416</c:v>
                </c:pt>
                <c:pt idx="7416">
                  <c:v>7417</c:v>
                </c:pt>
                <c:pt idx="7417">
                  <c:v>7418</c:v>
                </c:pt>
                <c:pt idx="7418">
                  <c:v>7419</c:v>
                </c:pt>
                <c:pt idx="7419">
                  <c:v>7420</c:v>
                </c:pt>
                <c:pt idx="7420">
                  <c:v>7421</c:v>
                </c:pt>
                <c:pt idx="7421">
                  <c:v>7422</c:v>
                </c:pt>
                <c:pt idx="7422">
                  <c:v>7423</c:v>
                </c:pt>
                <c:pt idx="7423">
                  <c:v>7424</c:v>
                </c:pt>
                <c:pt idx="7424">
                  <c:v>7425</c:v>
                </c:pt>
                <c:pt idx="7425">
                  <c:v>7426</c:v>
                </c:pt>
                <c:pt idx="7426">
                  <c:v>7427</c:v>
                </c:pt>
                <c:pt idx="7427">
                  <c:v>7428</c:v>
                </c:pt>
                <c:pt idx="7428">
                  <c:v>7429</c:v>
                </c:pt>
                <c:pt idx="7429">
                  <c:v>7430</c:v>
                </c:pt>
                <c:pt idx="7430">
                  <c:v>7431</c:v>
                </c:pt>
                <c:pt idx="7431">
                  <c:v>7432</c:v>
                </c:pt>
                <c:pt idx="7432">
                  <c:v>7433</c:v>
                </c:pt>
                <c:pt idx="7433">
                  <c:v>7434</c:v>
                </c:pt>
                <c:pt idx="7434">
                  <c:v>7435</c:v>
                </c:pt>
                <c:pt idx="7435">
                  <c:v>7436</c:v>
                </c:pt>
                <c:pt idx="7436">
                  <c:v>7437</c:v>
                </c:pt>
                <c:pt idx="7437">
                  <c:v>7438</c:v>
                </c:pt>
                <c:pt idx="7438">
                  <c:v>7439</c:v>
                </c:pt>
                <c:pt idx="7439">
                  <c:v>7440</c:v>
                </c:pt>
                <c:pt idx="7440">
                  <c:v>7441</c:v>
                </c:pt>
                <c:pt idx="7441">
                  <c:v>7442</c:v>
                </c:pt>
                <c:pt idx="7442">
                  <c:v>7443</c:v>
                </c:pt>
                <c:pt idx="7443">
                  <c:v>7444</c:v>
                </c:pt>
                <c:pt idx="7444">
                  <c:v>7445</c:v>
                </c:pt>
                <c:pt idx="7445">
                  <c:v>7446</c:v>
                </c:pt>
                <c:pt idx="7446">
                  <c:v>7447</c:v>
                </c:pt>
                <c:pt idx="7447">
                  <c:v>7448</c:v>
                </c:pt>
                <c:pt idx="7448">
                  <c:v>7449</c:v>
                </c:pt>
                <c:pt idx="7449">
                  <c:v>7450</c:v>
                </c:pt>
                <c:pt idx="7450">
                  <c:v>7451</c:v>
                </c:pt>
                <c:pt idx="7451">
                  <c:v>7452</c:v>
                </c:pt>
                <c:pt idx="7452">
                  <c:v>7453</c:v>
                </c:pt>
                <c:pt idx="7453">
                  <c:v>7454</c:v>
                </c:pt>
                <c:pt idx="7454">
                  <c:v>7455</c:v>
                </c:pt>
                <c:pt idx="7455">
                  <c:v>7456</c:v>
                </c:pt>
                <c:pt idx="7456">
                  <c:v>7457</c:v>
                </c:pt>
                <c:pt idx="7457">
                  <c:v>7458</c:v>
                </c:pt>
                <c:pt idx="7458">
                  <c:v>7459</c:v>
                </c:pt>
                <c:pt idx="7459">
                  <c:v>7460</c:v>
                </c:pt>
                <c:pt idx="7460">
                  <c:v>7461</c:v>
                </c:pt>
                <c:pt idx="7461">
                  <c:v>7462</c:v>
                </c:pt>
                <c:pt idx="7462">
                  <c:v>7463</c:v>
                </c:pt>
                <c:pt idx="7463">
                  <c:v>7464</c:v>
                </c:pt>
                <c:pt idx="7464">
                  <c:v>7465</c:v>
                </c:pt>
                <c:pt idx="7465">
                  <c:v>7466</c:v>
                </c:pt>
                <c:pt idx="7466">
                  <c:v>7467</c:v>
                </c:pt>
                <c:pt idx="7467">
                  <c:v>7468</c:v>
                </c:pt>
                <c:pt idx="7468">
                  <c:v>7469</c:v>
                </c:pt>
                <c:pt idx="7469">
                  <c:v>7470</c:v>
                </c:pt>
                <c:pt idx="7470">
                  <c:v>7471</c:v>
                </c:pt>
                <c:pt idx="7471">
                  <c:v>7472</c:v>
                </c:pt>
                <c:pt idx="7472">
                  <c:v>7473</c:v>
                </c:pt>
                <c:pt idx="7473">
                  <c:v>7474</c:v>
                </c:pt>
                <c:pt idx="7474">
                  <c:v>7475</c:v>
                </c:pt>
                <c:pt idx="7475">
                  <c:v>7476</c:v>
                </c:pt>
                <c:pt idx="7476">
                  <c:v>7477</c:v>
                </c:pt>
                <c:pt idx="7477">
                  <c:v>7478</c:v>
                </c:pt>
                <c:pt idx="7478">
                  <c:v>7479</c:v>
                </c:pt>
                <c:pt idx="7479">
                  <c:v>7480</c:v>
                </c:pt>
                <c:pt idx="7480">
                  <c:v>7481</c:v>
                </c:pt>
                <c:pt idx="7481">
                  <c:v>7482</c:v>
                </c:pt>
                <c:pt idx="7482">
                  <c:v>7483</c:v>
                </c:pt>
                <c:pt idx="7483">
                  <c:v>7484</c:v>
                </c:pt>
                <c:pt idx="7484">
                  <c:v>7485</c:v>
                </c:pt>
                <c:pt idx="7485">
                  <c:v>7486</c:v>
                </c:pt>
                <c:pt idx="7486">
                  <c:v>7487</c:v>
                </c:pt>
                <c:pt idx="7487">
                  <c:v>7488</c:v>
                </c:pt>
                <c:pt idx="7488">
                  <c:v>7489</c:v>
                </c:pt>
                <c:pt idx="7489">
                  <c:v>7490</c:v>
                </c:pt>
                <c:pt idx="7490">
                  <c:v>7491</c:v>
                </c:pt>
                <c:pt idx="7491">
                  <c:v>7492</c:v>
                </c:pt>
                <c:pt idx="7492">
                  <c:v>7493</c:v>
                </c:pt>
                <c:pt idx="7493">
                  <c:v>7494</c:v>
                </c:pt>
                <c:pt idx="7494">
                  <c:v>7495</c:v>
                </c:pt>
                <c:pt idx="7495">
                  <c:v>7496</c:v>
                </c:pt>
                <c:pt idx="7496">
                  <c:v>7497</c:v>
                </c:pt>
                <c:pt idx="7497">
                  <c:v>7498</c:v>
                </c:pt>
                <c:pt idx="7498">
                  <c:v>7499</c:v>
                </c:pt>
                <c:pt idx="7499">
                  <c:v>7500</c:v>
                </c:pt>
                <c:pt idx="7500">
                  <c:v>7501</c:v>
                </c:pt>
                <c:pt idx="7501">
                  <c:v>7502</c:v>
                </c:pt>
                <c:pt idx="7502">
                  <c:v>7503</c:v>
                </c:pt>
                <c:pt idx="7503">
                  <c:v>7504</c:v>
                </c:pt>
                <c:pt idx="7504">
                  <c:v>7505</c:v>
                </c:pt>
                <c:pt idx="7505">
                  <c:v>7506</c:v>
                </c:pt>
                <c:pt idx="7506">
                  <c:v>7507</c:v>
                </c:pt>
                <c:pt idx="7507">
                  <c:v>7508</c:v>
                </c:pt>
                <c:pt idx="7508">
                  <c:v>7509</c:v>
                </c:pt>
                <c:pt idx="7509">
                  <c:v>7510</c:v>
                </c:pt>
                <c:pt idx="7510">
                  <c:v>7511</c:v>
                </c:pt>
                <c:pt idx="7511">
                  <c:v>7512</c:v>
                </c:pt>
                <c:pt idx="7512">
                  <c:v>7513</c:v>
                </c:pt>
                <c:pt idx="7513">
                  <c:v>7514</c:v>
                </c:pt>
                <c:pt idx="7514">
                  <c:v>7515</c:v>
                </c:pt>
                <c:pt idx="7515">
                  <c:v>7516</c:v>
                </c:pt>
                <c:pt idx="7516">
                  <c:v>7517</c:v>
                </c:pt>
                <c:pt idx="7517">
                  <c:v>7518</c:v>
                </c:pt>
                <c:pt idx="7518">
                  <c:v>7519</c:v>
                </c:pt>
                <c:pt idx="7519">
                  <c:v>7520</c:v>
                </c:pt>
                <c:pt idx="7520">
                  <c:v>7521</c:v>
                </c:pt>
                <c:pt idx="7521">
                  <c:v>7522</c:v>
                </c:pt>
                <c:pt idx="7522">
                  <c:v>7523</c:v>
                </c:pt>
                <c:pt idx="7523">
                  <c:v>7524</c:v>
                </c:pt>
                <c:pt idx="7524">
                  <c:v>7525</c:v>
                </c:pt>
                <c:pt idx="7525">
                  <c:v>7526</c:v>
                </c:pt>
                <c:pt idx="7526">
                  <c:v>7527</c:v>
                </c:pt>
                <c:pt idx="7527">
                  <c:v>7528</c:v>
                </c:pt>
                <c:pt idx="7528">
                  <c:v>7529</c:v>
                </c:pt>
                <c:pt idx="7529">
                  <c:v>7530</c:v>
                </c:pt>
                <c:pt idx="7530">
                  <c:v>7531</c:v>
                </c:pt>
                <c:pt idx="7531">
                  <c:v>7532</c:v>
                </c:pt>
                <c:pt idx="7532">
                  <c:v>7533</c:v>
                </c:pt>
                <c:pt idx="7533">
                  <c:v>7534</c:v>
                </c:pt>
                <c:pt idx="7534">
                  <c:v>7535</c:v>
                </c:pt>
                <c:pt idx="7535">
                  <c:v>7536</c:v>
                </c:pt>
                <c:pt idx="7536">
                  <c:v>7537</c:v>
                </c:pt>
                <c:pt idx="7537">
                  <c:v>7538</c:v>
                </c:pt>
                <c:pt idx="7538">
                  <c:v>7539</c:v>
                </c:pt>
                <c:pt idx="7539">
                  <c:v>7540</c:v>
                </c:pt>
                <c:pt idx="7540">
                  <c:v>7541</c:v>
                </c:pt>
                <c:pt idx="7541">
                  <c:v>7542</c:v>
                </c:pt>
                <c:pt idx="7542">
                  <c:v>7543</c:v>
                </c:pt>
                <c:pt idx="7543">
                  <c:v>7544</c:v>
                </c:pt>
                <c:pt idx="7544">
                  <c:v>7545</c:v>
                </c:pt>
                <c:pt idx="7545">
                  <c:v>7546</c:v>
                </c:pt>
                <c:pt idx="7546">
                  <c:v>7547</c:v>
                </c:pt>
                <c:pt idx="7547">
                  <c:v>7548</c:v>
                </c:pt>
                <c:pt idx="7548">
                  <c:v>7549</c:v>
                </c:pt>
                <c:pt idx="7549">
                  <c:v>7550</c:v>
                </c:pt>
                <c:pt idx="7550">
                  <c:v>7551</c:v>
                </c:pt>
                <c:pt idx="7551">
                  <c:v>7552</c:v>
                </c:pt>
                <c:pt idx="7552">
                  <c:v>7553</c:v>
                </c:pt>
                <c:pt idx="7553">
                  <c:v>7554</c:v>
                </c:pt>
                <c:pt idx="7554">
                  <c:v>7555</c:v>
                </c:pt>
                <c:pt idx="7555">
                  <c:v>7556</c:v>
                </c:pt>
                <c:pt idx="7556">
                  <c:v>7557</c:v>
                </c:pt>
                <c:pt idx="7557">
                  <c:v>7558</c:v>
                </c:pt>
                <c:pt idx="7558">
                  <c:v>7559</c:v>
                </c:pt>
                <c:pt idx="7559">
                  <c:v>7560</c:v>
                </c:pt>
                <c:pt idx="7560">
                  <c:v>7561</c:v>
                </c:pt>
                <c:pt idx="7561">
                  <c:v>7562</c:v>
                </c:pt>
                <c:pt idx="7562">
                  <c:v>7563</c:v>
                </c:pt>
                <c:pt idx="7563">
                  <c:v>7564</c:v>
                </c:pt>
                <c:pt idx="7564">
                  <c:v>7565</c:v>
                </c:pt>
                <c:pt idx="7565">
                  <c:v>7566</c:v>
                </c:pt>
                <c:pt idx="7566">
                  <c:v>7567</c:v>
                </c:pt>
                <c:pt idx="7567">
                  <c:v>7568</c:v>
                </c:pt>
                <c:pt idx="7568">
                  <c:v>7569</c:v>
                </c:pt>
                <c:pt idx="7569">
                  <c:v>7570</c:v>
                </c:pt>
                <c:pt idx="7570">
                  <c:v>7571</c:v>
                </c:pt>
                <c:pt idx="7571">
                  <c:v>7572</c:v>
                </c:pt>
                <c:pt idx="7572">
                  <c:v>7573</c:v>
                </c:pt>
                <c:pt idx="7573">
                  <c:v>7574</c:v>
                </c:pt>
                <c:pt idx="7574">
                  <c:v>7575</c:v>
                </c:pt>
                <c:pt idx="7575">
                  <c:v>7576</c:v>
                </c:pt>
                <c:pt idx="7576">
                  <c:v>7577</c:v>
                </c:pt>
                <c:pt idx="7577">
                  <c:v>7578</c:v>
                </c:pt>
                <c:pt idx="7578">
                  <c:v>7579</c:v>
                </c:pt>
                <c:pt idx="7579">
                  <c:v>7580</c:v>
                </c:pt>
                <c:pt idx="7580">
                  <c:v>7581</c:v>
                </c:pt>
                <c:pt idx="7581">
                  <c:v>7582</c:v>
                </c:pt>
                <c:pt idx="7582">
                  <c:v>7583</c:v>
                </c:pt>
                <c:pt idx="7583">
                  <c:v>7584</c:v>
                </c:pt>
                <c:pt idx="7584">
                  <c:v>7585</c:v>
                </c:pt>
                <c:pt idx="7585">
                  <c:v>7586</c:v>
                </c:pt>
                <c:pt idx="7586">
                  <c:v>7587</c:v>
                </c:pt>
                <c:pt idx="7587">
                  <c:v>7588</c:v>
                </c:pt>
                <c:pt idx="7588">
                  <c:v>7589</c:v>
                </c:pt>
                <c:pt idx="7589">
                  <c:v>7590</c:v>
                </c:pt>
                <c:pt idx="7590">
                  <c:v>7591</c:v>
                </c:pt>
                <c:pt idx="7591">
                  <c:v>7592</c:v>
                </c:pt>
                <c:pt idx="7592">
                  <c:v>7593</c:v>
                </c:pt>
                <c:pt idx="7593">
                  <c:v>7594</c:v>
                </c:pt>
                <c:pt idx="7594">
                  <c:v>7595</c:v>
                </c:pt>
                <c:pt idx="7595">
                  <c:v>7596</c:v>
                </c:pt>
                <c:pt idx="7596">
                  <c:v>7597</c:v>
                </c:pt>
                <c:pt idx="7597">
                  <c:v>7598</c:v>
                </c:pt>
                <c:pt idx="7598">
                  <c:v>7599</c:v>
                </c:pt>
                <c:pt idx="7599">
                  <c:v>7600</c:v>
                </c:pt>
                <c:pt idx="7600">
                  <c:v>7601</c:v>
                </c:pt>
                <c:pt idx="7601">
                  <c:v>7602</c:v>
                </c:pt>
                <c:pt idx="7602">
                  <c:v>7603</c:v>
                </c:pt>
                <c:pt idx="7603">
                  <c:v>7604</c:v>
                </c:pt>
                <c:pt idx="7604">
                  <c:v>7605</c:v>
                </c:pt>
                <c:pt idx="7605">
                  <c:v>7606</c:v>
                </c:pt>
                <c:pt idx="7606">
                  <c:v>7607</c:v>
                </c:pt>
                <c:pt idx="7607">
                  <c:v>7608</c:v>
                </c:pt>
                <c:pt idx="7608">
                  <c:v>7609</c:v>
                </c:pt>
                <c:pt idx="7609">
                  <c:v>7610</c:v>
                </c:pt>
                <c:pt idx="7610">
                  <c:v>7611</c:v>
                </c:pt>
                <c:pt idx="7611">
                  <c:v>7612</c:v>
                </c:pt>
                <c:pt idx="7612">
                  <c:v>7613</c:v>
                </c:pt>
                <c:pt idx="7613">
                  <c:v>7614</c:v>
                </c:pt>
                <c:pt idx="7614">
                  <c:v>7615</c:v>
                </c:pt>
                <c:pt idx="7615">
                  <c:v>7616</c:v>
                </c:pt>
                <c:pt idx="7616">
                  <c:v>7617</c:v>
                </c:pt>
                <c:pt idx="7617">
                  <c:v>7618</c:v>
                </c:pt>
                <c:pt idx="7618">
                  <c:v>7619</c:v>
                </c:pt>
                <c:pt idx="7619">
                  <c:v>7620</c:v>
                </c:pt>
                <c:pt idx="7620">
                  <c:v>7621</c:v>
                </c:pt>
                <c:pt idx="7621">
                  <c:v>7622</c:v>
                </c:pt>
                <c:pt idx="7622">
                  <c:v>7623</c:v>
                </c:pt>
                <c:pt idx="7623">
                  <c:v>7624</c:v>
                </c:pt>
                <c:pt idx="7624">
                  <c:v>7625</c:v>
                </c:pt>
                <c:pt idx="7625">
                  <c:v>7626</c:v>
                </c:pt>
                <c:pt idx="7626">
                  <c:v>7627</c:v>
                </c:pt>
                <c:pt idx="7627">
                  <c:v>7628</c:v>
                </c:pt>
                <c:pt idx="7628">
                  <c:v>7629</c:v>
                </c:pt>
                <c:pt idx="7629">
                  <c:v>7630</c:v>
                </c:pt>
                <c:pt idx="7630">
                  <c:v>7631</c:v>
                </c:pt>
                <c:pt idx="7631">
                  <c:v>7632</c:v>
                </c:pt>
                <c:pt idx="7632">
                  <c:v>7633</c:v>
                </c:pt>
                <c:pt idx="7633">
                  <c:v>7634</c:v>
                </c:pt>
                <c:pt idx="7634">
                  <c:v>7635</c:v>
                </c:pt>
                <c:pt idx="7635">
                  <c:v>7636</c:v>
                </c:pt>
                <c:pt idx="7636">
                  <c:v>7637</c:v>
                </c:pt>
                <c:pt idx="7637">
                  <c:v>7638</c:v>
                </c:pt>
                <c:pt idx="7638">
                  <c:v>7639</c:v>
                </c:pt>
                <c:pt idx="7639">
                  <c:v>7640</c:v>
                </c:pt>
                <c:pt idx="7640">
                  <c:v>7641</c:v>
                </c:pt>
                <c:pt idx="7641">
                  <c:v>7642</c:v>
                </c:pt>
                <c:pt idx="7642">
                  <c:v>7643</c:v>
                </c:pt>
                <c:pt idx="7643">
                  <c:v>7644</c:v>
                </c:pt>
                <c:pt idx="7644">
                  <c:v>7645</c:v>
                </c:pt>
                <c:pt idx="7645">
                  <c:v>7646</c:v>
                </c:pt>
                <c:pt idx="7646">
                  <c:v>7647</c:v>
                </c:pt>
                <c:pt idx="7647">
                  <c:v>7648</c:v>
                </c:pt>
                <c:pt idx="7648">
                  <c:v>7649</c:v>
                </c:pt>
                <c:pt idx="7649">
                  <c:v>7650</c:v>
                </c:pt>
                <c:pt idx="7650">
                  <c:v>7651</c:v>
                </c:pt>
                <c:pt idx="7651">
                  <c:v>7652</c:v>
                </c:pt>
                <c:pt idx="7652">
                  <c:v>7653</c:v>
                </c:pt>
                <c:pt idx="7653">
                  <c:v>7654</c:v>
                </c:pt>
                <c:pt idx="7654">
                  <c:v>7655</c:v>
                </c:pt>
                <c:pt idx="7655">
                  <c:v>7656</c:v>
                </c:pt>
                <c:pt idx="7656">
                  <c:v>7657</c:v>
                </c:pt>
                <c:pt idx="7657">
                  <c:v>7658</c:v>
                </c:pt>
                <c:pt idx="7658">
                  <c:v>7659</c:v>
                </c:pt>
                <c:pt idx="7659">
                  <c:v>7660</c:v>
                </c:pt>
                <c:pt idx="7660">
                  <c:v>7661</c:v>
                </c:pt>
                <c:pt idx="7661">
                  <c:v>7662</c:v>
                </c:pt>
                <c:pt idx="7662">
                  <c:v>7663</c:v>
                </c:pt>
                <c:pt idx="7663">
                  <c:v>7664</c:v>
                </c:pt>
                <c:pt idx="7664">
                  <c:v>7665</c:v>
                </c:pt>
                <c:pt idx="7665">
                  <c:v>7666</c:v>
                </c:pt>
                <c:pt idx="7666">
                  <c:v>7667</c:v>
                </c:pt>
                <c:pt idx="7667">
                  <c:v>7668</c:v>
                </c:pt>
                <c:pt idx="7668">
                  <c:v>7669</c:v>
                </c:pt>
                <c:pt idx="7669">
                  <c:v>7670</c:v>
                </c:pt>
                <c:pt idx="7670">
                  <c:v>7671</c:v>
                </c:pt>
                <c:pt idx="7671">
                  <c:v>7672</c:v>
                </c:pt>
                <c:pt idx="7672">
                  <c:v>7673</c:v>
                </c:pt>
                <c:pt idx="7673">
                  <c:v>7674</c:v>
                </c:pt>
                <c:pt idx="7674">
                  <c:v>7675</c:v>
                </c:pt>
                <c:pt idx="7675">
                  <c:v>7676</c:v>
                </c:pt>
                <c:pt idx="7676">
                  <c:v>7677</c:v>
                </c:pt>
                <c:pt idx="7677">
                  <c:v>7678</c:v>
                </c:pt>
                <c:pt idx="7678">
                  <c:v>7679</c:v>
                </c:pt>
                <c:pt idx="7679">
                  <c:v>7680</c:v>
                </c:pt>
                <c:pt idx="7680">
                  <c:v>7681</c:v>
                </c:pt>
                <c:pt idx="7681">
                  <c:v>7682</c:v>
                </c:pt>
                <c:pt idx="7682">
                  <c:v>7683</c:v>
                </c:pt>
                <c:pt idx="7683">
                  <c:v>7684</c:v>
                </c:pt>
                <c:pt idx="7684">
                  <c:v>7685</c:v>
                </c:pt>
                <c:pt idx="7685">
                  <c:v>7686</c:v>
                </c:pt>
                <c:pt idx="7686">
                  <c:v>7687</c:v>
                </c:pt>
                <c:pt idx="7687">
                  <c:v>7688</c:v>
                </c:pt>
                <c:pt idx="7688">
                  <c:v>7689</c:v>
                </c:pt>
                <c:pt idx="7689">
                  <c:v>7690</c:v>
                </c:pt>
                <c:pt idx="7690">
                  <c:v>7691</c:v>
                </c:pt>
                <c:pt idx="7691">
                  <c:v>7692</c:v>
                </c:pt>
                <c:pt idx="7692">
                  <c:v>7693</c:v>
                </c:pt>
                <c:pt idx="7693">
                  <c:v>7694</c:v>
                </c:pt>
                <c:pt idx="7694">
                  <c:v>7695</c:v>
                </c:pt>
                <c:pt idx="7695">
                  <c:v>7696</c:v>
                </c:pt>
                <c:pt idx="7696">
                  <c:v>7697</c:v>
                </c:pt>
                <c:pt idx="7697">
                  <c:v>7698</c:v>
                </c:pt>
                <c:pt idx="7698">
                  <c:v>7699</c:v>
                </c:pt>
                <c:pt idx="7699">
                  <c:v>7700</c:v>
                </c:pt>
                <c:pt idx="7700">
                  <c:v>7701</c:v>
                </c:pt>
                <c:pt idx="7701">
                  <c:v>7702</c:v>
                </c:pt>
                <c:pt idx="7702">
                  <c:v>7703</c:v>
                </c:pt>
                <c:pt idx="7703">
                  <c:v>7704</c:v>
                </c:pt>
                <c:pt idx="7704">
                  <c:v>7705</c:v>
                </c:pt>
                <c:pt idx="7705">
                  <c:v>7706</c:v>
                </c:pt>
                <c:pt idx="7706">
                  <c:v>7707</c:v>
                </c:pt>
                <c:pt idx="7707">
                  <c:v>7708</c:v>
                </c:pt>
                <c:pt idx="7708">
                  <c:v>7709</c:v>
                </c:pt>
                <c:pt idx="7709">
                  <c:v>7710</c:v>
                </c:pt>
                <c:pt idx="7710">
                  <c:v>7711</c:v>
                </c:pt>
                <c:pt idx="7711">
                  <c:v>7712</c:v>
                </c:pt>
                <c:pt idx="7712">
                  <c:v>7713</c:v>
                </c:pt>
                <c:pt idx="7713">
                  <c:v>7714</c:v>
                </c:pt>
                <c:pt idx="7714">
                  <c:v>7715</c:v>
                </c:pt>
                <c:pt idx="7715">
                  <c:v>7716</c:v>
                </c:pt>
                <c:pt idx="7716">
                  <c:v>7717</c:v>
                </c:pt>
                <c:pt idx="7717">
                  <c:v>7718</c:v>
                </c:pt>
                <c:pt idx="7718">
                  <c:v>7719</c:v>
                </c:pt>
                <c:pt idx="7719">
                  <c:v>7720</c:v>
                </c:pt>
                <c:pt idx="7720">
                  <c:v>7721</c:v>
                </c:pt>
                <c:pt idx="7721">
                  <c:v>7722</c:v>
                </c:pt>
                <c:pt idx="7722">
                  <c:v>7723</c:v>
                </c:pt>
                <c:pt idx="7723">
                  <c:v>7724</c:v>
                </c:pt>
                <c:pt idx="7724">
                  <c:v>7725</c:v>
                </c:pt>
                <c:pt idx="7725">
                  <c:v>7726</c:v>
                </c:pt>
                <c:pt idx="7726">
                  <c:v>7727</c:v>
                </c:pt>
                <c:pt idx="7727">
                  <c:v>7728</c:v>
                </c:pt>
                <c:pt idx="7728">
                  <c:v>7729</c:v>
                </c:pt>
                <c:pt idx="7729">
                  <c:v>7730</c:v>
                </c:pt>
                <c:pt idx="7730">
                  <c:v>7731</c:v>
                </c:pt>
                <c:pt idx="7731">
                  <c:v>7732</c:v>
                </c:pt>
                <c:pt idx="7732">
                  <c:v>7733</c:v>
                </c:pt>
                <c:pt idx="7733">
                  <c:v>7734</c:v>
                </c:pt>
                <c:pt idx="7734">
                  <c:v>7735</c:v>
                </c:pt>
                <c:pt idx="7735">
                  <c:v>7736</c:v>
                </c:pt>
                <c:pt idx="7736">
                  <c:v>7737</c:v>
                </c:pt>
                <c:pt idx="7737">
                  <c:v>7738</c:v>
                </c:pt>
                <c:pt idx="7738">
                  <c:v>7739</c:v>
                </c:pt>
                <c:pt idx="7739">
                  <c:v>7740</c:v>
                </c:pt>
                <c:pt idx="7740">
                  <c:v>7741</c:v>
                </c:pt>
                <c:pt idx="7741">
                  <c:v>7742</c:v>
                </c:pt>
                <c:pt idx="7742">
                  <c:v>7743</c:v>
                </c:pt>
                <c:pt idx="7743">
                  <c:v>7744</c:v>
                </c:pt>
                <c:pt idx="7744">
                  <c:v>7745</c:v>
                </c:pt>
                <c:pt idx="7745">
                  <c:v>7746</c:v>
                </c:pt>
                <c:pt idx="7746">
                  <c:v>7747</c:v>
                </c:pt>
                <c:pt idx="7747">
                  <c:v>7748</c:v>
                </c:pt>
                <c:pt idx="7748">
                  <c:v>7749</c:v>
                </c:pt>
                <c:pt idx="7749">
                  <c:v>7750</c:v>
                </c:pt>
                <c:pt idx="7750">
                  <c:v>7751</c:v>
                </c:pt>
                <c:pt idx="7751">
                  <c:v>7752</c:v>
                </c:pt>
                <c:pt idx="7752">
                  <c:v>7753</c:v>
                </c:pt>
                <c:pt idx="7753">
                  <c:v>7754</c:v>
                </c:pt>
                <c:pt idx="7754">
                  <c:v>7755</c:v>
                </c:pt>
                <c:pt idx="7755">
                  <c:v>7756</c:v>
                </c:pt>
                <c:pt idx="7756">
                  <c:v>7757</c:v>
                </c:pt>
                <c:pt idx="7757">
                  <c:v>7758</c:v>
                </c:pt>
                <c:pt idx="7758">
                  <c:v>7759</c:v>
                </c:pt>
                <c:pt idx="7759">
                  <c:v>7760</c:v>
                </c:pt>
                <c:pt idx="7760">
                  <c:v>7761</c:v>
                </c:pt>
                <c:pt idx="7761">
                  <c:v>7762</c:v>
                </c:pt>
                <c:pt idx="7762">
                  <c:v>7763</c:v>
                </c:pt>
                <c:pt idx="7763">
                  <c:v>7764</c:v>
                </c:pt>
                <c:pt idx="7764">
                  <c:v>7765</c:v>
                </c:pt>
                <c:pt idx="7765">
                  <c:v>7766</c:v>
                </c:pt>
                <c:pt idx="7766">
                  <c:v>7767</c:v>
                </c:pt>
                <c:pt idx="7767">
                  <c:v>7768</c:v>
                </c:pt>
                <c:pt idx="7768">
                  <c:v>7769</c:v>
                </c:pt>
                <c:pt idx="7769">
                  <c:v>7770</c:v>
                </c:pt>
                <c:pt idx="7770">
                  <c:v>7771</c:v>
                </c:pt>
                <c:pt idx="7771">
                  <c:v>7772</c:v>
                </c:pt>
                <c:pt idx="7772">
                  <c:v>7773</c:v>
                </c:pt>
                <c:pt idx="7773">
                  <c:v>7774</c:v>
                </c:pt>
                <c:pt idx="7774">
                  <c:v>7775</c:v>
                </c:pt>
                <c:pt idx="7775">
                  <c:v>7776</c:v>
                </c:pt>
                <c:pt idx="7776">
                  <c:v>7777</c:v>
                </c:pt>
                <c:pt idx="7777">
                  <c:v>7778</c:v>
                </c:pt>
                <c:pt idx="7778">
                  <c:v>7779</c:v>
                </c:pt>
                <c:pt idx="7779">
                  <c:v>7780</c:v>
                </c:pt>
                <c:pt idx="7780">
                  <c:v>7781</c:v>
                </c:pt>
                <c:pt idx="7781">
                  <c:v>7782</c:v>
                </c:pt>
                <c:pt idx="7782">
                  <c:v>7783</c:v>
                </c:pt>
                <c:pt idx="7783">
                  <c:v>7784</c:v>
                </c:pt>
                <c:pt idx="7784">
                  <c:v>7785</c:v>
                </c:pt>
                <c:pt idx="7785">
                  <c:v>7786</c:v>
                </c:pt>
                <c:pt idx="7786">
                  <c:v>7787</c:v>
                </c:pt>
                <c:pt idx="7787">
                  <c:v>7788</c:v>
                </c:pt>
                <c:pt idx="7788">
                  <c:v>7789</c:v>
                </c:pt>
                <c:pt idx="7789">
                  <c:v>7790</c:v>
                </c:pt>
                <c:pt idx="7790">
                  <c:v>7791</c:v>
                </c:pt>
                <c:pt idx="7791">
                  <c:v>7792</c:v>
                </c:pt>
                <c:pt idx="7792">
                  <c:v>7793</c:v>
                </c:pt>
                <c:pt idx="7793">
                  <c:v>7794</c:v>
                </c:pt>
                <c:pt idx="7794">
                  <c:v>7795</c:v>
                </c:pt>
                <c:pt idx="7795">
                  <c:v>7796</c:v>
                </c:pt>
                <c:pt idx="7796">
                  <c:v>7797</c:v>
                </c:pt>
                <c:pt idx="7797">
                  <c:v>7798</c:v>
                </c:pt>
                <c:pt idx="7798">
                  <c:v>7799</c:v>
                </c:pt>
                <c:pt idx="7799">
                  <c:v>7800</c:v>
                </c:pt>
                <c:pt idx="7800">
                  <c:v>7801</c:v>
                </c:pt>
                <c:pt idx="7801">
                  <c:v>7802</c:v>
                </c:pt>
                <c:pt idx="7802">
                  <c:v>7803</c:v>
                </c:pt>
                <c:pt idx="7803">
                  <c:v>7804</c:v>
                </c:pt>
                <c:pt idx="7804">
                  <c:v>7805</c:v>
                </c:pt>
                <c:pt idx="7805">
                  <c:v>7806</c:v>
                </c:pt>
                <c:pt idx="7806">
                  <c:v>7807</c:v>
                </c:pt>
                <c:pt idx="7807">
                  <c:v>7808</c:v>
                </c:pt>
                <c:pt idx="7808">
                  <c:v>7809</c:v>
                </c:pt>
                <c:pt idx="7809">
                  <c:v>7810</c:v>
                </c:pt>
                <c:pt idx="7810">
                  <c:v>7811</c:v>
                </c:pt>
                <c:pt idx="7811">
                  <c:v>7812</c:v>
                </c:pt>
                <c:pt idx="7812">
                  <c:v>7813</c:v>
                </c:pt>
                <c:pt idx="7813">
                  <c:v>7814</c:v>
                </c:pt>
                <c:pt idx="7814">
                  <c:v>7815</c:v>
                </c:pt>
                <c:pt idx="7815">
                  <c:v>7816</c:v>
                </c:pt>
                <c:pt idx="7816">
                  <c:v>7817</c:v>
                </c:pt>
                <c:pt idx="7817">
                  <c:v>7818</c:v>
                </c:pt>
                <c:pt idx="7818">
                  <c:v>7819</c:v>
                </c:pt>
                <c:pt idx="7819">
                  <c:v>7820</c:v>
                </c:pt>
                <c:pt idx="7820">
                  <c:v>7821</c:v>
                </c:pt>
                <c:pt idx="7821">
                  <c:v>7822</c:v>
                </c:pt>
                <c:pt idx="7822">
                  <c:v>7823</c:v>
                </c:pt>
                <c:pt idx="7823">
                  <c:v>7824</c:v>
                </c:pt>
                <c:pt idx="7824">
                  <c:v>7825</c:v>
                </c:pt>
                <c:pt idx="7825">
                  <c:v>7826</c:v>
                </c:pt>
                <c:pt idx="7826">
                  <c:v>7827</c:v>
                </c:pt>
                <c:pt idx="7827">
                  <c:v>7828</c:v>
                </c:pt>
                <c:pt idx="7828">
                  <c:v>7829</c:v>
                </c:pt>
                <c:pt idx="7829">
                  <c:v>7830</c:v>
                </c:pt>
                <c:pt idx="7830">
                  <c:v>7831</c:v>
                </c:pt>
                <c:pt idx="7831">
                  <c:v>7832</c:v>
                </c:pt>
                <c:pt idx="7832">
                  <c:v>7833</c:v>
                </c:pt>
                <c:pt idx="7833">
                  <c:v>7834</c:v>
                </c:pt>
                <c:pt idx="7834">
                  <c:v>7835</c:v>
                </c:pt>
                <c:pt idx="7835">
                  <c:v>7836</c:v>
                </c:pt>
                <c:pt idx="7836">
                  <c:v>7837</c:v>
                </c:pt>
                <c:pt idx="7837">
                  <c:v>7838</c:v>
                </c:pt>
                <c:pt idx="7838">
                  <c:v>7839</c:v>
                </c:pt>
                <c:pt idx="7839">
                  <c:v>7840</c:v>
                </c:pt>
                <c:pt idx="7840">
                  <c:v>7841</c:v>
                </c:pt>
                <c:pt idx="7841">
                  <c:v>7842</c:v>
                </c:pt>
                <c:pt idx="7842">
                  <c:v>7843</c:v>
                </c:pt>
                <c:pt idx="7843">
                  <c:v>7844</c:v>
                </c:pt>
                <c:pt idx="7844">
                  <c:v>7845</c:v>
                </c:pt>
                <c:pt idx="7845">
                  <c:v>7846</c:v>
                </c:pt>
                <c:pt idx="7846">
                  <c:v>7847</c:v>
                </c:pt>
                <c:pt idx="7847">
                  <c:v>7848</c:v>
                </c:pt>
                <c:pt idx="7848">
                  <c:v>7849</c:v>
                </c:pt>
                <c:pt idx="7849">
                  <c:v>7850</c:v>
                </c:pt>
                <c:pt idx="7850">
                  <c:v>7851</c:v>
                </c:pt>
                <c:pt idx="7851">
                  <c:v>7852</c:v>
                </c:pt>
                <c:pt idx="7852">
                  <c:v>7853</c:v>
                </c:pt>
                <c:pt idx="7853">
                  <c:v>7854</c:v>
                </c:pt>
                <c:pt idx="7854">
                  <c:v>7855</c:v>
                </c:pt>
                <c:pt idx="7855">
                  <c:v>7856</c:v>
                </c:pt>
                <c:pt idx="7856">
                  <c:v>7857</c:v>
                </c:pt>
                <c:pt idx="7857">
                  <c:v>7858</c:v>
                </c:pt>
                <c:pt idx="7858">
                  <c:v>7859</c:v>
                </c:pt>
                <c:pt idx="7859">
                  <c:v>7860</c:v>
                </c:pt>
                <c:pt idx="7860">
                  <c:v>7861</c:v>
                </c:pt>
                <c:pt idx="7861">
                  <c:v>7862</c:v>
                </c:pt>
                <c:pt idx="7862">
                  <c:v>7863</c:v>
                </c:pt>
                <c:pt idx="7863">
                  <c:v>7864</c:v>
                </c:pt>
                <c:pt idx="7864">
                  <c:v>7865</c:v>
                </c:pt>
                <c:pt idx="7865">
                  <c:v>7866</c:v>
                </c:pt>
                <c:pt idx="7866">
                  <c:v>7867</c:v>
                </c:pt>
                <c:pt idx="7867">
                  <c:v>7868</c:v>
                </c:pt>
                <c:pt idx="7868">
                  <c:v>7869</c:v>
                </c:pt>
                <c:pt idx="7869">
                  <c:v>7870</c:v>
                </c:pt>
                <c:pt idx="7870">
                  <c:v>7871</c:v>
                </c:pt>
                <c:pt idx="7871">
                  <c:v>7872</c:v>
                </c:pt>
                <c:pt idx="7872">
                  <c:v>7873</c:v>
                </c:pt>
                <c:pt idx="7873">
                  <c:v>7874</c:v>
                </c:pt>
                <c:pt idx="7874">
                  <c:v>7875</c:v>
                </c:pt>
                <c:pt idx="7875">
                  <c:v>7876</c:v>
                </c:pt>
                <c:pt idx="7876">
                  <c:v>7877</c:v>
                </c:pt>
                <c:pt idx="7877">
                  <c:v>7878</c:v>
                </c:pt>
                <c:pt idx="7878">
                  <c:v>7879</c:v>
                </c:pt>
                <c:pt idx="7879">
                  <c:v>7880</c:v>
                </c:pt>
                <c:pt idx="7880">
                  <c:v>7881</c:v>
                </c:pt>
                <c:pt idx="7881">
                  <c:v>7882</c:v>
                </c:pt>
                <c:pt idx="7882">
                  <c:v>7883</c:v>
                </c:pt>
                <c:pt idx="7883">
                  <c:v>7884</c:v>
                </c:pt>
                <c:pt idx="7884">
                  <c:v>7885</c:v>
                </c:pt>
                <c:pt idx="7885">
                  <c:v>7886</c:v>
                </c:pt>
                <c:pt idx="7886">
                  <c:v>7887</c:v>
                </c:pt>
                <c:pt idx="7887">
                  <c:v>7888</c:v>
                </c:pt>
                <c:pt idx="7888">
                  <c:v>7889</c:v>
                </c:pt>
                <c:pt idx="7889">
                  <c:v>7890</c:v>
                </c:pt>
                <c:pt idx="7890">
                  <c:v>7891</c:v>
                </c:pt>
                <c:pt idx="7891">
                  <c:v>7892</c:v>
                </c:pt>
                <c:pt idx="7892">
                  <c:v>7893</c:v>
                </c:pt>
                <c:pt idx="7893">
                  <c:v>7894</c:v>
                </c:pt>
                <c:pt idx="7894">
                  <c:v>7895</c:v>
                </c:pt>
                <c:pt idx="7895">
                  <c:v>7896</c:v>
                </c:pt>
                <c:pt idx="7896">
                  <c:v>7897</c:v>
                </c:pt>
                <c:pt idx="7897">
                  <c:v>7898</c:v>
                </c:pt>
                <c:pt idx="7898">
                  <c:v>7899</c:v>
                </c:pt>
                <c:pt idx="7899">
                  <c:v>7900</c:v>
                </c:pt>
                <c:pt idx="7900">
                  <c:v>7901</c:v>
                </c:pt>
                <c:pt idx="7901">
                  <c:v>7902</c:v>
                </c:pt>
                <c:pt idx="7902">
                  <c:v>7903</c:v>
                </c:pt>
                <c:pt idx="7903">
                  <c:v>7904</c:v>
                </c:pt>
                <c:pt idx="7904">
                  <c:v>7905</c:v>
                </c:pt>
                <c:pt idx="7905">
                  <c:v>7906</c:v>
                </c:pt>
                <c:pt idx="7906">
                  <c:v>7907</c:v>
                </c:pt>
                <c:pt idx="7907">
                  <c:v>7908</c:v>
                </c:pt>
                <c:pt idx="7908">
                  <c:v>7909</c:v>
                </c:pt>
                <c:pt idx="7909">
                  <c:v>7910</c:v>
                </c:pt>
                <c:pt idx="7910">
                  <c:v>7911</c:v>
                </c:pt>
                <c:pt idx="7911">
                  <c:v>7912</c:v>
                </c:pt>
                <c:pt idx="7912">
                  <c:v>7913</c:v>
                </c:pt>
                <c:pt idx="7913">
                  <c:v>7914</c:v>
                </c:pt>
                <c:pt idx="7914">
                  <c:v>7915</c:v>
                </c:pt>
                <c:pt idx="7915">
                  <c:v>7916</c:v>
                </c:pt>
                <c:pt idx="7916">
                  <c:v>7917</c:v>
                </c:pt>
                <c:pt idx="7917">
                  <c:v>7918</c:v>
                </c:pt>
                <c:pt idx="7918">
                  <c:v>7919</c:v>
                </c:pt>
                <c:pt idx="7919">
                  <c:v>7920</c:v>
                </c:pt>
                <c:pt idx="7920">
                  <c:v>7921</c:v>
                </c:pt>
                <c:pt idx="7921">
                  <c:v>7922</c:v>
                </c:pt>
                <c:pt idx="7922">
                  <c:v>7923</c:v>
                </c:pt>
                <c:pt idx="7923">
                  <c:v>7924</c:v>
                </c:pt>
                <c:pt idx="7924">
                  <c:v>7925</c:v>
                </c:pt>
                <c:pt idx="7925">
                  <c:v>7926</c:v>
                </c:pt>
                <c:pt idx="7926">
                  <c:v>7927</c:v>
                </c:pt>
                <c:pt idx="7927">
                  <c:v>7928</c:v>
                </c:pt>
                <c:pt idx="7928">
                  <c:v>7929</c:v>
                </c:pt>
                <c:pt idx="7929">
                  <c:v>7930</c:v>
                </c:pt>
                <c:pt idx="7930">
                  <c:v>7931</c:v>
                </c:pt>
                <c:pt idx="7931">
                  <c:v>7932</c:v>
                </c:pt>
                <c:pt idx="7932">
                  <c:v>7933</c:v>
                </c:pt>
                <c:pt idx="7933">
                  <c:v>7934</c:v>
                </c:pt>
                <c:pt idx="7934">
                  <c:v>7935</c:v>
                </c:pt>
                <c:pt idx="7935">
                  <c:v>7936</c:v>
                </c:pt>
                <c:pt idx="7936">
                  <c:v>7937</c:v>
                </c:pt>
                <c:pt idx="7937">
                  <c:v>7938</c:v>
                </c:pt>
                <c:pt idx="7938">
                  <c:v>7939</c:v>
                </c:pt>
                <c:pt idx="7939">
                  <c:v>7940</c:v>
                </c:pt>
                <c:pt idx="7940">
                  <c:v>7941</c:v>
                </c:pt>
                <c:pt idx="7941">
                  <c:v>7942</c:v>
                </c:pt>
                <c:pt idx="7942">
                  <c:v>7943</c:v>
                </c:pt>
                <c:pt idx="7943">
                  <c:v>7944</c:v>
                </c:pt>
                <c:pt idx="7944">
                  <c:v>7945</c:v>
                </c:pt>
                <c:pt idx="7945">
                  <c:v>7946</c:v>
                </c:pt>
                <c:pt idx="7946">
                  <c:v>7947</c:v>
                </c:pt>
                <c:pt idx="7947">
                  <c:v>7948</c:v>
                </c:pt>
                <c:pt idx="7948">
                  <c:v>7949</c:v>
                </c:pt>
                <c:pt idx="7949">
                  <c:v>7950</c:v>
                </c:pt>
                <c:pt idx="7950">
                  <c:v>7951</c:v>
                </c:pt>
                <c:pt idx="7951">
                  <c:v>7952</c:v>
                </c:pt>
                <c:pt idx="7952">
                  <c:v>7953</c:v>
                </c:pt>
                <c:pt idx="7953">
                  <c:v>7954</c:v>
                </c:pt>
                <c:pt idx="7954">
                  <c:v>7955</c:v>
                </c:pt>
                <c:pt idx="7955">
                  <c:v>7956</c:v>
                </c:pt>
                <c:pt idx="7956">
                  <c:v>7957</c:v>
                </c:pt>
                <c:pt idx="7957">
                  <c:v>7958</c:v>
                </c:pt>
                <c:pt idx="7958">
                  <c:v>7959</c:v>
                </c:pt>
                <c:pt idx="7959">
                  <c:v>7960</c:v>
                </c:pt>
                <c:pt idx="7960">
                  <c:v>7961</c:v>
                </c:pt>
                <c:pt idx="7961">
                  <c:v>7962</c:v>
                </c:pt>
                <c:pt idx="7962">
                  <c:v>7963</c:v>
                </c:pt>
                <c:pt idx="7963">
                  <c:v>7964</c:v>
                </c:pt>
                <c:pt idx="7964">
                  <c:v>7965</c:v>
                </c:pt>
                <c:pt idx="7965">
                  <c:v>7966</c:v>
                </c:pt>
                <c:pt idx="7966">
                  <c:v>7967</c:v>
                </c:pt>
                <c:pt idx="7967">
                  <c:v>7968</c:v>
                </c:pt>
                <c:pt idx="7968">
                  <c:v>7969</c:v>
                </c:pt>
                <c:pt idx="7969">
                  <c:v>7970</c:v>
                </c:pt>
                <c:pt idx="7970">
                  <c:v>7971</c:v>
                </c:pt>
                <c:pt idx="7971">
                  <c:v>7972</c:v>
                </c:pt>
                <c:pt idx="7972">
                  <c:v>7973</c:v>
                </c:pt>
                <c:pt idx="7973">
                  <c:v>7974</c:v>
                </c:pt>
                <c:pt idx="7974">
                  <c:v>7975</c:v>
                </c:pt>
                <c:pt idx="7975">
                  <c:v>7976</c:v>
                </c:pt>
                <c:pt idx="7976">
                  <c:v>7977</c:v>
                </c:pt>
                <c:pt idx="7977">
                  <c:v>7978</c:v>
                </c:pt>
                <c:pt idx="7978">
                  <c:v>7979</c:v>
                </c:pt>
                <c:pt idx="7979">
                  <c:v>7980</c:v>
                </c:pt>
                <c:pt idx="7980">
                  <c:v>7981</c:v>
                </c:pt>
                <c:pt idx="7981">
                  <c:v>7982</c:v>
                </c:pt>
                <c:pt idx="7982">
                  <c:v>7983</c:v>
                </c:pt>
                <c:pt idx="7983">
                  <c:v>7984</c:v>
                </c:pt>
                <c:pt idx="7984">
                  <c:v>7985</c:v>
                </c:pt>
                <c:pt idx="7985">
                  <c:v>7986</c:v>
                </c:pt>
                <c:pt idx="7986">
                  <c:v>7987</c:v>
                </c:pt>
                <c:pt idx="7987">
                  <c:v>7988</c:v>
                </c:pt>
                <c:pt idx="7988">
                  <c:v>7989</c:v>
                </c:pt>
                <c:pt idx="7989">
                  <c:v>7990</c:v>
                </c:pt>
                <c:pt idx="7990">
                  <c:v>7991</c:v>
                </c:pt>
                <c:pt idx="7991">
                  <c:v>7992</c:v>
                </c:pt>
                <c:pt idx="7992">
                  <c:v>7993</c:v>
                </c:pt>
                <c:pt idx="7993">
                  <c:v>7994</c:v>
                </c:pt>
                <c:pt idx="7994">
                  <c:v>7995</c:v>
                </c:pt>
                <c:pt idx="7995">
                  <c:v>7996</c:v>
                </c:pt>
                <c:pt idx="7996">
                  <c:v>7997</c:v>
                </c:pt>
                <c:pt idx="7997">
                  <c:v>7998</c:v>
                </c:pt>
                <c:pt idx="7998">
                  <c:v>7999</c:v>
                </c:pt>
                <c:pt idx="7999">
                  <c:v>8000</c:v>
                </c:pt>
                <c:pt idx="8000">
                  <c:v>8001</c:v>
                </c:pt>
                <c:pt idx="8001">
                  <c:v>8002</c:v>
                </c:pt>
                <c:pt idx="8002">
                  <c:v>8003</c:v>
                </c:pt>
                <c:pt idx="8003">
                  <c:v>8004</c:v>
                </c:pt>
                <c:pt idx="8004">
                  <c:v>8005</c:v>
                </c:pt>
                <c:pt idx="8005">
                  <c:v>8006</c:v>
                </c:pt>
                <c:pt idx="8006">
                  <c:v>8007</c:v>
                </c:pt>
                <c:pt idx="8007">
                  <c:v>8008</c:v>
                </c:pt>
                <c:pt idx="8008">
                  <c:v>8009</c:v>
                </c:pt>
                <c:pt idx="8009">
                  <c:v>8010</c:v>
                </c:pt>
                <c:pt idx="8010">
                  <c:v>8011</c:v>
                </c:pt>
                <c:pt idx="8011">
                  <c:v>8012</c:v>
                </c:pt>
                <c:pt idx="8012">
                  <c:v>8013</c:v>
                </c:pt>
                <c:pt idx="8013">
                  <c:v>8014</c:v>
                </c:pt>
                <c:pt idx="8014">
                  <c:v>8015</c:v>
                </c:pt>
                <c:pt idx="8015">
                  <c:v>8016</c:v>
                </c:pt>
                <c:pt idx="8016">
                  <c:v>8017</c:v>
                </c:pt>
                <c:pt idx="8017">
                  <c:v>8018</c:v>
                </c:pt>
                <c:pt idx="8018">
                  <c:v>8019</c:v>
                </c:pt>
                <c:pt idx="8019">
                  <c:v>8020</c:v>
                </c:pt>
                <c:pt idx="8020">
                  <c:v>8021</c:v>
                </c:pt>
                <c:pt idx="8021">
                  <c:v>8022</c:v>
                </c:pt>
                <c:pt idx="8022">
                  <c:v>8023</c:v>
                </c:pt>
                <c:pt idx="8023">
                  <c:v>8024</c:v>
                </c:pt>
                <c:pt idx="8024">
                  <c:v>8025</c:v>
                </c:pt>
                <c:pt idx="8025">
                  <c:v>8026</c:v>
                </c:pt>
                <c:pt idx="8026">
                  <c:v>8027</c:v>
                </c:pt>
                <c:pt idx="8027">
                  <c:v>8028</c:v>
                </c:pt>
                <c:pt idx="8028">
                  <c:v>8029</c:v>
                </c:pt>
                <c:pt idx="8029">
                  <c:v>8030</c:v>
                </c:pt>
                <c:pt idx="8030">
                  <c:v>8031</c:v>
                </c:pt>
                <c:pt idx="8031">
                  <c:v>8032</c:v>
                </c:pt>
                <c:pt idx="8032">
                  <c:v>8033</c:v>
                </c:pt>
                <c:pt idx="8033">
                  <c:v>8034</c:v>
                </c:pt>
                <c:pt idx="8034">
                  <c:v>8035</c:v>
                </c:pt>
                <c:pt idx="8035">
                  <c:v>8036</c:v>
                </c:pt>
                <c:pt idx="8036">
                  <c:v>8037</c:v>
                </c:pt>
                <c:pt idx="8037">
                  <c:v>8038</c:v>
                </c:pt>
                <c:pt idx="8038">
                  <c:v>8039</c:v>
                </c:pt>
                <c:pt idx="8039">
                  <c:v>8040</c:v>
                </c:pt>
                <c:pt idx="8040">
                  <c:v>8041</c:v>
                </c:pt>
                <c:pt idx="8041">
                  <c:v>8042</c:v>
                </c:pt>
                <c:pt idx="8042">
                  <c:v>8043</c:v>
                </c:pt>
                <c:pt idx="8043">
                  <c:v>8044</c:v>
                </c:pt>
                <c:pt idx="8044">
                  <c:v>8045</c:v>
                </c:pt>
                <c:pt idx="8045">
                  <c:v>8046</c:v>
                </c:pt>
                <c:pt idx="8046">
                  <c:v>8047</c:v>
                </c:pt>
                <c:pt idx="8047">
                  <c:v>8048</c:v>
                </c:pt>
                <c:pt idx="8048">
                  <c:v>8049</c:v>
                </c:pt>
                <c:pt idx="8049">
                  <c:v>8050</c:v>
                </c:pt>
                <c:pt idx="8050">
                  <c:v>8051</c:v>
                </c:pt>
                <c:pt idx="8051">
                  <c:v>8052</c:v>
                </c:pt>
                <c:pt idx="8052">
                  <c:v>8053</c:v>
                </c:pt>
                <c:pt idx="8053">
                  <c:v>8054</c:v>
                </c:pt>
                <c:pt idx="8054">
                  <c:v>8055</c:v>
                </c:pt>
                <c:pt idx="8055">
                  <c:v>8056</c:v>
                </c:pt>
                <c:pt idx="8056">
                  <c:v>8057</c:v>
                </c:pt>
                <c:pt idx="8057">
                  <c:v>8058</c:v>
                </c:pt>
                <c:pt idx="8058">
                  <c:v>8059</c:v>
                </c:pt>
                <c:pt idx="8059">
                  <c:v>8060</c:v>
                </c:pt>
                <c:pt idx="8060">
                  <c:v>8061</c:v>
                </c:pt>
                <c:pt idx="8061">
                  <c:v>8062</c:v>
                </c:pt>
                <c:pt idx="8062">
                  <c:v>8063</c:v>
                </c:pt>
                <c:pt idx="8063">
                  <c:v>8064</c:v>
                </c:pt>
                <c:pt idx="8064">
                  <c:v>8065</c:v>
                </c:pt>
                <c:pt idx="8065">
                  <c:v>8066</c:v>
                </c:pt>
                <c:pt idx="8066">
                  <c:v>8067</c:v>
                </c:pt>
                <c:pt idx="8067">
                  <c:v>8068</c:v>
                </c:pt>
                <c:pt idx="8068">
                  <c:v>8069</c:v>
                </c:pt>
                <c:pt idx="8069">
                  <c:v>8070</c:v>
                </c:pt>
                <c:pt idx="8070">
                  <c:v>8071</c:v>
                </c:pt>
                <c:pt idx="8071">
                  <c:v>8072</c:v>
                </c:pt>
                <c:pt idx="8072">
                  <c:v>8073</c:v>
                </c:pt>
                <c:pt idx="8073">
                  <c:v>8074</c:v>
                </c:pt>
                <c:pt idx="8074">
                  <c:v>8075</c:v>
                </c:pt>
                <c:pt idx="8075">
                  <c:v>8076</c:v>
                </c:pt>
                <c:pt idx="8076">
                  <c:v>8077</c:v>
                </c:pt>
                <c:pt idx="8077">
                  <c:v>8078</c:v>
                </c:pt>
                <c:pt idx="8078">
                  <c:v>8079</c:v>
                </c:pt>
                <c:pt idx="8079">
                  <c:v>8080</c:v>
                </c:pt>
                <c:pt idx="8080">
                  <c:v>8081</c:v>
                </c:pt>
                <c:pt idx="8081">
                  <c:v>8082</c:v>
                </c:pt>
                <c:pt idx="8082">
                  <c:v>8083</c:v>
                </c:pt>
                <c:pt idx="8083">
                  <c:v>8084</c:v>
                </c:pt>
                <c:pt idx="8084">
                  <c:v>8085</c:v>
                </c:pt>
                <c:pt idx="8085">
                  <c:v>8086</c:v>
                </c:pt>
                <c:pt idx="8086">
                  <c:v>8087</c:v>
                </c:pt>
                <c:pt idx="8087">
                  <c:v>8088</c:v>
                </c:pt>
                <c:pt idx="8088">
                  <c:v>8089</c:v>
                </c:pt>
                <c:pt idx="8089">
                  <c:v>8090</c:v>
                </c:pt>
                <c:pt idx="8090">
                  <c:v>8091</c:v>
                </c:pt>
                <c:pt idx="8091">
                  <c:v>8092</c:v>
                </c:pt>
                <c:pt idx="8092">
                  <c:v>8093</c:v>
                </c:pt>
                <c:pt idx="8093">
                  <c:v>8094</c:v>
                </c:pt>
                <c:pt idx="8094">
                  <c:v>8095</c:v>
                </c:pt>
                <c:pt idx="8095">
                  <c:v>8096</c:v>
                </c:pt>
                <c:pt idx="8096">
                  <c:v>8097</c:v>
                </c:pt>
                <c:pt idx="8097">
                  <c:v>8098</c:v>
                </c:pt>
                <c:pt idx="8098">
                  <c:v>8099</c:v>
                </c:pt>
                <c:pt idx="8099">
                  <c:v>8100</c:v>
                </c:pt>
                <c:pt idx="8100">
                  <c:v>8101</c:v>
                </c:pt>
                <c:pt idx="8101">
                  <c:v>8102</c:v>
                </c:pt>
                <c:pt idx="8102">
                  <c:v>8103</c:v>
                </c:pt>
                <c:pt idx="8103">
                  <c:v>8104</c:v>
                </c:pt>
                <c:pt idx="8104">
                  <c:v>8105</c:v>
                </c:pt>
                <c:pt idx="8105">
                  <c:v>8106</c:v>
                </c:pt>
                <c:pt idx="8106">
                  <c:v>8107</c:v>
                </c:pt>
                <c:pt idx="8107">
                  <c:v>8108</c:v>
                </c:pt>
                <c:pt idx="8108">
                  <c:v>8109</c:v>
                </c:pt>
                <c:pt idx="8109">
                  <c:v>8110</c:v>
                </c:pt>
                <c:pt idx="8110">
                  <c:v>8111</c:v>
                </c:pt>
                <c:pt idx="8111">
                  <c:v>8112</c:v>
                </c:pt>
                <c:pt idx="8112">
                  <c:v>8113</c:v>
                </c:pt>
                <c:pt idx="8113">
                  <c:v>8114</c:v>
                </c:pt>
                <c:pt idx="8114">
                  <c:v>8115</c:v>
                </c:pt>
                <c:pt idx="8115">
                  <c:v>8116</c:v>
                </c:pt>
                <c:pt idx="8116">
                  <c:v>8117</c:v>
                </c:pt>
                <c:pt idx="8117">
                  <c:v>8118</c:v>
                </c:pt>
                <c:pt idx="8118">
                  <c:v>8119</c:v>
                </c:pt>
                <c:pt idx="8119">
                  <c:v>8120</c:v>
                </c:pt>
                <c:pt idx="8120">
                  <c:v>8121</c:v>
                </c:pt>
                <c:pt idx="8121">
                  <c:v>8122</c:v>
                </c:pt>
                <c:pt idx="8122">
                  <c:v>8123</c:v>
                </c:pt>
                <c:pt idx="8123">
                  <c:v>8124</c:v>
                </c:pt>
                <c:pt idx="8124">
                  <c:v>8125</c:v>
                </c:pt>
                <c:pt idx="8125">
                  <c:v>8126</c:v>
                </c:pt>
                <c:pt idx="8126">
                  <c:v>8127</c:v>
                </c:pt>
                <c:pt idx="8127">
                  <c:v>8128</c:v>
                </c:pt>
                <c:pt idx="8128">
                  <c:v>8129</c:v>
                </c:pt>
                <c:pt idx="8129">
                  <c:v>8130</c:v>
                </c:pt>
                <c:pt idx="8130">
                  <c:v>8131</c:v>
                </c:pt>
                <c:pt idx="8131">
                  <c:v>8132</c:v>
                </c:pt>
                <c:pt idx="8132">
                  <c:v>8133</c:v>
                </c:pt>
                <c:pt idx="8133">
                  <c:v>8134</c:v>
                </c:pt>
                <c:pt idx="8134">
                  <c:v>8135</c:v>
                </c:pt>
                <c:pt idx="8135">
                  <c:v>8136</c:v>
                </c:pt>
                <c:pt idx="8136">
                  <c:v>8137</c:v>
                </c:pt>
                <c:pt idx="8137">
                  <c:v>8138</c:v>
                </c:pt>
                <c:pt idx="8138">
                  <c:v>8139</c:v>
                </c:pt>
                <c:pt idx="8139">
                  <c:v>8140</c:v>
                </c:pt>
                <c:pt idx="8140">
                  <c:v>8141</c:v>
                </c:pt>
                <c:pt idx="8141">
                  <c:v>8142</c:v>
                </c:pt>
                <c:pt idx="8142">
                  <c:v>8143</c:v>
                </c:pt>
                <c:pt idx="8143">
                  <c:v>8144</c:v>
                </c:pt>
                <c:pt idx="8144">
                  <c:v>8145</c:v>
                </c:pt>
                <c:pt idx="8145">
                  <c:v>8146</c:v>
                </c:pt>
                <c:pt idx="8146">
                  <c:v>8147</c:v>
                </c:pt>
                <c:pt idx="8147">
                  <c:v>8148</c:v>
                </c:pt>
                <c:pt idx="8148">
                  <c:v>8149</c:v>
                </c:pt>
                <c:pt idx="8149">
                  <c:v>8150</c:v>
                </c:pt>
                <c:pt idx="8150">
                  <c:v>8151</c:v>
                </c:pt>
                <c:pt idx="8151">
                  <c:v>8152</c:v>
                </c:pt>
                <c:pt idx="8152">
                  <c:v>8153</c:v>
                </c:pt>
                <c:pt idx="8153">
                  <c:v>8154</c:v>
                </c:pt>
                <c:pt idx="8154">
                  <c:v>8155</c:v>
                </c:pt>
                <c:pt idx="8155">
                  <c:v>8156</c:v>
                </c:pt>
                <c:pt idx="8156">
                  <c:v>8157</c:v>
                </c:pt>
                <c:pt idx="8157">
                  <c:v>8158</c:v>
                </c:pt>
                <c:pt idx="8158">
                  <c:v>8159</c:v>
                </c:pt>
                <c:pt idx="8159">
                  <c:v>8160</c:v>
                </c:pt>
                <c:pt idx="8160">
                  <c:v>8161</c:v>
                </c:pt>
                <c:pt idx="8161">
                  <c:v>8162</c:v>
                </c:pt>
                <c:pt idx="8162">
                  <c:v>8163</c:v>
                </c:pt>
                <c:pt idx="8163">
                  <c:v>8164</c:v>
                </c:pt>
                <c:pt idx="8164">
                  <c:v>8165</c:v>
                </c:pt>
                <c:pt idx="8165">
                  <c:v>8166</c:v>
                </c:pt>
                <c:pt idx="8166">
                  <c:v>8167</c:v>
                </c:pt>
                <c:pt idx="8167">
                  <c:v>8168</c:v>
                </c:pt>
                <c:pt idx="8168">
                  <c:v>8169</c:v>
                </c:pt>
                <c:pt idx="8169">
                  <c:v>8170</c:v>
                </c:pt>
                <c:pt idx="8170">
                  <c:v>8171</c:v>
                </c:pt>
                <c:pt idx="8171">
                  <c:v>8172</c:v>
                </c:pt>
                <c:pt idx="8172">
                  <c:v>8173</c:v>
                </c:pt>
                <c:pt idx="8173">
                  <c:v>8174</c:v>
                </c:pt>
                <c:pt idx="8174">
                  <c:v>8175</c:v>
                </c:pt>
                <c:pt idx="8175">
                  <c:v>8176</c:v>
                </c:pt>
                <c:pt idx="8176">
                  <c:v>8177</c:v>
                </c:pt>
                <c:pt idx="8177">
                  <c:v>8178</c:v>
                </c:pt>
                <c:pt idx="8178">
                  <c:v>8179</c:v>
                </c:pt>
                <c:pt idx="8179">
                  <c:v>8180</c:v>
                </c:pt>
                <c:pt idx="8180">
                  <c:v>8181</c:v>
                </c:pt>
                <c:pt idx="8181">
                  <c:v>8182</c:v>
                </c:pt>
                <c:pt idx="8182">
                  <c:v>8183</c:v>
                </c:pt>
                <c:pt idx="8183">
                  <c:v>8184</c:v>
                </c:pt>
                <c:pt idx="8184">
                  <c:v>8185</c:v>
                </c:pt>
                <c:pt idx="8185">
                  <c:v>8186</c:v>
                </c:pt>
                <c:pt idx="8186">
                  <c:v>8187</c:v>
                </c:pt>
                <c:pt idx="8187">
                  <c:v>8188</c:v>
                </c:pt>
                <c:pt idx="8188">
                  <c:v>8189</c:v>
                </c:pt>
                <c:pt idx="8189">
                  <c:v>8190</c:v>
                </c:pt>
                <c:pt idx="8190">
                  <c:v>8191</c:v>
                </c:pt>
                <c:pt idx="8191">
                  <c:v>8192</c:v>
                </c:pt>
                <c:pt idx="8192">
                  <c:v>8193</c:v>
                </c:pt>
                <c:pt idx="8193">
                  <c:v>8194</c:v>
                </c:pt>
                <c:pt idx="8194">
                  <c:v>8195</c:v>
                </c:pt>
                <c:pt idx="8195">
                  <c:v>8196</c:v>
                </c:pt>
                <c:pt idx="8196">
                  <c:v>8197</c:v>
                </c:pt>
                <c:pt idx="8197">
                  <c:v>8198</c:v>
                </c:pt>
                <c:pt idx="8198">
                  <c:v>8199</c:v>
                </c:pt>
                <c:pt idx="8199">
                  <c:v>8200</c:v>
                </c:pt>
                <c:pt idx="8200">
                  <c:v>8201</c:v>
                </c:pt>
                <c:pt idx="8201">
                  <c:v>8202</c:v>
                </c:pt>
                <c:pt idx="8202">
                  <c:v>8203</c:v>
                </c:pt>
                <c:pt idx="8203">
                  <c:v>8204</c:v>
                </c:pt>
                <c:pt idx="8204">
                  <c:v>8205</c:v>
                </c:pt>
                <c:pt idx="8205">
                  <c:v>8206</c:v>
                </c:pt>
                <c:pt idx="8206">
                  <c:v>8207</c:v>
                </c:pt>
                <c:pt idx="8207">
                  <c:v>8208</c:v>
                </c:pt>
                <c:pt idx="8208">
                  <c:v>8209</c:v>
                </c:pt>
                <c:pt idx="8209">
                  <c:v>8210</c:v>
                </c:pt>
                <c:pt idx="8210">
                  <c:v>8211</c:v>
                </c:pt>
                <c:pt idx="8211">
                  <c:v>8212</c:v>
                </c:pt>
                <c:pt idx="8212">
                  <c:v>8213</c:v>
                </c:pt>
                <c:pt idx="8213">
                  <c:v>8214</c:v>
                </c:pt>
                <c:pt idx="8214">
                  <c:v>8215</c:v>
                </c:pt>
                <c:pt idx="8215">
                  <c:v>8216</c:v>
                </c:pt>
                <c:pt idx="8216">
                  <c:v>8217</c:v>
                </c:pt>
                <c:pt idx="8217">
                  <c:v>8218</c:v>
                </c:pt>
                <c:pt idx="8218">
                  <c:v>8219</c:v>
                </c:pt>
                <c:pt idx="8219">
                  <c:v>8220</c:v>
                </c:pt>
                <c:pt idx="8220">
                  <c:v>8221</c:v>
                </c:pt>
                <c:pt idx="8221">
                  <c:v>8222</c:v>
                </c:pt>
                <c:pt idx="8222">
                  <c:v>8223</c:v>
                </c:pt>
                <c:pt idx="8223">
                  <c:v>8224</c:v>
                </c:pt>
                <c:pt idx="8224">
                  <c:v>8225</c:v>
                </c:pt>
                <c:pt idx="8225">
                  <c:v>8226</c:v>
                </c:pt>
                <c:pt idx="8226">
                  <c:v>8227</c:v>
                </c:pt>
                <c:pt idx="8227">
                  <c:v>8228</c:v>
                </c:pt>
                <c:pt idx="8228">
                  <c:v>8229</c:v>
                </c:pt>
                <c:pt idx="8229">
                  <c:v>8230</c:v>
                </c:pt>
                <c:pt idx="8230">
                  <c:v>8231</c:v>
                </c:pt>
                <c:pt idx="8231">
                  <c:v>8232</c:v>
                </c:pt>
                <c:pt idx="8232">
                  <c:v>8233</c:v>
                </c:pt>
                <c:pt idx="8233">
                  <c:v>8234</c:v>
                </c:pt>
                <c:pt idx="8234">
                  <c:v>8235</c:v>
                </c:pt>
                <c:pt idx="8235">
                  <c:v>8236</c:v>
                </c:pt>
                <c:pt idx="8236">
                  <c:v>8237</c:v>
                </c:pt>
                <c:pt idx="8237">
                  <c:v>8238</c:v>
                </c:pt>
                <c:pt idx="8238">
                  <c:v>8239</c:v>
                </c:pt>
                <c:pt idx="8239">
                  <c:v>8240</c:v>
                </c:pt>
                <c:pt idx="8240">
                  <c:v>8241</c:v>
                </c:pt>
                <c:pt idx="8241">
                  <c:v>8242</c:v>
                </c:pt>
                <c:pt idx="8242">
                  <c:v>8243</c:v>
                </c:pt>
                <c:pt idx="8243">
                  <c:v>8244</c:v>
                </c:pt>
                <c:pt idx="8244">
                  <c:v>8245</c:v>
                </c:pt>
                <c:pt idx="8245">
                  <c:v>8246</c:v>
                </c:pt>
                <c:pt idx="8246">
                  <c:v>8247</c:v>
                </c:pt>
                <c:pt idx="8247">
                  <c:v>8248</c:v>
                </c:pt>
                <c:pt idx="8248">
                  <c:v>8249</c:v>
                </c:pt>
                <c:pt idx="8249">
                  <c:v>8250</c:v>
                </c:pt>
                <c:pt idx="8250">
                  <c:v>8251</c:v>
                </c:pt>
                <c:pt idx="8251">
                  <c:v>8252</c:v>
                </c:pt>
                <c:pt idx="8252">
                  <c:v>8253</c:v>
                </c:pt>
                <c:pt idx="8253">
                  <c:v>8254</c:v>
                </c:pt>
                <c:pt idx="8254">
                  <c:v>8255</c:v>
                </c:pt>
                <c:pt idx="8255">
                  <c:v>8256</c:v>
                </c:pt>
                <c:pt idx="8256">
                  <c:v>8257</c:v>
                </c:pt>
                <c:pt idx="8257">
                  <c:v>8258</c:v>
                </c:pt>
                <c:pt idx="8258">
                  <c:v>8259</c:v>
                </c:pt>
                <c:pt idx="8259">
                  <c:v>8260</c:v>
                </c:pt>
                <c:pt idx="8260">
                  <c:v>8261</c:v>
                </c:pt>
                <c:pt idx="8261">
                  <c:v>8262</c:v>
                </c:pt>
                <c:pt idx="8262">
                  <c:v>8263</c:v>
                </c:pt>
                <c:pt idx="8263">
                  <c:v>8264</c:v>
                </c:pt>
                <c:pt idx="8264">
                  <c:v>8265</c:v>
                </c:pt>
                <c:pt idx="8265">
                  <c:v>8266</c:v>
                </c:pt>
                <c:pt idx="8266">
                  <c:v>8267</c:v>
                </c:pt>
                <c:pt idx="8267">
                  <c:v>8268</c:v>
                </c:pt>
                <c:pt idx="8268">
                  <c:v>8269</c:v>
                </c:pt>
                <c:pt idx="8269">
                  <c:v>8270</c:v>
                </c:pt>
                <c:pt idx="8270">
                  <c:v>8271</c:v>
                </c:pt>
                <c:pt idx="8271">
                  <c:v>8272</c:v>
                </c:pt>
                <c:pt idx="8272">
                  <c:v>8273</c:v>
                </c:pt>
                <c:pt idx="8273">
                  <c:v>8274</c:v>
                </c:pt>
                <c:pt idx="8274">
                  <c:v>8275</c:v>
                </c:pt>
                <c:pt idx="8275">
                  <c:v>8276</c:v>
                </c:pt>
                <c:pt idx="8276">
                  <c:v>8277</c:v>
                </c:pt>
                <c:pt idx="8277">
                  <c:v>8278</c:v>
                </c:pt>
                <c:pt idx="8278">
                  <c:v>8279</c:v>
                </c:pt>
                <c:pt idx="8279">
                  <c:v>8280</c:v>
                </c:pt>
                <c:pt idx="8280">
                  <c:v>8281</c:v>
                </c:pt>
                <c:pt idx="8281">
                  <c:v>8282</c:v>
                </c:pt>
                <c:pt idx="8282">
                  <c:v>8283</c:v>
                </c:pt>
                <c:pt idx="8283">
                  <c:v>8284</c:v>
                </c:pt>
                <c:pt idx="8284">
                  <c:v>8285</c:v>
                </c:pt>
                <c:pt idx="8285">
                  <c:v>8286</c:v>
                </c:pt>
                <c:pt idx="8286">
                  <c:v>8287</c:v>
                </c:pt>
                <c:pt idx="8287">
                  <c:v>8288</c:v>
                </c:pt>
                <c:pt idx="8288">
                  <c:v>8289</c:v>
                </c:pt>
                <c:pt idx="8289">
                  <c:v>8290</c:v>
                </c:pt>
                <c:pt idx="8290">
                  <c:v>8291</c:v>
                </c:pt>
                <c:pt idx="8291">
                  <c:v>8292</c:v>
                </c:pt>
                <c:pt idx="8292">
                  <c:v>8293</c:v>
                </c:pt>
                <c:pt idx="8293">
                  <c:v>8294</c:v>
                </c:pt>
                <c:pt idx="8294">
                  <c:v>8295</c:v>
                </c:pt>
                <c:pt idx="8295">
                  <c:v>8296</c:v>
                </c:pt>
                <c:pt idx="8296">
                  <c:v>8297</c:v>
                </c:pt>
                <c:pt idx="8297">
                  <c:v>8298</c:v>
                </c:pt>
                <c:pt idx="8298">
                  <c:v>8299</c:v>
                </c:pt>
                <c:pt idx="8299">
                  <c:v>8300</c:v>
                </c:pt>
                <c:pt idx="8300">
                  <c:v>8301</c:v>
                </c:pt>
                <c:pt idx="8301">
                  <c:v>8302</c:v>
                </c:pt>
                <c:pt idx="8302">
                  <c:v>8303</c:v>
                </c:pt>
                <c:pt idx="8303">
                  <c:v>8304</c:v>
                </c:pt>
                <c:pt idx="8304">
                  <c:v>8305</c:v>
                </c:pt>
                <c:pt idx="8305">
                  <c:v>8306</c:v>
                </c:pt>
                <c:pt idx="8306">
                  <c:v>8307</c:v>
                </c:pt>
                <c:pt idx="8307">
                  <c:v>8308</c:v>
                </c:pt>
                <c:pt idx="8308">
                  <c:v>8309</c:v>
                </c:pt>
                <c:pt idx="8309">
                  <c:v>8310</c:v>
                </c:pt>
                <c:pt idx="8310">
                  <c:v>8311</c:v>
                </c:pt>
                <c:pt idx="8311">
                  <c:v>8312</c:v>
                </c:pt>
                <c:pt idx="8312">
                  <c:v>8313</c:v>
                </c:pt>
                <c:pt idx="8313">
                  <c:v>8314</c:v>
                </c:pt>
                <c:pt idx="8314">
                  <c:v>8315</c:v>
                </c:pt>
                <c:pt idx="8315">
                  <c:v>8316</c:v>
                </c:pt>
                <c:pt idx="8316">
                  <c:v>8317</c:v>
                </c:pt>
                <c:pt idx="8317">
                  <c:v>8318</c:v>
                </c:pt>
                <c:pt idx="8318">
                  <c:v>8319</c:v>
                </c:pt>
                <c:pt idx="8319">
                  <c:v>8320</c:v>
                </c:pt>
                <c:pt idx="8320">
                  <c:v>8321</c:v>
                </c:pt>
                <c:pt idx="8321">
                  <c:v>8322</c:v>
                </c:pt>
                <c:pt idx="8322">
                  <c:v>8323</c:v>
                </c:pt>
                <c:pt idx="8323">
                  <c:v>8324</c:v>
                </c:pt>
                <c:pt idx="8324">
                  <c:v>8325</c:v>
                </c:pt>
                <c:pt idx="8325">
                  <c:v>8326</c:v>
                </c:pt>
                <c:pt idx="8326">
                  <c:v>8327</c:v>
                </c:pt>
                <c:pt idx="8327">
                  <c:v>8328</c:v>
                </c:pt>
                <c:pt idx="8328">
                  <c:v>8329</c:v>
                </c:pt>
                <c:pt idx="8329">
                  <c:v>8330</c:v>
                </c:pt>
                <c:pt idx="8330">
                  <c:v>8331</c:v>
                </c:pt>
                <c:pt idx="8331">
                  <c:v>8332</c:v>
                </c:pt>
                <c:pt idx="8332">
                  <c:v>8333</c:v>
                </c:pt>
                <c:pt idx="8333">
                  <c:v>8334</c:v>
                </c:pt>
                <c:pt idx="8334">
                  <c:v>8335</c:v>
                </c:pt>
                <c:pt idx="8335">
                  <c:v>8336</c:v>
                </c:pt>
                <c:pt idx="8336">
                  <c:v>8337</c:v>
                </c:pt>
                <c:pt idx="8337">
                  <c:v>8338</c:v>
                </c:pt>
                <c:pt idx="8338">
                  <c:v>8339</c:v>
                </c:pt>
                <c:pt idx="8339">
                  <c:v>8340</c:v>
                </c:pt>
                <c:pt idx="8340">
                  <c:v>8341</c:v>
                </c:pt>
                <c:pt idx="8341">
                  <c:v>8342</c:v>
                </c:pt>
                <c:pt idx="8342">
                  <c:v>8343</c:v>
                </c:pt>
                <c:pt idx="8343">
                  <c:v>8344</c:v>
                </c:pt>
                <c:pt idx="8344">
                  <c:v>8345</c:v>
                </c:pt>
                <c:pt idx="8345">
                  <c:v>8346</c:v>
                </c:pt>
                <c:pt idx="8346">
                  <c:v>8347</c:v>
                </c:pt>
                <c:pt idx="8347">
                  <c:v>8348</c:v>
                </c:pt>
                <c:pt idx="8348">
                  <c:v>8349</c:v>
                </c:pt>
                <c:pt idx="8349">
                  <c:v>8350</c:v>
                </c:pt>
                <c:pt idx="8350">
                  <c:v>8351</c:v>
                </c:pt>
                <c:pt idx="8351">
                  <c:v>8352</c:v>
                </c:pt>
                <c:pt idx="8352">
                  <c:v>8353</c:v>
                </c:pt>
                <c:pt idx="8353">
                  <c:v>8354</c:v>
                </c:pt>
                <c:pt idx="8354">
                  <c:v>8355</c:v>
                </c:pt>
                <c:pt idx="8355">
                  <c:v>8356</c:v>
                </c:pt>
                <c:pt idx="8356">
                  <c:v>8357</c:v>
                </c:pt>
                <c:pt idx="8357">
                  <c:v>8358</c:v>
                </c:pt>
                <c:pt idx="8358">
                  <c:v>8359</c:v>
                </c:pt>
                <c:pt idx="8359">
                  <c:v>8360</c:v>
                </c:pt>
                <c:pt idx="8360">
                  <c:v>8361</c:v>
                </c:pt>
                <c:pt idx="8361">
                  <c:v>8362</c:v>
                </c:pt>
                <c:pt idx="8362">
                  <c:v>8363</c:v>
                </c:pt>
                <c:pt idx="8363">
                  <c:v>8364</c:v>
                </c:pt>
                <c:pt idx="8364">
                  <c:v>8365</c:v>
                </c:pt>
                <c:pt idx="8365">
                  <c:v>8366</c:v>
                </c:pt>
                <c:pt idx="8366">
                  <c:v>8367</c:v>
                </c:pt>
                <c:pt idx="8367">
                  <c:v>8368</c:v>
                </c:pt>
                <c:pt idx="8368">
                  <c:v>8369</c:v>
                </c:pt>
                <c:pt idx="8369">
                  <c:v>8370</c:v>
                </c:pt>
                <c:pt idx="8370">
                  <c:v>8371</c:v>
                </c:pt>
                <c:pt idx="8371">
                  <c:v>8372</c:v>
                </c:pt>
                <c:pt idx="8372">
                  <c:v>8373</c:v>
                </c:pt>
                <c:pt idx="8373">
                  <c:v>8374</c:v>
                </c:pt>
                <c:pt idx="8374">
                  <c:v>8375</c:v>
                </c:pt>
                <c:pt idx="8375">
                  <c:v>8376</c:v>
                </c:pt>
                <c:pt idx="8376">
                  <c:v>8377</c:v>
                </c:pt>
                <c:pt idx="8377">
                  <c:v>8378</c:v>
                </c:pt>
                <c:pt idx="8378">
                  <c:v>8379</c:v>
                </c:pt>
                <c:pt idx="8379">
                  <c:v>8380</c:v>
                </c:pt>
                <c:pt idx="8380">
                  <c:v>8381</c:v>
                </c:pt>
                <c:pt idx="8381">
                  <c:v>8382</c:v>
                </c:pt>
                <c:pt idx="8382">
                  <c:v>8383</c:v>
                </c:pt>
                <c:pt idx="8383">
                  <c:v>8384</c:v>
                </c:pt>
                <c:pt idx="8384">
                  <c:v>8385</c:v>
                </c:pt>
                <c:pt idx="8385">
                  <c:v>8386</c:v>
                </c:pt>
                <c:pt idx="8386">
                  <c:v>8387</c:v>
                </c:pt>
                <c:pt idx="8387">
                  <c:v>8388</c:v>
                </c:pt>
                <c:pt idx="8388">
                  <c:v>8389</c:v>
                </c:pt>
                <c:pt idx="8389">
                  <c:v>8390</c:v>
                </c:pt>
                <c:pt idx="8390">
                  <c:v>8391</c:v>
                </c:pt>
                <c:pt idx="8391">
                  <c:v>8392</c:v>
                </c:pt>
                <c:pt idx="8392">
                  <c:v>8393</c:v>
                </c:pt>
                <c:pt idx="8393">
                  <c:v>8394</c:v>
                </c:pt>
                <c:pt idx="8394">
                  <c:v>8395</c:v>
                </c:pt>
                <c:pt idx="8395">
                  <c:v>8396</c:v>
                </c:pt>
                <c:pt idx="8396">
                  <c:v>8397</c:v>
                </c:pt>
                <c:pt idx="8397">
                  <c:v>8398</c:v>
                </c:pt>
                <c:pt idx="8398">
                  <c:v>8399</c:v>
                </c:pt>
                <c:pt idx="8399">
                  <c:v>8400</c:v>
                </c:pt>
                <c:pt idx="8400">
                  <c:v>8401</c:v>
                </c:pt>
                <c:pt idx="8401">
                  <c:v>8402</c:v>
                </c:pt>
                <c:pt idx="8402">
                  <c:v>8403</c:v>
                </c:pt>
                <c:pt idx="8403">
                  <c:v>8404</c:v>
                </c:pt>
                <c:pt idx="8404">
                  <c:v>8405</c:v>
                </c:pt>
                <c:pt idx="8405">
                  <c:v>8406</c:v>
                </c:pt>
                <c:pt idx="8406">
                  <c:v>8407</c:v>
                </c:pt>
                <c:pt idx="8407">
                  <c:v>8408</c:v>
                </c:pt>
                <c:pt idx="8408">
                  <c:v>8409</c:v>
                </c:pt>
                <c:pt idx="8409">
                  <c:v>8410</c:v>
                </c:pt>
                <c:pt idx="8410">
                  <c:v>8411</c:v>
                </c:pt>
                <c:pt idx="8411">
                  <c:v>8412</c:v>
                </c:pt>
                <c:pt idx="8412">
                  <c:v>8413</c:v>
                </c:pt>
                <c:pt idx="8413">
                  <c:v>8414</c:v>
                </c:pt>
                <c:pt idx="8414">
                  <c:v>8415</c:v>
                </c:pt>
                <c:pt idx="8415">
                  <c:v>8416</c:v>
                </c:pt>
                <c:pt idx="8416">
                  <c:v>8417</c:v>
                </c:pt>
                <c:pt idx="8417">
                  <c:v>8418</c:v>
                </c:pt>
                <c:pt idx="8418">
                  <c:v>8419</c:v>
                </c:pt>
                <c:pt idx="8419">
                  <c:v>8420</c:v>
                </c:pt>
                <c:pt idx="8420">
                  <c:v>8421</c:v>
                </c:pt>
                <c:pt idx="8421">
                  <c:v>8422</c:v>
                </c:pt>
                <c:pt idx="8422">
                  <c:v>8423</c:v>
                </c:pt>
                <c:pt idx="8423">
                  <c:v>8424</c:v>
                </c:pt>
                <c:pt idx="8424">
                  <c:v>8425</c:v>
                </c:pt>
                <c:pt idx="8425">
                  <c:v>8426</c:v>
                </c:pt>
                <c:pt idx="8426">
                  <c:v>8427</c:v>
                </c:pt>
                <c:pt idx="8427">
                  <c:v>8428</c:v>
                </c:pt>
                <c:pt idx="8428">
                  <c:v>8429</c:v>
                </c:pt>
                <c:pt idx="8429">
                  <c:v>8430</c:v>
                </c:pt>
                <c:pt idx="8430">
                  <c:v>8431</c:v>
                </c:pt>
                <c:pt idx="8431">
                  <c:v>8432</c:v>
                </c:pt>
                <c:pt idx="8432">
                  <c:v>8433</c:v>
                </c:pt>
                <c:pt idx="8433">
                  <c:v>8434</c:v>
                </c:pt>
                <c:pt idx="8434">
                  <c:v>8435</c:v>
                </c:pt>
                <c:pt idx="8435">
                  <c:v>8436</c:v>
                </c:pt>
                <c:pt idx="8436">
                  <c:v>8437</c:v>
                </c:pt>
                <c:pt idx="8437">
                  <c:v>8438</c:v>
                </c:pt>
                <c:pt idx="8438">
                  <c:v>8439</c:v>
                </c:pt>
                <c:pt idx="8439">
                  <c:v>8440</c:v>
                </c:pt>
                <c:pt idx="8440">
                  <c:v>8441</c:v>
                </c:pt>
                <c:pt idx="8441">
                  <c:v>8442</c:v>
                </c:pt>
                <c:pt idx="8442">
                  <c:v>8443</c:v>
                </c:pt>
                <c:pt idx="8443">
                  <c:v>8444</c:v>
                </c:pt>
                <c:pt idx="8444">
                  <c:v>8445</c:v>
                </c:pt>
                <c:pt idx="8445">
                  <c:v>8446</c:v>
                </c:pt>
                <c:pt idx="8446">
                  <c:v>8447</c:v>
                </c:pt>
                <c:pt idx="8447">
                  <c:v>8448</c:v>
                </c:pt>
                <c:pt idx="8448">
                  <c:v>8449</c:v>
                </c:pt>
                <c:pt idx="8449">
                  <c:v>8450</c:v>
                </c:pt>
                <c:pt idx="8450">
                  <c:v>8451</c:v>
                </c:pt>
                <c:pt idx="8451">
                  <c:v>8452</c:v>
                </c:pt>
                <c:pt idx="8452">
                  <c:v>8453</c:v>
                </c:pt>
                <c:pt idx="8453">
                  <c:v>8454</c:v>
                </c:pt>
                <c:pt idx="8454">
                  <c:v>8455</c:v>
                </c:pt>
                <c:pt idx="8455">
                  <c:v>8456</c:v>
                </c:pt>
                <c:pt idx="8456">
                  <c:v>8457</c:v>
                </c:pt>
                <c:pt idx="8457">
                  <c:v>8458</c:v>
                </c:pt>
                <c:pt idx="8458">
                  <c:v>8459</c:v>
                </c:pt>
                <c:pt idx="8459">
                  <c:v>8460</c:v>
                </c:pt>
                <c:pt idx="8460">
                  <c:v>8461</c:v>
                </c:pt>
                <c:pt idx="8461">
                  <c:v>8462</c:v>
                </c:pt>
                <c:pt idx="8462">
                  <c:v>8463</c:v>
                </c:pt>
                <c:pt idx="8463">
                  <c:v>8464</c:v>
                </c:pt>
                <c:pt idx="8464">
                  <c:v>8465</c:v>
                </c:pt>
                <c:pt idx="8465">
                  <c:v>8466</c:v>
                </c:pt>
                <c:pt idx="8466">
                  <c:v>8467</c:v>
                </c:pt>
                <c:pt idx="8467">
                  <c:v>8468</c:v>
                </c:pt>
                <c:pt idx="8468">
                  <c:v>8469</c:v>
                </c:pt>
                <c:pt idx="8469">
                  <c:v>8470</c:v>
                </c:pt>
                <c:pt idx="8470">
                  <c:v>8471</c:v>
                </c:pt>
                <c:pt idx="8471">
                  <c:v>8472</c:v>
                </c:pt>
                <c:pt idx="8472">
                  <c:v>8473</c:v>
                </c:pt>
                <c:pt idx="8473">
                  <c:v>8474</c:v>
                </c:pt>
                <c:pt idx="8474">
                  <c:v>8475</c:v>
                </c:pt>
                <c:pt idx="8475">
                  <c:v>8476</c:v>
                </c:pt>
                <c:pt idx="8476">
                  <c:v>8477</c:v>
                </c:pt>
                <c:pt idx="8477">
                  <c:v>8478</c:v>
                </c:pt>
                <c:pt idx="8478">
                  <c:v>8479</c:v>
                </c:pt>
                <c:pt idx="8479">
                  <c:v>8480</c:v>
                </c:pt>
                <c:pt idx="8480">
                  <c:v>8481</c:v>
                </c:pt>
                <c:pt idx="8481">
                  <c:v>8482</c:v>
                </c:pt>
                <c:pt idx="8482">
                  <c:v>8483</c:v>
                </c:pt>
                <c:pt idx="8483">
                  <c:v>8484</c:v>
                </c:pt>
                <c:pt idx="8484">
                  <c:v>8485</c:v>
                </c:pt>
                <c:pt idx="8485">
                  <c:v>8486</c:v>
                </c:pt>
                <c:pt idx="8486">
                  <c:v>8487</c:v>
                </c:pt>
                <c:pt idx="8487">
                  <c:v>8488</c:v>
                </c:pt>
                <c:pt idx="8488">
                  <c:v>8489</c:v>
                </c:pt>
                <c:pt idx="8489">
                  <c:v>8490</c:v>
                </c:pt>
                <c:pt idx="8490">
                  <c:v>8491</c:v>
                </c:pt>
                <c:pt idx="8491">
                  <c:v>8492</c:v>
                </c:pt>
                <c:pt idx="8492">
                  <c:v>8493</c:v>
                </c:pt>
                <c:pt idx="8493">
                  <c:v>8494</c:v>
                </c:pt>
                <c:pt idx="8494">
                  <c:v>8495</c:v>
                </c:pt>
                <c:pt idx="8495">
                  <c:v>8496</c:v>
                </c:pt>
                <c:pt idx="8496">
                  <c:v>8497</c:v>
                </c:pt>
                <c:pt idx="8497">
                  <c:v>8498</c:v>
                </c:pt>
                <c:pt idx="8498">
                  <c:v>8499</c:v>
                </c:pt>
                <c:pt idx="8499">
                  <c:v>8500</c:v>
                </c:pt>
                <c:pt idx="8500">
                  <c:v>8501</c:v>
                </c:pt>
                <c:pt idx="8501">
                  <c:v>8502</c:v>
                </c:pt>
                <c:pt idx="8502">
                  <c:v>8503</c:v>
                </c:pt>
                <c:pt idx="8503">
                  <c:v>8504</c:v>
                </c:pt>
                <c:pt idx="8504">
                  <c:v>8505</c:v>
                </c:pt>
                <c:pt idx="8505">
                  <c:v>8506</c:v>
                </c:pt>
                <c:pt idx="8506">
                  <c:v>8507</c:v>
                </c:pt>
                <c:pt idx="8507">
                  <c:v>8508</c:v>
                </c:pt>
                <c:pt idx="8508">
                  <c:v>8509</c:v>
                </c:pt>
                <c:pt idx="8509">
                  <c:v>8510</c:v>
                </c:pt>
                <c:pt idx="8510">
                  <c:v>8511</c:v>
                </c:pt>
                <c:pt idx="8511">
                  <c:v>8512</c:v>
                </c:pt>
                <c:pt idx="8512">
                  <c:v>8513</c:v>
                </c:pt>
                <c:pt idx="8513">
                  <c:v>8514</c:v>
                </c:pt>
                <c:pt idx="8514">
                  <c:v>8515</c:v>
                </c:pt>
                <c:pt idx="8515">
                  <c:v>8516</c:v>
                </c:pt>
                <c:pt idx="8516">
                  <c:v>8517</c:v>
                </c:pt>
                <c:pt idx="8517">
                  <c:v>8518</c:v>
                </c:pt>
                <c:pt idx="8518">
                  <c:v>8519</c:v>
                </c:pt>
                <c:pt idx="8519">
                  <c:v>8520</c:v>
                </c:pt>
                <c:pt idx="8520">
                  <c:v>8521</c:v>
                </c:pt>
                <c:pt idx="8521">
                  <c:v>8522</c:v>
                </c:pt>
                <c:pt idx="8522">
                  <c:v>8523</c:v>
                </c:pt>
                <c:pt idx="8523">
                  <c:v>8524</c:v>
                </c:pt>
                <c:pt idx="8524">
                  <c:v>8525</c:v>
                </c:pt>
                <c:pt idx="8525">
                  <c:v>8526</c:v>
                </c:pt>
                <c:pt idx="8526">
                  <c:v>8527</c:v>
                </c:pt>
                <c:pt idx="8527">
                  <c:v>8528</c:v>
                </c:pt>
                <c:pt idx="8528">
                  <c:v>8529</c:v>
                </c:pt>
                <c:pt idx="8529">
                  <c:v>8530</c:v>
                </c:pt>
                <c:pt idx="8530">
                  <c:v>8531</c:v>
                </c:pt>
                <c:pt idx="8531">
                  <c:v>8532</c:v>
                </c:pt>
                <c:pt idx="8532">
                  <c:v>8533</c:v>
                </c:pt>
                <c:pt idx="8533">
                  <c:v>8534</c:v>
                </c:pt>
                <c:pt idx="8534">
                  <c:v>8535</c:v>
                </c:pt>
                <c:pt idx="8535">
                  <c:v>8536</c:v>
                </c:pt>
                <c:pt idx="8536">
                  <c:v>8537</c:v>
                </c:pt>
                <c:pt idx="8537">
                  <c:v>8538</c:v>
                </c:pt>
                <c:pt idx="8538">
                  <c:v>8539</c:v>
                </c:pt>
                <c:pt idx="8539">
                  <c:v>8540</c:v>
                </c:pt>
                <c:pt idx="8540">
                  <c:v>8541</c:v>
                </c:pt>
                <c:pt idx="8541">
                  <c:v>8542</c:v>
                </c:pt>
                <c:pt idx="8542">
                  <c:v>8543</c:v>
                </c:pt>
                <c:pt idx="8543">
                  <c:v>8544</c:v>
                </c:pt>
                <c:pt idx="8544">
                  <c:v>8545</c:v>
                </c:pt>
                <c:pt idx="8545">
                  <c:v>8546</c:v>
                </c:pt>
                <c:pt idx="8546">
                  <c:v>8547</c:v>
                </c:pt>
                <c:pt idx="8547">
                  <c:v>8548</c:v>
                </c:pt>
                <c:pt idx="8548">
                  <c:v>8549</c:v>
                </c:pt>
                <c:pt idx="8549">
                  <c:v>8550</c:v>
                </c:pt>
                <c:pt idx="8550">
                  <c:v>8551</c:v>
                </c:pt>
                <c:pt idx="8551">
                  <c:v>8552</c:v>
                </c:pt>
                <c:pt idx="8552">
                  <c:v>8553</c:v>
                </c:pt>
                <c:pt idx="8553">
                  <c:v>8554</c:v>
                </c:pt>
                <c:pt idx="8554">
                  <c:v>8555</c:v>
                </c:pt>
                <c:pt idx="8555">
                  <c:v>8556</c:v>
                </c:pt>
                <c:pt idx="8556">
                  <c:v>8557</c:v>
                </c:pt>
                <c:pt idx="8557">
                  <c:v>8558</c:v>
                </c:pt>
                <c:pt idx="8558">
                  <c:v>8559</c:v>
                </c:pt>
                <c:pt idx="8559">
                  <c:v>8560</c:v>
                </c:pt>
                <c:pt idx="8560">
                  <c:v>8561</c:v>
                </c:pt>
                <c:pt idx="8561">
                  <c:v>8562</c:v>
                </c:pt>
                <c:pt idx="8562">
                  <c:v>8563</c:v>
                </c:pt>
                <c:pt idx="8563">
                  <c:v>8564</c:v>
                </c:pt>
                <c:pt idx="8564">
                  <c:v>8565</c:v>
                </c:pt>
                <c:pt idx="8565">
                  <c:v>8566</c:v>
                </c:pt>
                <c:pt idx="8566">
                  <c:v>8567</c:v>
                </c:pt>
                <c:pt idx="8567">
                  <c:v>8568</c:v>
                </c:pt>
                <c:pt idx="8568">
                  <c:v>8569</c:v>
                </c:pt>
                <c:pt idx="8569">
                  <c:v>8570</c:v>
                </c:pt>
                <c:pt idx="8570">
                  <c:v>8571</c:v>
                </c:pt>
                <c:pt idx="8571">
                  <c:v>8572</c:v>
                </c:pt>
                <c:pt idx="8572">
                  <c:v>8573</c:v>
                </c:pt>
                <c:pt idx="8573">
                  <c:v>8574</c:v>
                </c:pt>
                <c:pt idx="8574">
                  <c:v>8575</c:v>
                </c:pt>
                <c:pt idx="8575">
                  <c:v>8576</c:v>
                </c:pt>
                <c:pt idx="8576">
                  <c:v>8577</c:v>
                </c:pt>
                <c:pt idx="8577">
                  <c:v>8578</c:v>
                </c:pt>
                <c:pt idx="8578">
                  <c:v>8579</c:v>
                </c:pt>
                <c:pt idx="8579">
                  <c:v>8580</c:v>
                </c:pt>
                <c:pt idx="8580">
                  <c:v>8581</c:v>
                </c:pt>
                <c:pt idx="8581">
                  <c:v>8582</c:v>
                </c:pt>
                <c:pt idx="8582">
                  <c:v>8583</c:v>
                </c:pt>
                <c:pt idx="8583">
                  <c:v>8584</c:v>
                </c:pt>
                <c:pt idx="8584">
                  <c:v>8585</c:v>
                </c:pt>
                <c:pt idx="8585">
                  <c:v>8586</c:v>
                </c:pt>
                <c:pt idx="8586">
                  <c:v>8587</c:v>
                </c:pt>
                <c:pt idx="8587">
                  <c:v>8588</c:v>
                </c:pt>
                <c:pt idx="8588">
                  <c:v>8589</c:v>
                </c:pt>
                <c:pt idx="8589">
                  <c:v>8590</c:v>
                </c:pt>
                <c:pt idx="8590">
                  <c:v>8591</c:v>
                </c:pt>
                <c:pt idx="8591">
                  <c:v>8592</c:v>
                </c:pt>
                <c:pt idx="8592">
                  <c:v>8593</c:v>
                </c:pt>
                <c:pt idx="8593">
                  <c:v>8594</c:v>
                </c:pt>
                <c:pt idx="8594">
                  <c:v>8595</c:v>
                </c:pt>
                <c:pt idx="8595">
                  <c:v>8596</c:v>
                </c:pt>
                <c:pt idx="8596">
                  <c:v>8597</c:v>
                </c:pt>
                <c:pt idx="8597">
                  <c:v>8598</c:v>
                </c:pt>
                <c:pt idx="8598">
                  <c:v>8599</c:v>
                </c:pt>
                <c:pt idx="8599">
                  <c:v>8600</c:v>
                </c:pt>
                <c:pt idx="8600">
                  <c:v>8601</c:v>
                </c:pt>
                <c:pt idx="8601">
                  <c:v>8602</c:v>
                </c:pt>
                <c:pt idx="8602">
                  <c:v>8603</c:v>
                </c:pt>
                <c:pt idx="8603">
                  <c:v>8604</c:v>
                </c:pt>
                <c:pt idx="8604">
                  <c:v>8605</c:v>
                </c:pt>
                <c:pt idx="8605">
                  <c:v>8606</c:v>
                </c:pt>
                <c:pt idx="8606">
                  <c:v>8607</c:v>
                </c:pt>
                <c:pt idx="8607">
                  <c:v>8608</c:v>
                </c:pt>
                <c:pt idx="8608">
                  <c:v>8609</c:v>
                </c:pt>
                <c:pt idx="8609">
                  <c:v>8610</c:v>
                </c:pt>
                <c:pt idx="8610">
                  <c:v>8611</c:v>
                </c:pt>
                <c:pt idx="8611">
                  <c:v>8612</c:v>
                </c:pt>
                <c:pt idx="8612">
                  <c:v>8613</c:v>
                </c:pt>
                <c:pt idx="8613">
                  <c:v>8614</c:v>
                </c:pt>
                <c:pt idx="8614">
                  <c:v>8615</c:v>
                </c:pt>
                <c:pt idx="8615">
                  <c:v>8616</c:v>
                </c:pt>
                <c:pt idx="8616">
                  <c:v>8617</c:v>
                </c:pt>
                <c:pt idx="8617">
                  <c:v>8618</c:v>
                </c:pt>
                <c:pt idx="8618">
                  <c:v>8619</c:v>
                </c:pt>
                <c:pt idx="8619">
                  <c:v>8620</c:v>
                </c:pt>
                <c:pt idx="8620">
                  <c:v>8621</c:v>
                </c:pt>
                <c:pt idx="8621">
                  <c:v>8622</c:v>
                </c:pt>
                <c:pt idx="8622">
                  <c:v>8623</c:v>
                </c:pt>
                <c:pt idx="8623">
                  <c:v>8624</c:v>
                </c:pt>
                <c:pt idx="8624">
                  <c:v>8625</c:v>
                </c:pt>
                <c:pt idx="8625">
                  <c:v>8626</c:v>
                </c:pt>
                <c:pt idx="8626">
                  <c:v>8627</c:v>
                </c:pt>
                <c:pt idx="8627">
                  <c:v>8628</c:v>
                </c:pt>
                <c:pt idx="8628">
                  <c:v>8629</c:v>
                </c:pt>
                <c:pt idx="8629">
                  <c:v>8630</c:v>
                </c:pt>
                <c:pt idx="8630">
                  <c:v>8631</c:v>
                </c:pt>
                <c:pt idx="8631">
                  <c:v>8632</c:v>
                </c:pt>
                <c:pt idx="8632">
                  <c:v>8633</c:v>
                </c:pt>
                <c:pt idx="8633">
                  <c:v>8634</c:v>
                </c:pt>
                <c:pt idx="8634">
                  <c:v>8635</c:v>
                </c:pt>
                <c:pt idx="8635">
                  <c:v>8636</c:v>
                </c:pt>
                <c:pt idx="8636">
                  <c:v>8637</c:v>
                </c:pt>
                <c:pt idx="8637">
                  <c:v>8638</c:v>
                </c:pt>
                <c:pt idx="8638">
                  <c:v>8639</c:v>
                </c:pt>
                <c:pt idx="8639">
                  <c:v>8640</c:v>
                </c:pt>
                <c:pt idx="8640">
                  <c:v>8641</c:v>
                </c:pt>
                <c:pt idx="8641">
                  <c:v>8642</c:v>
                </c:pt>
                <c:pt idx="8642">
                  <c:v>8643</c:v>
                </c:pt>
                <c:pt idx="8643">
                  <c:v>8644</c:v>
                </c:pt>
                <c:pt idx="8644">
                  <c:v>8645</c:v>
                </c:pt>
                <c:pt idx="8645">
                  <c:v>8646</c:v>
                </c:pt>
                <c:pt idx="8646">
                  <c:v>8647</c:v>
                </c:pt>
                <c:pt idx="8647">
                  <c:v>8648</c:v>
                </c:pt>
                <c:pt idx="8648">
                  <c:v>8649</c:v>
                </c:pt>
                <c:pt idx="8649">
                  <c:v>8650</c:v>
                </c:pt>
                <c:pt idx="8650">
                  <c:v>8651</c:v>
                </c:pt>
                <c:pt idx="8651">
                  <c:v>8652</c:v>
                </c:pt>
                <c:pt idx="8652">
                  <c:v>8653</c:v>
                </c:pt>
                <c:pt idx="8653">
                  <c:v>8654</c:v>
                </c:pt>
                <c:pt idx="8654">
                  <c:v>8655</c:v>
                </c:pt>
                <c:pt idx="8655">
                  <c:v>8656</c:v>
                </c:pt>
                <c:pt idx="8656">
                  <c:v>8657</c:v>
                </c:pt>
                <c:pt idx="8657">
                  <c:v>8658</c:v>
                </c:pt>
                <c:pt idx="8658">
                  <c:v>8659</c:v>
                </c:pt>
                <c:pt idx="8659">
                  <c:v>8660</c:v>
                </c:pt>
                <c:pt idx="8660">
                  <c:v>8661</c:v>
                </c:pt>
                <c:pt idx="8661">
                  <c:v>8662</c:v>
                </c:pt>
                <c:pt idx="8662">
                  <c:v>8663</c:v>
                </c:pt>
                <c:pt idx="8663">
                  <c:v>8664</c:v>
                </c:pt>
                <c:pt idx="8664">
                  <c:v>8665</c:v>
                </c:pt>
                <c:pt idx="8665">
                  <c:v>8666</c:v>
                </c:pt>
                <c:pt idx="8666">
                  <c:v>8667</c:v>
                </c:pt>
                <c:pt idx="8667">
                  <c:v>8668</c:v>
                </c:pt>
                <c:pt idx="8668">
                  <c:v>8669</c:v>
                </c:pt>
                <c:pt idx="8669">
                  <c:v>8670</c:v>
                </c:pt>
                <c:pt idx="8670">
                  <c:v>8671</c:v>
                </c:pt>
                <c:pt idx="8671">
                  <c:v>8672</c:v>
                </c:pt>
                <c:pt idx="8672">
                  <c:v>8673</c:v>
                </c:pt>
                <c:pt idx="8673">
                  <c:v>8674</c:v>
                </c:pt>
                <c:pt idx="8674">
                  <c:v>8675</c:v>
                </c:pt>
                <c:pt idx="8675">
                  <c:v>8676</c:v>
                </c:pt>
                <c:pt idx="8676">
                  <c:v>8677</c:v>
                </c:pt>
                <c:pt idx="8677">
                  <c:v>8678</c:v>
                </c:pt>
                <c:pt idx="8678">
                  <c:v>8679</c:v>
                </c:pt>
                <c:pt idx="8679">
                  <c:v>8680</c:v>
                </c:pt>
                <c:pt idx="8680">
                  <c:v>8681</c:v>
                </c:pt>
                <c:pt idx="8681">
                  <c:v>8682</c:v>
                </c:pt>
                <c:pt idx="8682">
                  <c:v>8683</c:v>
                </c:pt>
                <c:pt idx="8683">
                  <c:v>8684</c:v>
                </c:pt>
                <c:pt idx="8684">
                  <c:v>8685</c:v>
                </c:pt>
                <c:pt idx="8685">
                  <c:v>8686</c:v>
                </c:pt>
                <c:pt idx="8686">
                  <c:v>8687</c:v>
                </c:pt>
                <c:pt idx="8687">
                  <c:v>8688</c:v>
                </c:pt>
                <c:pt idx="8688">
                  <c:v>8689</c:v>
                </c:pt>
                <c:pt idx="8689">
                  <c:v>8690</c:v>
                </c:pt>
                <c:pt idx="8690">
                  <c:v>8691</c:v>
                </c:pt>
                <c:pt idx="8691">
                  <c:v>8692</c:v>
                </c:pt>
                <c:pt idx="8692">
                  <c:v>8693</c:v>
                </c:pt>
                <c:pt idx="8693">
                  <c:v>8694</c:v>
                </c:pt>
                <c:pt idx="8694">
                  <c:v>8695</c:v>
                </c:pt>
                <c:pt idx="8695">
                  <c:v>8696</c:v>
                </c:pt>
                <c:pt idx="8696">
                  <c:v>8697</c:v>
                </c:pt>
                <c:pt idx="8697">
                  <c:v>8698</c:v>
                </c:pt>
                <c:pt idx="8698">
                  <c:v>8699</c:v>
                </c:pt>
                <c:pt idx="8699">
                  <c:v>8700</c:v>
                </c:pt>
                <c:pt idx="8700">
                  <c:v>8701</c:v>
                </c:pt>
                <c:pt idx="8701">
                  <c:v>8702</c:v>
                </c:pt>
                <c:pt idx="8702">
                  <c:v>8703</c:v>
                </c:pt>
                <c:pt idx="8703">
                  <c:v>8704</c:v>
                </c:pt>
                <c:pt idx="8704">
                  <c:v>8705</c:v>
                </c:pt>
                <c:pt idx="8705">
                  <c:v>8706</c:v>
                </c:pt>
                <c:pt idx="8706">
                  <c:v>8707</c:v>
                </c:pt>
                <c:pt idx="8707">
                  <c:v>8708</c:v>
                </c:pt>
                <c:pt idx="8708">
                  <c:v>8709</c:v>
                </c:pt>
                <c:pt idx="8709">
                  <c:v>8710</c:v>
                </c:pt>
                <c:pt idx="8710">
                  <c:v>8711</c:v>
                </c:pt>
                <c:pt idx="8711">
                  <c:v>8712</c:v>
                </c:pt>
                <c:pt idx="8712">
                  <c:v>8713</c:v>
                </c:pt>
                <c:pt idx="8713">
                  <c:v>8714</c:v>
                </c:pt>
                <c:pt idx="8714">
                  <c:v>8715</c:v>
                </c:pt>
                <c:pt idx="8715">
                  <c:v>8716</c:v>
                </c:pt>
                <c:pt idx="8716">
                  <c:v>8717</c:v>
                </c:pt>
                <c:pt idx="8717">
                  <c:v>8718</c:v>
                </c:pt>
                <c:pt idx="8718">
                  <c:v>8719</c:v>
                </c:pt>
                <c:pt idx="8719">
                  <c:v>8720</c:v>
                </c:pt>
                <c:pt idx="8720">
                  <c:v>8721</c:v>
                </c:pt>
                <c:pt idx="8721">
                  <c:v>8722</c:v>
                </c:pt>
                <c:pt idx="8722">
                  <c:v>8723</c:v>
                </c:pt>
                <c:pt idx="8723">
                  <c:v>8724</c:v>
                </c:pt>
                <c:pt idx="8724">
                  <c:v>8725</c:v>
                </c:pt>
                <c:pt idx="8725">
                  <c:v>8726</c:v>
                </c:pt>
                <c:pt idx="8726">
                  <c:v>8727</c:v>
                </c:pt>
                <c:pt idx="8727">
                  <c:v>8728</c:v>
                </c:pt>
                <c:pt idx="8728">
                  <c:v>8729</c:v>
                </c:pt>
                <c:pt idx="8729">
                  <c:v>8730</c:v>
                </c:pt>
                <c:pt idx="8730">
                  <c:v>8731</c:v>
                </c:pt>
                <c:pt idx="8731">
                  <c:v>8732</c:v>
                </c:pt>
                <c:pt idx="8732">
                  <c:v>8733</c:v>
                </c:pt>
                <c:pt idx="8733">
                  <c:v>8734</c:v>
                </c:pt>
                <c:pt idx="8734">
                  <c:v>8735</c:v>
                </c:pt>
                <c:pt idx="8735">
                  <c:v>8736</c:v>
                </c:pt>
                <c:pt idx="8736">
                  <c:v>8737</c:v>
                </c:pt>
                <c:pt idx="8737">
                  <c:v>8738</c:v>
                </c:pt>
                <c:pt idx="8738">
                  <c:v>8739</c:v>
                </c:pt>
                <c:pt idx="8739">
                  <c:v>8740</c:v>
                </c:pt>
                <c:pt idx="8740">
                  <c:v>8741</c:v>
                </c:pt>
                <c:pt idx="8741">
                  <c:v>8742</c:v>
                </c:pt>
                <c:pt idx="8742">
                  <c:v>8743</c:v>
                </c:pt>
                <c:pt idx="8743">
                  <c:v>8744</c:v>
                </c:pt>
                <c:pt idx="8744">
                  <c:v>8745</c:v>
                </c:pt>
                <c:pt idx="8745">
                  <c:v>8746</c:v>
                </c:pt>
                <c:pt idx="8746">
                  <c:v>8747</c:v>
                </c:pt>
                <c:pt idx="8747">
                  <c:v>8748</c:v>
                </c:pt>
                <c:pt idx="8748">
                  <c:v>8749</c:v>
                </c:pt>
                <c:pt idx="8749">
                  <c:v>8750</c:v>
                </c:pt>
                <c:pt idx="8750">
                  <c:v>8751</c:v>
                </c:pt>
                <c:pt idx="8751">
                  <c:v>8752</c:v>
                </c:pt>
                <c:pt idx="8752">
                  <c:v>8753</c:v>
                </c:pt>
                <c:pt idx="8753">
                  <c:v>8754</c:v>
                </c:pt>
                <c:pt idx="8754">
                  <c:v>8755</c:v>
                </c:pt>
                <c:pt idx="8755">
                  <c:v>8756</c:v>
                </c:pt>
                <c:pt idx="8756">
                  <c:v>8757</c:v>
                </c:pt>
                <c:pt idx="8757">
                  <c:v>8758</c:v>
                </c:pt>
                <c:pt idx="8758">
                  <c:v>8759</c:v>
                </c:pt>
                <c:pt idx="8759">
                  <c:v>8760</c:v>
                </c:pt>
                <c:pt idx="8760">
                  <c:v>8761</c:v>
                </c:pt>
                <c:pt idx="8761">
                  <c:v>8762</c:v>
                </c:pt>
                <c:pt idx="8762">
                  <c:v>8763</c:v>
                </c:pt>
                <c:pt idx="8763">
                  <c:v>8764</c:v>
                </c:pt>
                <c:pt idx="8764">
                  <c:v>8765</c:v>
                </c:pt>
                <c:pt idx="8765">
                  <c:v>8766</c:v>
                </c:pt>
                <c:pt idx="8766">
                  <c:v>8767</c:v>
                </c:pt>
                <c:pt idx="8767">
                  <c:v>8768</c:v>
                </c:pt>
                <c:pt idx="8768">
                  <c:v>8769</c:v>
                </c:pt>
                <c:pt idx="8769">
                  <c:v>8770</c:v>
                </c:pt>
                <c:pt idx="8770">
                  <c:v>8771</c:v>
                </c:pt>
                <c:pt idx="8771">
                  <c:v>8772</c:v>
                </c:pt>
                <c:pt idx="8772">
                  <c:v>8773</c:v>
                </c:pt>
                <c:pt idx="8773">
                  <c:v>8774</c:v>
                </c:pt>
                <c:pt idx="8774">
                  <c:v>8775</c:v>
                </c:pt>
                <c:pt idx="8775">
                  <c:v>8776</c:v>
                </c:pt>
                <c:pt idx="8776">
                  <c:v>8777</c:v>
                </c:pt>
                <c:pt idx="8777">
                  <c:v>8778</c:v>
                </c:pt>
                <c:pt idx="8778">
                  <c:v>8779</c:v>
                </c:pt>
                <c:pt idx="8779">
                  <c:v>8780</c:v>
                </c:pt>
                <c:pt idx="8780">
                  <c:v>8781</c:v>
                </c:pt>
                <c:pt idx="8781">
                  <c:v>8782</c:v>
                </c:pt>
                <c:pt idx="8782">
                  <c:v>8783</c:v>
                </c:pt>
                <c:pt idx="8783">
                  <c:v>8784</c:v>
                </c:pt>
                <c:pt idx="8784">
                  <c:v>8785</c:v>
                </c:pt>
                <c:pt idx="8785">
                  <c:v>8786</c:v>
                </c:pt>
                <c:pt idx="8786">
                  <c:v>8787</c:v>
                </c:pt>
                <c:pt idx="8787">
                  <c:v>8788</c:v>
                </c:pt>
                <c:pt idx="8788">
                  <c:v>8789</c:v>
                </c:pt>
                <c:pt idx="8789">
                  <c:v>8790</c:v>
                </c:pt>
                <c:pt idx="8790">
                  <c:v>8791</c:v>
                </c:pt>
                <c:pt idx="8791">
                  <c:v>8792</c:v>
                </c:pt>
                <c:pt idx="8792">
                  <c:v>8793</c:v>
                </c:pt>
                <c:pt idx="8793">
                  <c:v>8794</c:v>
                </c:pt>
                <c:pt idx="8794">
                  <c:v>8795</c:v>
                </c:pt>
                <c:pt idx="8795">
                  <c:v>8796</c:v>
                </c:pt>
                <c:pt idx="8796">
                  <c:v>8797</c:v>
                </c:pt>
                <c:pt idx="8797">
                  <c:v>8798</c:v>
                </c:pt>
                <c:pt idx="8798">
                  <c:v>8799</c:v>
                </c:pt>
                <c:pt idx="8799">
                  <c:v>8800</c:v>
                </c:pt>
                <c:pt idx="8800">
                  <c:v>8801</c:v>
                </c:pt>
                <c:pt idx="8801">
                  <c:v>8802</c:v>
                </c:pt>
                <c:pt idx="8802">
                  <c:v>8803</c:v>
                </c:pt>
                <c:pt idx="8803">
                  <c:v>8804</c:v>
                </c:pt>
                <c:pt idx="8804">
                  <c:v>8805</c:v>
                </c:pt>
                <c:pt idx="8805">
                  <c:v>8806</c:v>
                </c:pt>
                <c:pt idx="8806">
                  <c:v>8807</c:v>
                </c:pt>
                <c:pt idx="8807">
                  <c:v>8808</c:v>
                </c:pt>
                <c:pt idx="8808">
                  <c:v>8809</c:v>
                </c:pt>
                <c:pt idx="8809">
                  <c:v>8810</c:v>
                </c:pt>
                <c:pt idx="8810">
                  <c:v>8811</c:v>
                </c:pt>
                <c:pt idx="8811">
                  <c:v>8812</c:v>
                </c:pt>
                <c:pt idx="8812">
                  <c:v>8813</c:v>
                </c:pt>
                <c:pt idx="8813">
                  <c:v>8814</c:v>
                </c:pt>
                <c:pt idx="8814">
                  <c:v>8815</c:v>
                </c:pt>
                <c:pt idx="8815">
                  <c:v>8816</c:v>
                </c:pt>
                <c:pt idx="8816">
                  <c:v>8817</c:v>
                </c:pt>
                <c:pt idx="8817">
                  <c:v>8818</c:v>
                </c:pt>
                <c:pt idx="8818">
                  <c:v>8819</c:v>
                </c:pt>
                <c:pt idx="8819">
                  <c:v>8820</c:v>
                </c:pt>
                <c:pt idx="8820">
                  <c:v>8821</c:v>
                </c:pt>
                <c:pt idx="8821">
                  <c:v>8822</c:v>
                </c:pt>
                <c:pt idx="8822">
                  <c:v>8823</c:v>
                </c:pt>
                <c:pt idx="8823">
                  <c:v>8824</c:v>
                </c:pt>
                <c:pt idx="8824">
                  <c:v>8825</c:v>
                </c:pt>
                <c:pt idx="8825">
                  <c:v>8826</c:v>
                </c:pt>
                <c:pt idx="8826">
                  <c:v>8827</c:v>
                </c:pt>
                <c:pt idx="8827">
                  <c:v>8828</c:v>
                </c:pt>
                <c:pt idx="8828">
                  <c:v>8829</c:v>
                </c:pt>
                <c:pt idx="8829">
                  <c:v>8830</c:v>
                </c:pt>
                <c:pt idx="8830">
                  <c:v>8831</c:v>
                </c:pt>
                <c:pt idx="8831">
                  <c:v>8832</c:v>
                </c:pt>
                <c:pt idx="8832">
                  <c:v>8833</c:v>
                </c:pt>
                <c:pt idx="8833">
                  <c:v>8834</c:v>
                </c:pt>
                <c:pt idx="8834">
                  <c:v>8835</c:v>
                </c:pt>
                <c:pt idx="8835">
                  <c:v>8836</c:v>
                </c:pt>
                <c:pt idx="8836">
                  <c:v>8837</c:v>
                </c:pt>
                <c:pt idx="8837">
                  <c:v>8838</c:v>
                </c:pt>
                <c:pt idx="8838">
                  <c:v>8839</c:v>
                </c:pt>
                <c:pt idx="8839">
                  <c:v>8840</c:v>
                </c:pt>
                <c:pt idx="8840">
                  <c:v>8841</c:v>
                </c:pt>
                <c:pt idx="8841">
                  <c:v>8842</c:v>
                </c:pt>
                <c:pt idx="8842">
                  <c:v>8843</c:v>
                </c:pt>
                <c:pt idx="8843">
                  <c:v>8844</c:v>
                </c:pt>
                <c:pt idx="8844">
                  <c:v>8845</c:v>
                </c:pt>
                <c:pt idx="8845">
                  <c:v>8846</c:v>
                </c:pt>
                <c:pt idx="8846">
                  <c:v>8847</c:v>
                </c:pt>
                <c:pt idx="8847">
                  <c:v>8848</c:v>
                </c:pt>
                <c:pt idx="8848">
                  <c:v>8849</c:v>
                </c:pt>
                <c:pt idx="8849">
                  <c:v>8850</c:v>
                </c:pt>
                <c:pt idx="8850">
                  <c:v>8851</c:v>
                </c:pt>
                <c:pt idx="8851">
                  <c:v>8852</c:v>
                </c:pt>
                <c:pt idx="8852">
                  <c:v>8853</c:v>
                </c:pt>
                <c:pt idx="8853">
                  <c:v>8854</c:v>
                </c:pt>
                <c:pt idx="8854">
                  <c:v>8855</c:v>
                </c:pt>
                <c:pt idx="8855">
                  <c:v>8856</c:v>
                </c:pt>
                <c:pt idx="8856">
                  <c:v>8857</c:v>
                </c:pt>
                <c:pt idx="8857">
                  <c:v>8858</c:v>
                </c:pt>
                <c:pt idx="8858">
                  <c:v>8859</c:v>
                </c:pt>
                <c:pt idx="8859">
                  <c:v>8860</c:v>
                </c:pt>
                <c:pt idx="8860">
                  <c:v>8861</c:v>
                </c:pt>
                <c:pt idx="8861">
                  <c:v>8862</c:v>
                </c:pt>
                <c:pt idx="8862">
                  <c:v>8863</c:v>
                </c:pt>
                <c:pt idx="8863">
                  <c:v>8864</c:v>
                </c:pt>
                <c:pt idx="8864">
                  <c:v>8865</c:v>
                </c:pt>
                <c:pt idx="8865">
                  <c:v>8866</c:v>
                </c:pt>
                <c:pt idx="8866">
                  <c:v>8867</c:v>
                </c:pt>
                <c:pt idx="8867">
                  <c:v>8868</c:v>
                </c:pt>
                <c:pt idx="8868">
                  <c:v>8869</c:v>
                </c:pt>
                <c:pt idx="8869">
                  <c:v>8870</c:v>
                </c:pt>
                <c:pt idx="8870">
                  <c:v>8871</c:v>
                </c:pt>
                <c:pt idx="8871">
                  <c:v>8872</c:v>
                </c:pt>
                <c:pt idx="8872">
                  <c:v>8873</c:v>
                </c:pt>
                <c:pt idx="8873">
                  <c:v>8874</c:v>
                </c:pt>
                <c:pt idx="8874">
                  <c:v>8875</c:v>
                </c:pt>
                <c:pt idx="8875">
                  <c:v>8876</c:v>
                </c:pt>
                <c:pt idx="8876">
                  <c:v>8877</c:v>
                </c:pt>
                <c:pt idx="8877">
                  <c:v>8878</c:v>
                </c:pt>
                <c:pt idx="8878">
                  <c:v>8879</c:v>
                </c:pt>
                <c:pt idx="8879">
                  <c:v>8880</c:v>
                </c:pt>
                <c:pt idx="8880">
                  <c:v>8881</c:v>
                </c:pt>
                <c:pt idx="8881">
                  <c:v>8882</c:v>
                </c:pt>
                <c:pt idx="8882">
                  <c:v>8883</c:v>
                </c:pt>
                <c:pt idx="8883">
                  <c:v>8884</c:v>
                </c:pt>
                <c:pt idx="8884">
                  <c:v>8885</c:v>
                </c:pt>
                <c:pt idx="8885">
                  <c:v>8886</c:v>
                </c:pt>
                <c:pt idx="8886">
                  <c:v>8887</c:v>
                </c:pt>
                <c:pt idx="8887">
                  <c:v>8888</c:v>
                </c:pt>
                <c:pt idx="8888">
                  <c:v>8889</c:v>
                </c:pt>
                <c:pt idx="8889">
                  <c:v>8890</c:v>
                </c:pt>
                <c:pt idx="8890">
                  <c:v>8891</c:v>
                </c:pt>
                <c:pt idx="8891">
                  <c:v>8892</c:v>
                </c:pt>
                <c:pt idx="8892">
                  <c:v>8893</c:v>
                </c:pt>
                <c:pt idx="8893">
                  <c:v>8894</c:v>
                </c:pt>
                <c:pt idx="8894">
                  <c:v>8895</c:v>
                </c:pt>
                <c:pt idx="8895">
                  <c:v>8896</c:v>
                </c:pt>
                <c:pt idx="8896">
                  <c:v>8897</c:v>
                </c:pt>
                <c:pt idx="8897">
                  <c:v>8898</c:v>
                </c:pt>
                <c:pt idx="8898">
                  <c:v>8899</c:v>
                </c:pt>
                <c:pt idx="8899">
                  <c:v>8900</c:v>
                </c:pt>
                <c:pt idx="8900">
                  <c:v>8901</c:v>
                </c:pt>
                <c:pt idx="8901">
                  <c:v>8902</c:v>
                </c:pt>
                <c:pt idx="8902">
                  <c:v>8903</c:v>
                </c:pt>
                <c:pt idx="8903">
                  <c:v>8904</c:v>
                </c:pt>
                <c:pt idx="8904">
                  <c:v>8905</c:v>
                </c:pt>
                <c:pt idx="8905">
                  <c:v>8906</c:v>
                </c:pt>
                <c:pt idx="8906">
                  <c:v>8907</c:v>
                </c:pt>
                <c:pt idx="8907">
                  <c:v>8908</c:v>
                </c:pt>
                <c:pt idx="8908">
                  <c:v>8909</c:v>
                </c:pt>
                <c:pt idx="8909">
                  <c:v>8910</c:v>
                </c:pt>
                <c:pt idx="8910">
                  <c:v>8911</c:v>
                </c:pt>
                <c:pt idx="8911">
                  <c:v>8912</c:v>
                </c:pt>
                <c:pt idx="8912">
                  <c:v>8913</c:v>
                </c:pt>
                <c:pt idx="8913">
                  <c:v>8914</c:v>
                </c:pt>
                <c:pt idx="8914">
                  <c:v>8915</c:v>
                </c:pt>
                <c:pt idx="8915">
                  <c:v>8916</c:v>
                </c:pt>
                <c:pt idx="8916">
                  <c:v>8917</c:v>
                </c:pt>
                <c:pt idx="8917">
                  <c:v>8918</c:v>
                </c:pt>
                <c:pt idx="8918">
                  <c:v>8919</c:v>
                </c:pt>
                <c:pt idx="8919">
                  <c:v>8920</c:v>
                </c:pt>
                <c:pt idx="8920">
                  <c:v>8921</c:v>
                </c:pt>
                <c:pt idx="8921">
                  <c:v>8922</c:v>
                </c:pt>
                <c:pt idx="8922">
                  <c:v>8923</c:v>
                </c:pt>
                <c:pt idx="8923">
                  <c:v>8924</c:v>
                </c:pt>
                <c:pt idx="8924">
                  <c:v>8925</c:v>
                </c:pt>
                <c:pt idx="8925">
                  <c:v>8926</c:v>
                </c:pt>
                <c:pt idx="8926">
                  <c:v>8927</c:v>
                </c:pt>
                <c:pt idx="8927">
                  <c:v>8928</c:v>
                </c:pt>
                <c:pt idx="8928">
                  <c:v>8929</c:v>
                </c:pt>
                <c:pt idx="8929">
                  <c:v>8930</c:v>
                </c:pt>
                <c:pt idx="8930">
                  <c:v>8931</c:v>
                </c:pt>
                <c:pt idx="8931">
                  <c:v>8932</c:v>
                </c:pt>
                <c:pt idx="8932">
                  <c:v>8933</c:v>
                </c:pt>
                <c:pt idx="8933">
                  <c:v>8934</c:v>
                </c:pt>
                <c:pt idx="8934">
                  <c:v>8935</c:v>
                </c:pt>
                <c:pt idx="8935">
                  <c:v>8936</c:v>
                </c:pt>
                <c:pt idx="8936">
                  <c:v>8937</c:v>
                </c:pt>
                <c:pt idx="8937">
                  <c:v>8938</c:v>
                </c:pt>
                <c:pt idx="8938">
                  <c:v>8939</c:v>
                </c:pt>
                <c:pt idx="8939">
                  <c:v>8940</c:v>
                </c:pt>
                <c:pt idx="8940">
                  <c:v>8941</c:v>
                </c:pt>
                <c:pt idx="8941">
                  <c:v>8942</c:v>
                </c:pt>
                <c:pt idx="8942">
                  <c:v>8943</c:v>
                </c:pt>
                <c:pt idx="8943">
                  <c:v>8944</c:v>
                </c:pt>
                <c:pt idx="8944">
                  <c:v>8945</c:v>
                </c:pt>
                <c:pt idx="8945">
                  <c:v>8946</c:v>
                </c:pt>
                <c:pt idx="8946">
                  <c:v>8947</c:v>
                </c:pt>
                <c:pt idx="8947">
                  <c:v>8948</c:v>
                </c:pt>
                <c:pt idx="8948">
                  <c:v>8949</c:v>
                </c:pt>
                <c:pt idx="8949">
                  <c:v>8950</c:v>
                </c:pt>
                <c:pt idx="8950">
                  <c:v>8951</c:v>
                </c:pt>
                <c:pt idx="8951">
                  <c:v>8952</c:v>
                </c:pt>
                <c:pt idx="8952">
                  <c:v>8953</c:v>
                </c:pt>
                <c:pt idx="8953">
                  <c:v>8954</c:v>
                </c:pt>
                <c:pt idx="8954">
                  <c:v>8955</c:v>
                </c:pt>
                <c:pt idx="8955">
                  <c:v>8956</c:v>
                </c:pt>
                <c:pt idx="8956">
                  <c:v>8957</c:v>
                </c:pt>
                <c:pt idx="8957">
                  <c:v>8958</c:v>
                </c:pt>
                <c:pt idx="8958">
                  <c:v>8959</c:v>
                </c:pt>
                <c:pt idx="8959">
                  <c:v>8960</c:v>
                </c:pt>
                <c:pt idx="8960">
                  <c:v>8961</c:v>
                </c:pt>
                <c:pt idx="8961">
                  <c:v>8962</c:v>
                </c:pt>
                <c:pt idx="8962">
                  <c:v>8963</c:v>
                </c:pt>
                <c:pt idx="8963">
                  <c:v>8964</c:v>
                </c:pt>
                <c:pt idx="8964">
                  <c:v>8965</c:v>
                </c:pt>
                <c:pt idx="8965">
                  <c:v>8966</c:v>
                </c:pt>
                <c:pt idx="8966">
                  <c:v>8967</c:v>
                </c:pt>
                <c:pt idx="8967">
                  <c:v>8968</c:v>
                </c:pt>
                <c:pt idx="8968">
                  <c:v>8969</c:v>
                </c:pt>
                <c:pt idx="8969">
                  <c:v>8970</c:v>
                </c:pt>
                <c:pt idx="8970">
                  <c:v>8971</c:v>
                </c:pt>
                <c:pt idx="8971">
                  <c:v>8972</c:v>
                </c:pt>
                <c:pt idx="8972">
                  <c:v>8973</c:v>
                </c:pt>
                <c:pt idx="8973">
                  <c:v>8974</c:v>
                </c:pt>
                <c:pt idx="8974">
                  <c:v>8975</c:v>
                </c:pt>
                <c:pt idx="8975">
                  <c:v>8976</c:v>
                </c:pt>
                <c:pt idx="8976">
                  <c:v>8977</c:v>
                </c:pt>
                <c:pt idx="8977">
                  <c:v>8978</c:v>
                </c:pt>
                <c:pt idx="8978">
                  <c:v>8979</c:v>
                </c:pt>
                <c:pt idx="8979">
                  <c:v>8980</c:v>
                </c:pt>
                <c:pt idx="8980">
                  <c:v>8981</c:v>
                </c:pt>
                <c:pt idx="8981">
                  <c:v>8982</c:v>
                </c:pt>
                <c:pt idx="8982">
                  <c:v>8983</c:v>
                </c:pt>
                <c:pt idx="8983">
                  <c:v>8984</c:v>
                </c:pt>
                <c:pt idx="8984">
                  <c:v>8985</c:v>
                </c:pt>
                <c:pt idx="8985">
                  <c:v>8986</c:v>
                </c:pt>
                <c:pt idx="8986">
                  <c:v>8987</c:v>
                </c:pt>
                <c:pt idx="8987">
                  <c:v>8988</c:v>
                </c:pt>
                <c:pt idx="8988">
                  <c:v>8989</c:v>
                </c:pt>
                <c:pt idx="8989">
                  <c:v>8990</c:v>
                </c:pt>
                <c:pt idx="8990">
                  <c:v>8991</c:v>
                </c:pt>
                <c:pt idx="8991">
                  <c:v>8992</c:v>
                </c:pt>
                <c:pt idx="8992">
                  <c:v>8993</c:v>
                </c:pt>
                <c:pt idx="8993">
                  <c:v>8994</c:v>
                </c:pt>
                <c:pt idx="8994">
                  <c:v>8995</c:v>
                </c:pt>
                <c:pt idx="8995">
                  <c:v>8996</c:v>
                </c:pt>
                <c:pt idx="8996">
                  <c:v>8997</c:v>
                </c:pt>
                <c:pt idx="8997">
                  <c:v>8998</c:v>
                </c:pt>
                <c:pt idx="8998">
                  <c:v>8999</c:v>
                </c:pt>
                <c:pt idx="8999">
                  <c:v>9000</c:v>
                </c:pt>
                <c:pt idx="9000">
                  <c:v>9001</c:v>
                </c:pt>
                <c:pt idx="9001">
                  <c:v>9002</c:v>
                </c:pt>
                <c:pt idx="9002">
                  <c:v>9003</c:v>
                </c:pt>
                <c:pt idx="9003">
                  <c:v>9004</c:v>
                </c:pt>
                <c:pt idx="9004">
                  <c:v>9005</c:v>
                </c:pt>
                <c:pt idx="9005">
                  <c:v>9006</c:v>
                </c:pt>
                <c:pt idx="9006">
                  <c:v>9007</c:v>
                </c:pt>
                <c:pt idx="9007">
                  <c:v>9008</c:v>
                </c:pt>
                <c:pt idx="9008">
                  <c:v>9009</c:v>
                </c:pt>
                <c:pt idx="9009">
                  <c:v>9010</c:v>
                </c:pt>
                <c:pt idx="9010">
                  <c:v>9011</c:v>
                </c:pt>
                <c:pt idx="9011">
                  <c:v>9012</c:v>
                </c:pt>
                <c:pt idx="9012">
                  <c:v>9013</c:v>
                </c:pt>
                <c:pt idx="9013">
                  <c:v>9014</c:v>
                </c:pt>
                <c:pt idx="9014">
                  <c:v>9015</c:v>
                </c:pt>
                <c:pt idx="9015">
                  <c:v>9016</c:v>
                </c:pt>
                <c:pt idx="9016">
                  <c:v>9017</c:v>
                </c:pt>
                <c:pt idx="9017">
                  <c:v>9018</c:v>
                </c:pt>
                <c:pt idx="9018">
                  <c:v>9019</c:v>
                </c:pt>
                <c:pt idx="9019">
                  <c:v>9020</c:v>
                </c:pt>
                <c:pt idx="9020">
                  <c:v>9021</c:v>
                </c:pt>
                <c:pt idx="9021">
                  <c:v>9022</c:v>
                </c:pt>
                <c:pt idx="9022">
                  <c:v>9023</c:v>
                </c:pt>
                <c:pt idx="9023">
                  <c:v>9024</c:v>
                </c:pt>
                <c:pt idx="9024">
                  <c:v>9025</c:v>
                </c:pt>
                <c:pt idx="9025">
                  <c:v>9026</c:v>
                </c:pt>
                <c:pt idx="9026">
                  <c:v>9027</c:v>
                </c:pt>
                <c:pt idx="9027">
                  <c:v>9028</c:v>
                </c:pt>
                <c:pt idx="9028">
                  <c:v>9029</c:v>
                </c:pt>
                <c:pt idx="9029">
                  <c:v>9030</c:v>
                </c:pt>
                <c:pt idx="9030">
                  <c:v>9031</c:v>
                </c:pt>
                <c:pt idx="9031">
                  <c:v>9032</c:v>
                </c:pt>
                <c:pt idx="9032">
                  <c:v>9033</c:v>
                </c:pt>
                <c:pt idx="9033">
                  <c:v>9034</c:v>
                </c:pt>
                <c:pt idx="9034">
                  <c:v>9035</c:v>
                </c:pt>
                <c:pt idx="9035">
                  <c:v>9036</c:v>
                </c:pt>
                <c:pt idx="9036">
                  <c:v>9037</c:v>
                </c:pt>
                <c:pt idx="9037">
                  <c:v>9038</c:v>
                </c:pt>
                <c:pt idx="9038">
                  <c:v>9039</c:v>
                </c:pt>
                <c:pt idx="9039">
                  <c:v>9040</c:v>
                </c:pt>
                <c:pt idx="9040">
                  <c:v>9041</c:v>
                </c:pt>
                <c:pt idx="9041">
                  <c:v>9042</c:v>
                </c:pt>
                <c:pt idx="9042">
                  <c:v>9043</c:v>
                </c:pt>
                <c:pt idx="9043">
                  <c:v>9044</c:v>
                </c:pt>
                <c:pt idx="9044">
                  <c:v>9045</c:v>
                </c:pt>
                <c:pt idx="9045">
                  <c:v>9046</c:v>
                </c:pt>
                <c:pt idx="9046">
                  <c:v>9047</c:v>
                </c:pt>
                <c:pt idx="9047">
                  <c:v>9048</c:v>
                </c:pt>
                <c:pt idx="9048">
                  <c:v>9049</c:v>
                </c:pt>
                <c:pt idx="9049">
                  <c:v>9050</c:v>
                </c:pt>
                <c:pt idx="9050">
                  <c:v>9051</c:v>
                </c:pt>
                <c:pt idx="9051">
                  <c:v>9052</c:v>
                </c:pt>
                <c:pt idx="9052">
                  <c:v>9053</c:v>
                </c:pt>
                <c:pt idx="9053">
                  <c:v>9054</c:v>
                </c:pt>
                <c:pt idx="9054">
                  <c:v>9055</c:v>
                </c:pt>
                <c:pt idx="9055">
                  <c:v>9056</c:v>
                </c:pt>
                <c:pt idx="9056">
                  <c:v>9057</c:v>
                </c:pt>
                <c:pt idx="9057">
                  <c:v>9058</c:v>
                </c:pt>
                <c:pt idx="9058">
                  <c:v>9059</c:v>
                </c:pt>
                <c:pt idx="9059">
                  <c:v>9060</c:v>
                </c:pt>
                <c:pt idx="9060">
                  <c:v>9061</c:v>
                </c:pt>
                <c:pt idx="9061">
                  <c:v>9062</c:v>
                </c:pt>
                <c:pt idx="9062">
                  <c:v>9063</c:v>
                </c:pt>
                <c:pt idx="9063">
                  <c:v>9064</c:v>
                </c:pt>
                <c:pt idx="9064">
                  <c:v>9065</c:v>
                </c:pt>
                <c:pt idx="9065">
                  <c:v>9066</c:v>
                </c:pt>
                <c:pt idx="9066">
                  <c:v>9067</c:v>
                </c:pt>
                <c:pt idx="9067">
                  <c:v>9068</c:v>
                </c:pt>
                <c:pt idx="9068">
                  <c:v>9069</c:v>
                </c:pt>
                <c:pt idx="9069">
                  <c:v>9070</c:v>
                </c:pt>
                <c:pt idx="9070">
                  <c:v>9071</c:v>
                </c:pt>
                <c:pt idx="9071">
                  <c:v>9072</c:v>
                </c:pt>
                <c:pt idx="9072">
                  <c:v>9073</c:v>
                </c:pt>
                <c:pt idx="9073">
                  <c:v>9074</c:v>
                </c:pt>
                <c:pt idx="9074">
                  <c:v>9075</c:v>
                </c:pt>
                <c:pt idx="9075">
                  <c:v>9076</c:v>
                </c:pt>
                <c:pt idx="9076">
                  <c:v>9077</c:v>
                </c:pt>
                <c:pt idx="9077">
                  <c:v>9078</c:v>
                </c:pt>
                <c:pt idx="9078">
                  <c:v>9079</c:v>
                </c:pt>
                <c:pt idx="9079">
                  <c:v>9080</c:v>
                </c:pt>
                <c:pt idx="9080">
                  <c:v>9081</c:v>
                </c:pt>
                <c:pt idx="9081">
                  <c:v>9082</c:v>
                </c:pt>
                <c:pt idx="9082">
                  <c:v>9083</c:v>
                </c:pt>
                <c:pt idx="9083">
                  <c:v>9084</c:v>
                </c:pt>
                <c:pt idx="9084">
                  <c:v>9085</c:v>
                </c:pt>
                <c:pt idx="9085">
                  <c:v>9086</c:v>
                </c:pt>
                <c:pt idx="9086">
                  <c:v>9087</c:v>
                </c:pt>
                <c:pt idx="9087">
                  <c:v>9088</c:v>
                </c:pt>
                <c:pt idx="9088">
                  <c:v>9089</c:v>
                </c:pt>
                <c:pt idx="9089">
                  <c:v>9090</c:v>
                </c:pt>
                <c:pt idx="9090">
                  <c:v>9091</c:v>
                </c:pt>
                <c:pt idx="9091">
                  <c:v>9092</c:v>
                </c:pt>
                <c:pt idx="9092">
                  <c:v>9093</c:v>
                </c:pt>
                <c:pt idx="9093">
                  <c:v>9094</c:v>
                </c:pt>
                <c:pt idx="9094">
                  <c:v>9095</c:v>
                </c:pt>
                <c:pt idx="9095">
                  <c:v>9096</c:v>
                </c:pt>
                <c:pt idx="9096">
                  <c:v>9097</c:v>
                </c:pt>
                <c:pt idx="9097">
                  <c:v>9098</c:v>
                </c:pt>
                <c:pt idx="9098">
                  <c:v>9099</c:v>
                </c:pt>
                <c:pt idx="9099">
                  <c:v>9100</c:v>
                </c:pt>
                <c:pt idx="9100">
                  <c:v>9101</c:v>
                </c:pt>
                <c:pt idx="9101">
                  <c:v>9102</c:v>
                </c:pt>
                <c:pt idx="9102">
                  <c:v>9103</c:v>
                </c:pt>
                <c:pt idx="9103">
                  <c:v>9104</c:v>
                </c:pt>
                <c:pt idx="9104">
                  <c:v>9105</c:v>
                </c:pt>
                <c:pt idx="9105">
                  <c:v>9106</c:v>
                </c:pt>
                <c:pt idx="9106">
                  <c:v>9107</c:v>
                </c:pt>
                <c:pt idx="9107">
                  <c:v>9108</c:v>
                </c:pt>
                <c:pt idx="9108">
                  <c:v>9109</c:v>
                </c:pt>
                <c:pt idx="9109">
                  <c:v>9110</c:v>
                </c:pt>
                <c:pt idx="9110">
                  <c:v>9111</c:v>
                </c:pt>
                <c:pt idx="9111">
                  <c:v>9112</c:v>
                </c:pt>
                <c:pt idx="9112">
                  <c:v>9113</c:v>
                </c:pt>
                <c:pt idx="9113">
                  <c:v>9114</c:v>
                </c:pt>
                <c:pt idx="9114">
                  <c:v>9115</c:v>
                </c:pt>
                <c:pt idx="9115">
                  <c:v>9116</c:v>
                </c:pt>
                <c:pt idx="9116">
                  <c:v>9117</c:v>
                </c:pt>
                <c:pt idx="9117">
                  <c:v>9118</c:v>
                </c:pt>
                <c:pt idx="9118">
                  <c:v>9119</c:v>
                </c:pt>
                <c:pt idx="9119">
                  <c:v>9120</c:v>
                </c:pt>
                <c:pt idx="9120">
                  <c:v>9121</c:v>
                </c:pt>
                <c:pt idx="9121">
                  <c:v>9122</c:v>
                </c:pt>
                <c:pt idx="9122">
                  <c:v>9123</c:v>
                </c:pt>
                <c:pt idx="9123">
                  <c:v>9124</c:v>
                </c:pt>
                <c:pt idx="9124">
                  <c:v>9125</c:v>
                </c:pt>
                <c:pt idx="9125">
                  <c:v>9126</c:v>
                </c:pt>
                <c:pt idx="9126">
                  <c:v>9127</c:v>
                </c:pt>
                <c:pt idx="9127">
                  <c:v>9128</c:v>
                </c:pt>
                <c:pt idx="9128">
                  <c:v>9129</c:v>
                </c:pt>
                <c:pt idx="9129">
                  <c:v>9130</c:v>
                </c:pt>
                <c:pt idx="9130">
                  <c:v>9131</c:v>
                </c:pt>
                <c:pt idx="9131">
                  <c:v>9132</c:v>
                </c:pt>
                <c:pt idx="9132">
                  <c:v>9133</c:v>
                </c:pt>
                <c:pt idx="9133">
                  <c:v>9134</c:v>
                </c:pt>
                <c:pt idx="9134">
                  <c:v>9135</c:v>
                </c:pt>
                <c:pt idx="9135">
                  <c:v>9136</c:v>
                </c:pt>
                <c:pt idx="9136">
                  <c:v>9137</c:v>
                </c:pt>
                <c:pt idx="9137">
                  <c:v>9138</c:v>
                </c:pt>
                <c:pt idx="9138">
                  <c:v>9139</c:v>
                </c:pt>
                <c:pt idx="9139">
                  <c:v>9140</c:v>
                </c:pt>
                <c:pt idx="9140">
                  <c:v>9141</c:v>
                </c:pt>
                <c:pt idx="9141">
                  <c:v>9142</c:v>
                </c:pt>
                <c:pt idx="9142">
                  <c:v>9143</c:v>
                </c:pt>
                <c:pt idx="9143">
                  <c:v>9144</c:v>
                </c:pt>
                <c:pt idx="9144">
                  <c:v>9145</c:v>
                </c:pt>
                <c:pt idx="9145">
                  <c:v>9146</c:v>
                </c:pt>
                <c:pt idx="9146">
                  <c:v>9147</c:v>
                </c:pt>
                <c:pt idx="9147">
                  <c:v>9148</c:v>
                </c:pt>
                <c:pt idx="9148">
                  <c:v>9149</c:v>
                </c:pt>
                <c:pt idx="9149">
                  <c:v>9150</c:v>
                </c:pt>
                <c:pt idx="9150">
                  <c:v>9151</c:v>
                </c:pt>
                <c:pt idx="9151">
                  <c:v>9152</c:v>
                </c:pt>
                <c:pt idx="9152">
                  <c:v>9153</c:v>
                </c:pt>
                <c:pt idx="9153">
                  <c:v>9154</c:v>
                </c:pt>
                <c:pt idx="9154">
                  <c:v>9155</c:v>
                </c:pt>
                <c:pt idx="9155">
                  <c:v>9156</c:v>
                </c:pt>
                <c:pt idx="9156">
                  <c:v>9157</c:v>
                </c:pt>
                <c:pt idx="9157">
                  <c:v>9158</c:v>
                </c:pt>
                <c:pt idx="9158">
                  <c:v>9159</c:v>
                </c:pt>
                <c:pt idx="9159">
                  <c:v>9160</c:v>
                </c:pt>
                <c:pt idx="9160">
                  <c:v>9161</c:v>
                </c:pt>
                <c:pt idx="9161">
                  <c:v>9162</c:v>
                </c:pt>
                <c:pt idx="9162">
                  <c:v>9163</c:v>
                </c:pt>
                <c:pt idx="9163">
                  <c:v>9164</c:v>
                </c:pt>
                <c:pt idx="9164">
                  <c:v>9165</c:v>
                </c:pt>
                <c:pt idx="9165">
                  <c:v>9166</c:v>
                </c:pt>
                <c:pt idx="9166">
                  <c:v>9167</c:v>
                </c:pt>
                <c:pt idx="9167">
                  <c:v>9168</c:v>
                </c:pt>
                <c:pt idx="9168">
                  <c:v>9169</c:v>
                </c:pt>
                <c:pt idx="9169">
                  <c:v>9170</c:v>
                </c:pt>
                <c:pt idx="9170">
                  <c:v>9171</c:v>
                </c:pt>
                <c:pt idx="9171">
                  <c:v>9172</c:v>
                </c:pt>
                <c:pt idx="9172">
                  <c:v>9173</c:v>
                </c:pt>
                <c:pt idx="9173">
                  <c:v>9174</c:v>
                </c:pt>
                <c:pt idx="9174">
                  <c:v>9175</c:v>
                </c:pt>
                <c:pt idx="9175">
                  <c:v>9176</c:v>
                </c:pt>
                <c:pt idx="9176">
                  <c:v>9177</c:v>
                </c:pt>
                <c:pt idx="9177">
                  <c:v>9178</c:v>
                </c:pt>
                <c:pt idx="9178">
                  <c:v>9179</c:v>
                </c:pt>
                <c:pt idx="9179">
                  <c:v>9180</c:v>
                </c:pt>
                <c:pt idx="9180">
                  <c:v>9181</c:v>
                </c:pt>
                <c:pt idx="9181">
                  <c:v>9182</c:v>
                </c:pt>
                <c:pt idx="9182">
                  <c:v>9183</c:v>
                </c:pt>
                <c:pt idx="9183">
                  <c:v>9184</c:v>
                </c:pt>
                <c:pt idx="9184">
                  <c:v>9185</c:v>
                </c:pt>
                <c:pt idx="9185">
                  <c:v>9186</c:v>
                </c:pt>
                <c:pt idx="9186">
                  <c:v>9187</c:v>
                </c:pt>
                <c:pt idx="9187">
                  <c:v>9188</c:v>
                </c:pt>
                <c:pt idx="9188">
                  <c:v>9189</c:v>
                </c:pt>
                <c:pt idx="9189">
                  <c:v>9190</c:v>
                </c:pt>
                <c:pt idx="9190">
                  <c:v>9191</c:v>
                </c:pt>
                <c:pt idx="9191">
                  <c:v>9192</c:v>
                </c:pt>
                <c:pt idx="9192">
                  <c:v>9193</c:v>
                </c:pt>
                <c:pt idx="9193">
                  <c:v>9194</c:v>
                </c:pt>
                <c:pt idx="9194">
                  <c:v>9195</c:v>
                </c:pt>
                <c:pt idx="9195">
                  <c:v>9196</c:v>
                </c:pt>
                <c:pt idx="9196">
                  <c:v>9197</c:v>
                </c:pt>
                <c:pt idx="9197">
                  <c:v>9198</c:v>
                </c:pt>
                <c:pt idx="9198">
                  <c:v>9199</c:v>
                </c:pt>
                <c:pt idx="9199">
                  <c:v>9200</c:v>
                </c:pt>
                <c:pt idx="9200">
                  <c:v>9201</c:v>
                </c:pt>
                <c:pt idx="9201">
                  <c:v>9202</c:v>
                </c:pt>
                <c:pt idx="9202">
                  <c:v>9203</c:v>
                </c:pt>
                <c:pt idx="9203">
                  <c:v>9204</c:v>
                </c:pt>
                <c:pt idx="9204">
                  <c:v>9205</c:v>
                </c:pt>
                <c:pt idx="9205">
                  <c:v>9206</c:v>
                </c:pt>
                <c:pt idx="9206">
                  <c:v>9207</c:v>
                </c:pt>
                <c:pt idx="9207">
                  <c:v>9208</c:v>
                </c:pt>
                <c:pt idx="9208">
                  <c:v>9209</c:v>
                </c:pt>
                <c:pt idx="9209">
                  <c:v>9210</c:v>
                </c:pt>
                <c:pt idx="9210">
                  <c:v>9211</c:v>
                </c:pt>
                <c:pt idx="9211">
                  <c:v>9212</c:v>
                </c:pt>
                <c:pt idx="9212">
                  <c:v>9213</c:v>
                </c:pt>
                <c:pt idx="9213">
                  <c:v>9214</c:v>
                </c:pt>
                <c:pt idx="9214">
                  <c:v>9215</c:v>
                </c:pt>
                <c:pt idx="9215">
                  <c:v>9216</c:v>
                </c:pt>
                <c:pt idx="9216">
                  <c:v>9217</c:v>
                </c:pt>
                <c:pt idx="9217">
                  <c:v>9218</c:v>
                </c:pt>
                <c:pt idx="9218">
                  <c:v>9219</c:v>
                </c:pt>
                <c:pt idx="9219">
                  <c:v>9220</c:v>
                </c:pt>
                <c:pt idx="9220">
                  <c:v>9221</c:v>
                </c:pt>
                <c:pt idx="9221">
                  <c:v>9222</c:v>
                </c:pt>
                <c:pt idx="9222">
                  <c:v>9223</c:v>
                </c:pt>
                <c:pt idx="9223">
                  <c:v>9224</c:v>
                </c:pt>
                <c:pt idx="9224">
                  <c:v>9225</c:v>
                </c:pt>
                <c:pt idx="9225">
                  <c:v>9226</c:v>
                </c:pt>
                <c:pt idx="9226">
                  <c:v>9227</c:v>
                </c:pt>
                <c:pt idx="9227">
                  <c:v>9228</c:v>
                </c:pt>
                <c:pt idx="9228">
                  <c:v>9229</c:v>
                </c:pt>
                <c:pt idx="9229">
                  <c:v>9230</c:v>
                </c:pt>
                <c:pt idx="9230">
                  <c:v>9231</c:v>
                </c:pt>
                <c:pt idx="9231">
                  <c:v>9232</c:v>
                </c:pt>
                <c:pt idx="9232">
                  <c:v>9233</c:v>
                </c:pt>
                <c:pt idx="9233">
                  <c:v>9234</c:v>
                </c:pt>
                <c:pt idx="9234">
                  <c:v>9235</c:v>
                </c:pt>
                <c:pt idx="9235">
                  <c:v>9236</c:v>
                </c:pt>
                <c:pt idx="9236">
                  <c:v>9237</c:v>
                </c:pt>
                <c:pt idx="9237">
                  <c:v>9238</c:v>
                </c:pt>
                <c:pt idx="9238">
                  <c:v>9239</c:v>
                </c:pt>
                <c:pt idx="9239">
                  <c:v>9240</c:v>
                </c:pt>
                <c:pt idx="9240">
                  <c:v>9241</c:v>
                </c:pt>
                <c:pt idx="9241">
                  <c:v>9242</c:v>
                </c:pt>
                <c:pt idx="9242">
                  <c:v>9243</c:v>
                </c:pt>
                <c:pt idx="9243">
                  <c:v>9244</c:v>
                </c:pt>
                <c:pt idx="9244">
                  <c:v>9245</c:v>
                </c:pt>
                <c:pt idx="9245">
                  <c:v>9246</c:v>
                </c:pt>
                <c:pt idx="9246">
                  <c:v>9247</c:v>
                </c:pt>
                <c:pt idx="9247">
                  <c:v>9248</c:v>
                </c:pt>
                <c:pt idx="9248">
                  <c:v>9249</c:v>
                </c:pt>
                <c:pt idx="9249">
                  <c:v>9250</c:v>
                </c:pt>
                <c:pt idx="9250">
                  <c:v>9251</c:v>
                </c:pt>
                <c:pt idx="9251">
                  <c:v>9252</c:v>
                </c:pt>
                <c:pt idx="9252">
                  <c:v>9253</c:v>
                </c:pt>
                <c:pt idx="9253">
                  <c:v>9254</c:v>
                </c:pt>
                <c:pt idx="9254">
                  <c:v>9255</c:v>
                </c:pt>
                <c:pt idx="9255">
                  <c:v>9256</c:v>
                </c:pt>
                <c:pt idx="9256">
                  <c:v>9257</c:v>
                </c:pt>
                <c:pt idx="9257">
                  <c:v>9258</c:v>
                </c:pt>
                <c:pt idx="9258">
                  <c:v>9259</c:v>
                </c:pt>
                <c:pt idx="9259">
                  <c:v>9260</c:v>
                </c:pt>
                <c:pt idx="9260">
                  <c:v>9261</c:v>
                </c:pt>
                <c:pt idx="9261">
                  <c:v>9262</c:v>
                </c:pt>
                <c:pt idx="9262">
                  <c:v>9263</c:v>
                </c:pt>
                <c:pt idx="9263">
                  <c:v>9264</c:v>
                </c:pt>
                <c:pt idx="9264">
                  <c:v>9265</c:v>
                </c:pt>
                <c:pt idx="9265">
                  <c:v>9266</c:v>
                </c:pt>
                <c:pt idx="9266">
                  <c:v>9267</c:v>
                </c:pt>
                <c:pt idx="9267">
                  <c:v>9268</c:v>
                </c:pt>
                <c:pt idx="9268">
                  <c:v>9269</c:v>
                </c:pt>
                <c:pt idx="9269">
                  <c:v>9270</c:v>
                </c:pt>
                <c:pt idx="9270">
                  <c:v>9271</c:v>
                </c:pt>
                <c:pt idx="9271">
                  <c:v>9272</c:v>
                </c:pt>
                <c:pt idx="9272">
                  <c:v>9273</c:v>
                </c:pt>
                <c:pt idx="9273">
                  <c:v>9274</c:v>
                </c:pt>
                <c:pt idx="9274">
                  <c:v>9275</c:v>
                </c:pt>
                <c:pt idx="9275">
                  <c:v>9276</c:v>
                </c:pt>
                <c:pt idx="9276">
                  <c:v>9277</c:v>
                </c:pt>
                <c:pt idx="9277">
                  <c:v>9278</c:v>
                </c:pt>
                <c:pt idx="9278">
                  <c:v>9279</c:v>
                </c:pt>
                <c:pt idx="9279">
                  <c:v>9280</c:v>
                </c:pt>
                <c:pt idx="9280">
                  <c:v>9281</c:v>
                </c:pt>
                <c:pt idx="9281">
                  <c:v>9282</c:v>
                </c:pt>
                <c:pt idx="9282">
                  <c:v>9283</c:v>
                </c:pt>
                <c:pt idx="9283">
                  <c:v>9284</c:v>
                </c:pt>
                <c:pt idx="9284">
                  <c:v>9285</c:v>
                </c:pt>
                <c:pt idx="9285">
                  <c:v>9286</c:v>
                </c:pt>
                <c:pt idx="9286">
                  <c:v>9287</c:v>
                </c:pt>
                <c:pt idx="9287">
                  <c:v>9288</c:v>
                </c:pt>
                <c:pt idx="9288">
                  <c:v>9289</c:v>
                </c:pt>
                <c:pt idx="9289">
                  <c:v>9290</c:v>
                </c:pt>
                <c:pt idx="9290">
                  <c:v>9291</c:v>
                </c:pt>
                <c:pt idx="9291">
                  <c:v>9292</c:v>
                </c:pt>
                <c:pt idx="9292">
                  <c:v>9293</c:v>
                </c:pt>
                <c:pt idx="9293">
                  <c:v>9294</c:v>
                </c:pt>
                <c:pt idx="9294">
                  <c:v>9295</c:v>
                </c:pt>
                <c:pt idx="9295">
                  <c:v>9296</c:v>
                </c:pt>
                <c:pt idx="9296">
                  <c:v>9297</c:v>
                </c:pt>
                <c:pt idx="9297">
                  <c:v>9298</c:v>
                </c:pt>
                <c:pt idx="9298">
                  <c:v>9299</c:v>
                </c:pt>
                <c:pt idx="9299">
                  <c:v>9300</c:v>
                </c:pt>
                <c:pt idx="9300">
                  <c:v>9301</c:v>
                </c:pt>
                <c:pt idx="9301">
                  <c:v>9302</c:v>
                </c:pt>
                <c:pt idx="9302">
                  <c:v>9303</c:v>
                </c:pt>
                <c:pt idx="9303">
                  <c:v>9304</c:v>
                </c:pt>
                <c:pt idx="9304">
                  <c:v>9305</c:v>
                </c:pt>
                <c:pt idx="9305">
                  <c:v>9306</c:v>
                </c:pt>
                <c:pt idx="9306">
                  <c:v>9307</c:v>
                </c:pt>
                <c:pt idx="9307">
                  <c:v>9308</c:v>
                </c:pt>
                <c:pt idx="9308">
                  <c:v>9309</c:v>
                </c:pt>
                <c:pt idx="9309">
                  <c:v>9310</c:v>
                </c:pt>
                <c:pt idx="9310">
                  <c:v>9311</c:v>
                </c:pt>
                <c:pt idx="9311">
                  <c:v>9312</c:v>
                </c:pt>
                <c:pt idx="9312">
                  <c:v>9313</c:v>
                </c:pt>
                <c:pt idx="9313">
                  <c:v>9314</c:v>
                </c:pt>
                <c:pt idx="9314">
                  <c:v>9315</c:v>
                </c:pt>
                <c:pt idx="9315">
                  <c:v>9316</c:v>
                </c:pt>
                <c:pt idx="9316">
                  <c:v>9317</c:v>
                </c:pt>
                <c:pt idx="9317">
                  <c:v>9318</c:v>
                </c:pt>
                <c:pt idx="9318">
                  <c:v>9319</c:v>
                </c:pt>
                <c:pt idx="9319">
                  <c:v>9320</c:v>
                </c:pt>
                <c:pt idx="9320">
                  <c:v>9321</c:v>
                </c:pt>
                <c:pt idx="9321">
                  <c:v>9322</c:v>
                </c:pt>
                <c:pt idx="9322">
                  <c:v>9323</c:v>
                </c:pt>
                <c:pt idx="9323">
                  <c:v>9324</c:v>
                </c:pt>
                <c:pt idx="9324">
                  <c:v>9325</c:v>
                </c:pt>
                <c:pt idx="9325">
                  <c:v>9326</c:v>
                </c:pt>
                <c:pt idx="9326">
                  <c:v>9327</c:v>
                </c:pt>
                <c:pt idx="9327">
                  <c:v>9328</c:v>
                </c:pt>
                <c:pt idx="9328">
                  <c:v>9329</c:v>
                </c:pt>
                <c:pt idx="9329">
                  <c:v>9330</c:v>
                </c:pt>
                <c:pt idx="9330">
                  <c:v>9331</c:v>
                </c:pt>
                <c:pt idx="9331">
                  <c:v>9332</c:v>
                </c:pt>
                <c:pt idx="9332">
                  <c:v>9333</c:v>
                </c:pt>
                <c:pt idx="9333">
                  <c:v>9334</c:v>
                </c:pt>
                <c:pt idx="9334">
                  <c:v>9335</c:v>
                </c:pt>
                <c:pt idx="9335">
                  <c:v>9336</c:v>
                </c:pt>
                <c:pt idx="9336">
                  <c:v>9337</c:v>
                </c:pt>
                <c:pt idx="9337">
                  <c:v>9338</c:v>
                </c:pt>
                <c:pt idx="9338">
                  <c:v>9339</c:v>
                </c:pt>
                <c:pt idx="9339">
                  <c:v>9340</c:v>
                </c:pt>
                <c:pt idx="9340">
                  <c:v>9341</c:v>
                </c:pt>
                <c:pt idx="9341">
                  <c:v>9342</c:v>
                </c:pt>
                <c:pt idx="9342">
                  <c:v>9343</c:v>
                </c:pt>
                <c:pt idx="9343">
                  <c:v>9344</c:v>
                </c:pt>
                <c:pt idx="9344">
                  <c:v>9345</c:v>
                </c:pt>
                <c:pt idx="9345">
                  <c:v>9346</c:v>
                </c:pt>
                <c:pt idx="9346">
                  <c:v>9347</c:v>
                </c:pt>
                <c:pt idx="9347">
                  <c:v>9348</c:v>
                </c:pt>
                <c:pt idx="9348">
                  <c:v>9349</c:v>
                </c:pt>
                <c:pt idx="9349">
                  <c:v>9350</c:v>
                </c:pt>
                <c:pt idx="9350">
                  <c:v>9351</c:v>
                </c:pt>
                <c:pt idx="9351">
                  <c:v>9352</c:v>
                </c:pt>
                <c:pt idx="9352">
                  <c:v>9353</c:v>
                </c:pt>
                <c:pt idx="9353">
                  <c:v>9354</c:v>
                </c:pt>
                <c:pt idx="9354">
                  <c:v>9355</c:v>
                </c:pt>
                <c:pt idx="9355">
                  <c:v>9356</c:v>
                </c:pt>
                <c:pt idx="9356">
                  <c:v>9357</c:v>
                </c:pt>
                <c:pt idx="9357">
                  <c:v>9358</c:v>
                </c:pt>
                <c:pt idx="9358">
                  <c:v>9359</c:v>
                </c:pt>
                <c:pt idx="9359">
                  <c:v>9360</c:v>
                </c:pt>
                <c:pt idx="9360">
                  <c:v>9361</c:v>
                </c:pt>
                <c:pt idx="9361">
                  <c:v>9362</c:v>
                </c:pt>
                <c:pt idx="9362">
                  <c:v>9363</c:v>
                </c:pt>
                <c:pt idx="9363">
                  <c:v>9364</c:v>
                </c:pt>
                <c:pt idx="9364">
                  <c:v>9365</c:v>
                </c:pt>
                <c:pt idx="9365">
                  <c:v>9366</c:v>
                </c:pt>
                <c:pt idx="9366">
                  <c:v>9367</c:v>
                </c:pt>
                <c:pt idx="9367">
                  <c:v>9368</c:v>
                </c:pt>
                <c:pt idx="9368">
                  <c:v>9369</c:v>
                </c:pt>
                <c:pt idx="9369">
                  <c:v>9370</c:v>
                </c:pt>
                <c:pt idx="9370">
                  <c:v>9371</c:v>
                </c:pt>
                <c:pt idx="9371">
                  <c:v>9372</c:v>
                </c:pt>
                <c:pt idx="9372">
                  <c:v>9373</c:v>
                </c:pt>
                <c:pt idx="9373">
                  <c:v>9374</c:v>
                </c:pt>
                <c:pt idx="9374">
                  <c:v>9375</c:v>
                </c:pt>
                <c:pt idx="9375">
                  <c:v>9376</c:v>
                </c:pt>
                <c:pt idx="9376">
                  <c:v>9377</c:v>
                </c:pt>
                <c:pt idx="9377">
                  <c:v>9378</c:v>
                </c:pt>
                <c:pt idx="9378">
                  <c:v>9379</c:v>
                </c:pt>
                <c:pt idx="9379">
                  <c:v>9380</c:v>
                </c:pt>
                <c:pt idx="9380">
                  <c:v>9381</c:v>
                </c:pt>
                <c:pt idx="9381">
                  <c:v>9382</c:v>
                </c:pt>
                <c:pt idx="9382">
                  <c:v>9383</c:v>
                </c:pt>
                <c:pt idx="9383">
                  <c:v>9384</c:v>
                </c:pt>
                <c:pt idx="9384">
                  <c:v>9385</c:v>
                </c:pt>
                <c:pt idx="9385">
                  <c:v>9386</c:v>
                </c:pt>
                <c:pt idx="9386">
                  <c:v>9387</c:v>
                </c:pt>
                <c:pt idx="9387">
                  <c:v>9388</c:v>
                </c:pt>
                <c:pt idx="9388">
                  <c:v>9389</c:v>
                </c:pt>
                <c:pt idx="9389">
                  <c:v>9390</c:v>
                </c:pt>
                <c:pt idx="9390">
                  <c:v>9391</c:v>
                </c:pt>
                <c:pt idx="9391">
                  <c:v>9392</c:v>
                </c:pt>
                <c:pt idx="9392">
                  <c:v>9393</c:v>
                </c:pt>
                <c:pt idx="9393">
                  <c:v>9394</c:v>
                </c:pt>
                <c:pt idx="9394">
                  <c:v>9395</c:v>
                </c:pt>
                <c:pt idx="9395">
                  <c:v>9396</c:v>
                </c:pt>
                <c:pt idx="9396">
                  <c:v>9397</c:v>
                </c:pt>
                <c:pt idx="9397">
                  <c:v>9398</c:v>
                </c:pt>
                <c:pt idx="9398">
                  <c:v>9399</c:v>
                </c:pt>
                <c:pt idx="9399">
                  <c:v>9400</c:v>
                </c:pt>
                <c:pt idx="9400">
                  <c:v>9401</c:v>
                </c:pt>
                <c:pt idx="9401">
                  <c:v>9402</c:v>
                </c:pt>
                <c:pt idx="9402">
                  <c:v>9403</c:v>
                </c:pt>
                <c:pt idx="9403">
                  <c:v>9404</c:v>
                </c:pt>
                <c:pt idx="9404">
                  <c:v>9405</c:v>
                </c:pt>
                <c:pt idx="9405">
                  <c:v>9406</c:v>
                </c:pt>
                <c:pt idx="9406">
                  <c:v>9407</c:v>
                </c:pt>
                <c:pt idx="9407">
                  <c:v>9408</c:v>
                </c:pt>
                <c:pt idx="9408">
                  <c:v>9409</c:v>
                </c:pt>
                <c:pt idx="9409">
                  <c:v>9410</c:v>
                </c:pt>
                <c:pt idx="9410">
                  <c:v>9411</c:v>
                </c:pt>
                <c:pt idx="9411">
                  <c:v>9412</c:v>
                </c:pt>
                <c:pt idx="9412">
                  <c:v>9413</c:v>
                </c:pt>
                <c:pt idx="9413">
                  <c:v>9414</c:v>
                </c:pt>
                <c:pt idx="9414">
                  <c:v>9415</c:v>
                </c:pt>
                <c:pt idx="9415">
                  <c:v>9416</c:v>
                </c:pt>
                <c:pt idx="9416">
                  <c:v>9417</c:v>
                </c:pt>
                <c:pt idx="9417">
                  <c:v>9418</c:v>
                </c:pt>
                <c:pt idx="9418">
                  <c:v>9419</c:v>
                </c:pt>
                <c:pt idx="9419">
                  <c:v>9420</c:v>
                </c:pt>
                <c:pt idx="9420">
                  <c:v>9421</c:v>
                </c:pt>
                <c:pt idx="9421">
                  <c:v>9422</c:v>
                </c:pt>
                <c:pt idx="9422">
                  <c:v>9423</c:v>
                </c:pt>
                <c:pt idx="9423">
                  <c:v>9424</c:v>
                </c:pt>
                <c:pt idx="9424">
                  <c:v>9425</c:v>
                </c:pt>
                <c:pt idx="9425">
                  <c:v>9426</c:v>
                </c:pt>
                <c:pt idx="9426">
                  <c:v>9427</c:v>
                </c:pt>
                <c:pt idx="9427">
                  <c:v>9428</c:v>
                </c:pt>
                <c:pt idx="9428">
                  <c:v>9429</c:v>
                </c:pt>
                <c:pt idx="9429">
                  <c:v>9430</c:v>
                </c:pt>
                <c:pt idx="9430">
                  <c:v>9431</c:v>
                </c:pt>
                <c:pt idx="9431">
                  <c:v>9432</c:v>
                </c:pt>
                <c:pt idx="9432">
                  <c:v>9433</c:v>
                </c:pt>
                <c:pt idx="9433">
                  <c:v>9434</c:v>
                </c:pt>
                <c:pt idx="9434">
                  <c:v>9435</c:v>
                </c:pt>
                <c:pt idx="9435">
                  <c:v>9436</c:v>
                </c:pt>
                <c:pt idx="9436">
                  <c:v>9437</c:v>
                </c:pt>
                <c:pt idx="9437">
                  <c:v>9438</c:v>
                </c:pt>
                <c:pt idx="9438">
                  <c:v>9439</c:v>
                </c:pt>
                <c:pt idx="9439">
                  <c:v>9440</c:v>
                </c:pt>
                <c:pt idx="9440">
                  <c:v>9441</c:v>
                </c:pt>
                <c:pt idx="9441">
                  <c:v>9442</c:v>
                </c:pt>
                <c:pt idx="9442">
                  <c:v>9443</c:v>
                </c:pt>
                <c:pt idx="9443">
                  <c:v>9444</c:v>
                </c:pt>
                <c:pt idx="9444">
                  <c:v>9445</c:v>
                </c:pt>
                <c:pt idx="9445">
                  <c:v>9446</c:v>
                </c:pt>
                <c:pt idx="9446">
                  <c:v>9447</c:v>
                </c:pt>
                <c:pt idx="9447">
                  <c:v>9448</c:v>
                </c:pt>
                <c:pt idx="9448">
                  <c:v>9449</c:v>
                </c:pt>
                <c:pt idx="9449">
                  <c:v>9450</c:v>
                </c:pt>
                <c:pt idx="9450">
                  <c:v>9451</c:v>
                </c:pt>
                <c:pt idx="9451">
                  <c:v>9452</c:v>
                </c:pt>
                <c:pt idx="9452">
                  <c:v>9453</c:v>
                </c:pt>
                <c:pt idx="9453">
                  <c:v>9454</c:v>
                </c:pt>
                <c:pt idx="9454">
                  <c:v>9455</c:v>
                </c:pt>
                <c:pt idx="9455">
                  <c:v>9456</c:v>
                </c:pt>
                <c:pt idx="9456">
                  <c:v>9457</c:v>
                </c:pt>
                <c:pt idx="9457">
                  <c:v>9458</c:v>
                </c:pt>
                <c:pt idx="9458">
                  <c:v>9459</c:v>
                </c:pt>
                <c:pt idx="9459">
                  <c:v>9460</c:v>
                </c:pt>
                <c:pt idx="9460">
                  <c:v>9461</c:v>
                </c:pt>
                <c:pt idx="9461">
                  <c:v>9462</c:v>
                </c:pt>
                <c:pt idx="9462">
                  <c:v>9463</c:v>
                </c:pt>
                <c:pt idx="9463">
                  <c:v>9464</c:v>
                </c:pt>
                <c:pt idx="9464">
                  <c:v>9465</c:v>
                </c:pt>
                <c:pt idx="9465">
                  <c:v>9466</c:v>
                </c:pt>
                <c:pt idx="9466">
                  <c:v>9467</c:v>
                </c:pt>
                <c:pt idx="9467">
                  <c:v>9468</c:v>
                </c:pt>
                <c:pt idx="9468">
                  <c:v>9469</c:v>
                </c:pt>
                <c:pt idx="9469">
                  <c:v>9470</c:v>
                </c:pt>
                <c:pt idx="9470">
                  <c:v>9471</c:v>
                </c:pt>
                <c:pt idx="9471">
                  <c:v>9472</c:v>
                </c:pt>
                <c:pt idx="9472">
                  <c:v>9473</c:v>
                </c:pt>
                <c:pt idx="9473">
                  <c:v>9474</c:v>
                </c:pt>
                <c:pt idx="9474">
                  <c:v>9475</c:v>
                </c:pt>
                <c:pt idx="9475">
                  <c:v>9476</c:v>
                </c:pt>
                <c:pt idx="9476">
                  <c:v>9477</c:v>
                </c:pt>
                <c:pt idx="9477">
                  <c:v>9478</c:v>
                </c:pt>
                <c:pt idx="9478">
                  <c:v>9479</c:v>
                </c:pt>
                <c:pt idx="9479">
                  <c:v>9480</c:v>
                </c:pt>
                <c:pt idx="9480">
                  <c:v>9481</c:v>
                </c:pt>
                <c:pt idx="9481">
                  <c:v>9482</c:v>
                </c:pt>
                <c:pt idx="9482">
                  <c:v>9483</c:v>
                </c:pt>
                <c:pt idx="9483">
                  <c:v>9484</c:v>
                </c:pt>
                <c:pt idx="9484">
                  <c:v>9485</c:v>
                </c:pt>
                <c:pt idx="9485">
                  <c:v>9486</c:v>
                </c:pt>
                <c:pt idx="9486">
                  <c:v>9487</c:v>
                </c:pt>
                <c:pt idx="9487">
                  <c:v>9488</c:v>
                </c:pt>
                <c:pt idx="9488">
                  <c:v>9489</c:v>
                </c:pt>
                <c:pt idx="9489">
                  <c:v>9490</c:v>
                </c:pt>
                <c:pt idx="9490">
                  <c:v>9491</c:v>
                </c:pt>
                <c:pt idx="9491">
                  <c:v>9492</c:v>
                </c:pt>
                <c:pt idx="9492">
                  <c:v>9493</c:v>
                </c:pt>
                <c:pt idx="9493">
                  <c:v>9494</c:v>
                </c:pt>
                <c:pt idx="9494">
                  <c:v>9495</c:v>
                </c:pt>
                <c:pt idx="9495">
                  <c:v>9496</c:v>
                </c:pt>
                <c:pt idx="9496">
                  <c:v>9497</c:v>
                </c:pt>
                <c:pt idx="9497">
                  <c:v>9498</c:v>
                </c:pt>
                <c:pt idx="9498">
                  <c:v>9499</c:v>
                </c:pt>
                <c:pt idx="9499">
                  <c:v>9500</c:v>
                </c:pt>
                <c:pt idx="9500">
                  <c:v>9501</c:v>
                </c:pt>
                <c:pt idx="9501">
                  <c:v>9502</c:v>
                </c:pt>
                <c:pt idx="9502">
                  <c:v>9503</c:v>
                </c:pt>
                <c:pt idx="9503">
                  <c:v>9504</c:v>
                </c:pt>
                <c:pt idx="9504">
                  <c:v>9505</c:v>
                </c:pt>
                <c:pt idx="9505">
                  <c:v>9506</c:v>
                </c:pt>
                <c:pt idx="9506">
                  <c:v>9507</c:v>
                </c:pt>
                <c:pt idx="9507">
                  <c:v>9508</c:v>
                </c:pt>
                <c:pt idx="9508">
                  <c:v>9509</c:v>
                </c:pt>
                <c:pt idx="9509">
                  <c:v>9510</c:v>
                </c:pt>
                <c:pt idx="9510">
                  <c:v>9511</c:v>
                </c:pt>
                <c:pt idx="9511">
                  <c:v>9512</c:v>
                </c:pt>
                <c:pt idx="9512">
                  <c:v>9513</c:v>
                </c:pt>
                <c:pt idx="9513">
                  <c:v>9514</c:v>
                </c:pt>
                <c:pt idx="9514">
                  <c:v>9515</c:v>
                </c:pt>
                <c:pt idx="9515">
                  <c:v>9516</c:v>
                </c:pt>
                <c:pt idx="9516">
                  <c:v>9517</c:v>
                </c:pt>
                <c:pt idx="9517">
                  <c:v>9518</c:v>
                </c:pt>
                <c:pt idx="9518">
                  <c:v>9519</c:v>
                </c:pt>
                <c:pt idx="9519">
                  <c:v>9520</c:v>
                </c:pt>
                <c:pt idx="9520">
                  <c:v>9521</c:v>
                </c:pt>
                <c:pt idx="9521">
                  <c:v>9522</c:v>
                </c:pt>
                <c:pt idx="9522">
                  <c:v>9523</c:v>
                </c:pt>
                <c:pt idx="9523">
                  <c:v>9524</c:v>
                </c:pt>
                <c:pt idx="9524">
                  <c:v>9525</c:v>
                </c:pt>
                <c:pt idx="9525">
                  <c:v>9526</c:v>
                </c:pt>
                <c:pt idx="9526">
                  <c:v>9527</c:v>
                </c:pt>
                <c:pt idx="9527">
                  <c:v>9528</c:v>
                </c:pt>
                <c:pt idx="9528">
                  <c:v>9529</c:v>
                </c:pt>
                <c:pt idx="9529">
                  <c:v>9530</c:v>
                </c:pt>
                <c:pt idx="9530">
                  <c:v>9531</c:v>
                </c:pt>
                <c:pt idx="9531">
                  <c:v>9532</c:v>
                </c:pt>
                <c:pt idx="9532">
                  <c:v>9533</c:v>
                </c:pt>
                <c:pt idx="9533">
                  <c:v>9534</c:v>
                </c:pt>
                <c:pt idx="9534">
                  <c:v>9535</c:v>
                </c:pt>
                <c:pt idx="9535">
                  <c:v>9536</c:v>
                </c:pt>
                <c:pt idx="9536">
                  <c:v>9537</c:v>
                </c:pt>
                <c:pt idx="9537">
                  <c:v>9538</c:v>
                </c:pt>
                <c:pt idx="9538">
                  <c:v>9539</c:v>
                </c:pt>
                <c:pt idx="9539">
                  <c:v>9540</c:v>
                </c:pt>
                <c:pt idx="9540">
                  <c:v>9541</c:v>
                </c:pt>
                <c:pt idx="9541">
                  <c:v>9542</c:v>
                </c:pt>
                <c:pt idx="9542">
                  <c:v>9543</c:v>
                </c:pt>
                <c:pt idx="9543">
                  <c:v>9544</c:v>
                </c:pt>
                <c:pt idx="9544">
                  <c:v>9545</c:v>
                </c:pt>
                <c:pt idx="9545">
                  <c:v>9546</c:v>
                </c:pt>
                <c:pt idx="9546">
                  <c:v>9547</c:v>
                </c:pt>
                <c:pt idx="9547">
                  <c:v>9548</c:v>
                </c:pt>
                <c:pt idx="9548">
                  <c:v>9549</c:v>
                </c:pt>
                <c:pt idx="9549">
                  <c:v>9550</c:v>
                </c:pt>
                <c:pt idx="9550">
                  <c:v>9551</c:v>
                </c:pt>
                <c:pt idx="9551">
                  <c:v>9552</c:v>
                </c:pt>
                <c:pt idx="9552">
                  <c:v>9553</c:v>
                </c:pt>
                <c:pt idx="9553">
                  <c:v>9554</c:v>
                </c:pt>
                <c:pt idx="9554">
                  <c:v>9555</c:v>
                </c:pt>
                <c:pt idx="9555">
                  <c:v>9556</c:v>
                </c:pt>
                <c:pt idx="9556">
                  <c:v>9557</c:v>
                </c:pt>
                <c:pt idx="9557">
                  <c:v>9558</c:v>
                </c:pt>
                <c:pt idx="9558">
                  <c:v>9559</c:v>
                </c:pt>
                <c:pt idx="9559">
                  <c:v>9560</c:v>
                </c:pt>
                <c:pt idx="9560">
                  <c:v>9561</c:v>
                </c:pt>
                <c:pt idx="9561">
                  <c:v>9562</c:v>
                </c:pt>
                <c:pt idx="9562">
                  <c:v>9563</c:v>
                </c:pt>
                <c:pt idx="9563">
                  <c:v>9564</c:v>
                </c:pt>
                <c:pt idx="9564">
                  <c:v>9565</c:v>
                </c:pt>
                <c:pt idx="9565">
                  <c:v>9566</c:v>
                </c:pt>
                <c:pt idx="9566">
                  <c:v>9567</c:v>
                </c:pt>
                <c:pt idx="9567">
                  <c:v>9568</c:v>
                </c:pt>
                <c:pt idx="9568">
                  <c:v>9569</c:v>
                </c:pt>
                <c:pt idx="9569">
                  <c:v>9570</c:v>
                </c:pt>
                <c:pt idx="9570">
                  <c:v>9571</c:v>
                </c:pt>
                <c:pt idx="9571">
                  <c:v>9572</c:v>
                </c:pt>
                <c:pt idx="9572">
                  <c:v>9573</c:v>
                </c:pt>
                <c:pt idx="9573">
                  <c:v>9574</c:v>
                </c:pt>
                <c:pt idx="9574">
                  <c:v>9575</c:v>
                </c:pt>
                <c:pt idx="9575">
                  <c:v>9576</c:v>
                </c:pt>
                <c:pt idx="9576">
                  <c:v>9577</c:v>
                </c:pt>
                <c:pt idx="9577">
                  <c:v>9578</c:v>
                </c:pt>
                <c:pt idx="9578">
                  <c:v>9579</c:v>
                </c:pt>
                <c:pt idx="9579">
                  <c:v>9580</c:v>
                </c:pt>
                <c:pt idx="9580">
                  <c:v>9581</c:v>
                </c:pt>
                <c:pt idx="9581">
                  <c:v>9582</c:v>
                </c:pt>
                <c:pt idx="9582">
                  <c:v>9583</c:v>
                </c:pt>
                <c:pt idx="9583">
                  <c:v>9584</c:v>
                </c:pt>
                <c:pt idx="9584">
                  <c:v>9585</c:v>
                </c:pt>
                <c:pt idx="9585">
                  <c:v>9586</c:v>
                </c:pt>
                <c:pt idx="9586">
                  <c:v>9587</c:v>
                </c:pt>
                <c:pt idx="9587">
                  <c:v>9588</c:v>
                </c:pt>
                <c:pt idx="9588">
                  <c:v>9589</c:v>
                </c:pt>
                <c:pt idx="9589">
                  <c:v>9590</c:v>
                </c:pt>
                <c:pt idx="9590">
                  <c:v>9591</c:v>
                </c:pt>
                <c:pt idx="9591">
                  <c:v>9592</c:v>
                </c:pt>
                <c:pt idx="9592">
                  <c:v>9593</c:v>
                </c:pt>
                <c:pt idx="9593">
                  <c:v>9594</c:v>
                </c:pt>
                <c:pt idx="9594">
                  <c:v>9595</c:v>
                </c:pt>
                <c:pt idx="9595">
                  <c:v>9596</c:v>
                </c:pt>
                <c:pt idx="9596">
                  <c:v>9597</c:v>
                </c:pt>
                <c:pt idx="9597">
                  <c:v>9598</c:v>
                </c:pt>
                <c:pt idx="9598">
                  <c:v>9599</c:v>
                </c:pt>
                <c:pt idx="9599">
                  <c:v>9600</c:v>
                </c:pt>
                <c:pt idx="9600">
                  <c:v>9601</c:v>
                </c:pt>
                <c:pt idx="9601">
                  <c:v>9602</c:v>
                </c:pt>
                <c:pt idx="9602">
                  <c:v>9603</c:v>
                </c:pt>
                <c:pt idx="9603">
                  <c:v>9604</c:v>
                </c:pt>
                <c:pt idx="9604">
                  <c:v>9605</c:v>
                </c:pt>
                <c:pt idx="9605">
                  <c:v>9606</c:v>
                </c:pt>
                <c:pt idx="9606">
                  <c:v>9607</c:v>
                </c:pt>
                <c:pt idx="9607">
                  <c:v>9608</c:v>
                </c:pt>
                <c:pt idx="9608">
                  <c:v>9609</c:v>
                </c:pt>
                <c:pt idx="9609">
                  <c:v>9610</c:v>
                </c:pt>
                <c:pt idx="9610">
                  <c:v>9611</c:v>
                </c:pt>
                <c:pt idx="9611">
                  <c:v>9612</c:v>
                </c:pt>
                <c:pt idx="9612">
                  <c:v>9613</c:v>
                </c:pt>
                <c:pt idx="9613">
                  <c:v>9614</c:v>
                </c:pt>
                <c:pt idx="9614">
                  <c:v>9615</c:v>
                </c:pt>
                <c:pt idx="9615">
                  <c:v>9616</c:v>
                </c:pt>
                <c:pt idx="9616">
                  <c:v>9617</c:v>
                </c:pt>
                <c:pt idx="9617">
                  <c:v>9618</c:v>
                </c:pt>
                <c:pt idx="9618">
                  <c:v>9619</c:v>
                </c:pt>
                <c:pt idx="9619">
                  <c:v>9620</c:v>
                </c:pt>
                <c:pt idx="9620">
                  <c:v>9621</c:v>
                </c:pt>
                <c:pt idx="9621">
                  <c:v>9622</c:v>
                </c:pt>
                <c:pt idx="9622">
                  <c:v>9623</c:v>
                </c:pt>
                <c:pt idx="9623">
                  <c:v>9624</c:v>
                </c:pt>
                <c:pt idx="9624">
                  <c:v>9625</c:v>
                </c:pt>
                <c:pt idx="9625">
                  <c:v>9626</c:v>
                </c:pt>
                <c:pt idx="9626">
                  <c:v>9627</c:v>
                </c:pt>
                <c:pt idx="9627">
                  <c:v>9628</c:v>
                </c:pt>
                <c:pt idx="9628">
                  <c:v>9629</c:v>
                </c:pt>
                <c:pt idx="9629">
                  <c:v>9630</c:v>
                </c:pt>
                <c:pt idx="9630">
                  <c:v>9631</c:v>
                </c:pt>
                <c:pt idx="9631">
                  <c:v>9632</c:v>
                </c:pt>
                <c:pt idx="9632">
                  <c:v>9633</c:v>
                </c:pt>
                <c:pt idx="9633">
                  <c:v>9634</c:v>
                </c:pt>
                <c:pt idx="9634">
                  <c:v>9635</c:v>
                </c:pt>
                <c:pt idx="9635">
                  <c:v>9636</c:v>
                </c:pt>
                <c:pt idx="9636">
                  <c:v>9637</c:v>
                </c:pt>
                <c:pt idx="9637">
                  <c:v>9638</c:v>
                </c:pt>
                <c:pt idx="9638">
                  <c:v>9639</c:v>
                </c:pt>
                <c:pt idx="9639">
                  <c:v>9640</c:v>
                </c:pt>
                <c:pt idx="9640">
                  <c:v>9641</c:v>
                </c:pt>
                <c:pt idx="9641">
                  <c:v>9642</c:v>
                </c:pt>
                <c:pt idx="9642">
                  <c:v>9643</c:v>
                </c:pt>
                <c:pt idx="9643">
                  <c:v>9644</c:v>
                </c:pt>
                <c:pt idx="9644">
                  <c:v>9645</c:v>
                </c:pt>
                <c:pt idx="9645">
                  <c:v>9646</c:v>
                </c:pt>
                <c:pt idx="9646">
                  <c:v>9647</c:v>
                </c:pt>
                <c:pt idx="9647">
                  <c:v>9648</c:v>
                </c:pt>
                <c:pt idx="9648">
                  <c:v>9649</c:v>
                </c:pt>
                <c:pt idx="9649">
                  <c:v>9650</c:v>
                </c:pt>
                <c:pt idx="9650">
                  <c:v>9651</c:v>
                </c:pt>
                <c:pt idx="9651">
                  <c:v>9652</c:v>
                </c:pt>
                <c:pt idx="9652">
                  <c:v>9653</c:v>
                </c:pt>
                <c:pt idx="9653">
                  <c:v>9654</c:v>
                </c:pt>
                <c:pt idx="9654">
                  <c:v>9655</c:v>
                </c:pt>
                <c:pt idx="9655">
                  <c:v>9656</c:v>
                </c:pt>
                <c:pt idx="9656">
                  <c:v>9657</c:v>
                </c:pt>
                <c:pt idx="9657">
                  <c:v>9658</c:v>
                </c:pt>
                <c:pt idx="9658">
                  <c:v>9659</c:v>
                </c:pt>
                <c:pt idx="9659">
                  <c:v>9660</c:v>
                </c:pt>
                <c:pt idx="9660">
                  <c:v>9661</c:v>
                </c:pt>
                <c:pt idx="9661">
                  <c:v>9662</c:v>
                </c:pt>
                <c:pt idx="9662">
                  <c:v>9663</c:v>
                </c:pt>
                <c:pt idx="9663">
                  <c:v>9664</c:v>
                </c:pt>
                <c:pt idx="9664">
                  <c:v>9665</c:v>
                </c:pt>
                <c:pt idx="9665">
                  <c:v>9666</c:v>
                </c:pt>
                <c:pt idx="9666">
                  <c:v>9667</c:v>
                </c:pt>
                <c:pt idx="9667">
                  <c:v>9668</c:v>
                </c:pt>
                <c:pt idx="9668">
                  <c:v>9669</c:v>
                </c:pt>
                <c:pt idx="9669">
                  <c:v>9670</c:v>
                </c:pt>
                <c:pt idx="9670">
                  <c:v>9671</c:v>
                </c:pt>
                <c:pt idx="9671">
                  <c:v>9672</c:v>
                </c:pt>
                <c:pt idx="9672">
                  <c:v>9673</c:v>
                </c:pt>
                <c:pt idx="9673">
                  <c:v>9674</c:v>
                </c:pt>
                <c:pt idx="9674">
                  <c:v>9675</c:v>
                </c:pt>
                <c:pt idx="9675">
                  <c:v>9676</c:v>
                </c:pt>
                <c:pt idx="9676">
                  <c:v>9677</c:v>
                </c:pt>
                <c:pt idx="9677">
                  <c:v>9678</c:v>
                </c:pt>
                <c:pt idx="9678">
                  <c:v>9679</c:v>
                </c:pt>
                <c:pt idx="9679">
                  <c:v>9680</c:v>
                </c:pt>
                <c:pt idx="9680">
                  <c:v>9681</c:v>
                </c:pt>
                <c:pt idx="9681">
                  <c:v>9682</c:v>
                </c:pt>
                <c:pt idx="9682">
                  <c:v>9683</c:v>
                </c:pt>
                <c:pt idx="9683">
                  <c:v>9684</c:v>
                </c:pt>
                <c:pt idx="9684">
                  <c:v>9685</c:v>
                </c:pt>
                <c:pt idx="9685">
                  <c:v>9686</c:v>
                </c:pt>
                <c:pt idx="9686">
                  <c:v>9687</c:v>
                </c:pt>
                <c:pt idx="9687">
                  <c:v>9688</c:v>
                </c:pt>
                <c:pt idx="9688">
                  <c:v>9689</c:v>
                </c:pt>
                <c:pt idx="9689">
                  <c:v>9690</c:v>
                </c:pt>
                <c:pt idx="9690">
                  <c:v>9691</c:v>
                </c:pt>
                <c:pt idx="9691">
                  <c:v>9692</c:v>
                </c:pt>
                <c:pt idx="9692">
                  <c:v>9693</c:v>
                </c:pt>
                <c:pt idx="9693">
                  <c:v>9694</c:v>
                </c:pt>
                <c:pt idx="9694">
                  <c:v>9695</c:v>
                </c:pt>
                <c:pt idx="9695">
                  <c:v>9696</c:v>
                </c:pt>
                <c:pt idx="9696">
                  <c:v>9697</c:v>
                </c:pt>
                <c:pt idx="9697">
                  <c:v>9698</c:v>
                </c:pt>
                <c:pt idx="9698">
                  <c:v>9699</c:v>
                </c:pt>
                <c:pt idx="9699">
                  <c:v>9700</c:v>
                </c:pt>
                <c:pt idx="9700">
                  <c:v>9701</c:v>
                </c:pt>
                <c:pt idx="9701">
                  <c:v>9702</c:v>
                </c:pt>
                <c:pt idx="9702">
                  <c:v>9703</c:v>
                </c:pt>
                <c:pt idx="9703">
                  <c:v>9704</c:v>
                </c:pt>
                <c:pt idx="9704">
                  <c:v>9705</c:v>
                </c:pt>
                <c:pt idx="9705">
                  <c:v>9706</c:v>
                </c:pt>
                <c:pt idx="9706">
                  <c:v>9707</c:v>
                </c:pt>
                <c:pt idx="9707">
                  <c:v>9708</c:v>
                </c:pt>
                <c:pt idx="9708">
                  <c:v>9709</c:v>
                </c:pt>
                <c:pt idx="9709">
                  <c:v>9710</c:v>
                </c:pt>
                <c:pt idx="9710">
                  <c:v>9711</c:v>
                </c:pt>
                <c:pt idx="9711">
                  <c:v>9712</c:v>
                </c:pt>
                <c:pt idx="9712">
                  <c:v>9713</c:v>
                </c:pt>
                <c:pt idx="9713">
                  <c:v>9714</c:v>
                </c:pt>
                <c:pt idx="9714">
                  <c:v>9715</c:v>
                </c:pt>
                <c:pt idx="9715">
                  <c:v>9716</c:v>
                </c:pt>
                <c:pt idx="9716">
                  <c:v>9717</c:v>
                </c:pt>
                <c:pt idx="9717">
                  <c:v>9718</c:v>
                </c:pt>
                <c:pt idx="9718">
                  <c:v>9719</c:v>
                </c:pt>
                <c:pt idx="9719">
                  <c:v>9720</c:v>
                </c:pt>
                <c:pt idx="9720">
                  <c:v>9721</c:v>
                </c:pt>
                <c:pt idx="9721">
                  <c:v>9722</c:v>
                </c:pt>
                <c:pt idx="9722">
                  <c:v>9723</c:v>
                </c:pt>
                <c:pt idx="9723">
                  <c:v>9724</c:v>
                </c:pt>
                <c:pt idx="9724">
                  <c:v>9725</c:v>
                </c:pt>
                <c:pt idx="9725">
                  <c:v>9726</c:v>
                </c:pt>
                <c:pt idx="9726">
                  <c:v>9727</c:v>
                </c:pt>
                <c:pt idx="9727">
                  <c:v>9728</c:v>
                </c:pt>
                <c:pt idx="9728">
                  <c:v>9729</c:v>
                </c:pt>
                <c:pt idx="9729">
                  <c:v>9730</c:v>
                </c:pt>
                <c:pt idx="9730">
                  <c:v>9731</c:v>
                </c:pt>
                <c:pt idx="9731">
                  <c:v>9732</c:v>
                </c:pt>
                <c:pt idx="9732">
                  <c:v>9733</c:v>
                </c:pt>
                <c:pt idx="9733">
                  <c:v>9734</c:v>
                </c:pt>
                <c:pt idx="9734">
                  <c:v>9735</c:v>
                </c:pt>
                <c:pt idx="9735">
                  <c:v>9736</c:v>
                </c:pt>
                <c:pt idx="9736">
                  <c:v>9737</c:v>
                </c:pt>
                <c:pt idx="9737">
                  <c:v>9738</c:v>
                </c:pt>
                <c:pt idx="9738">
                  <c:v>9739</c:v>
                </c:pt>
                <c:pt idx="9739">
                  <c:v>9740</c:v>
                </c:pt>
                <c:pt idx="9740">
                  <c:v>9741</c:v>
                </c:pt>
                <c:pt idx="9741">
                  <c:v>9742</c:v>
                </c:pt>
                <c:pt idx="9742">
                  <c:v>9743</c:v>
                </c:pt>
                <c:pt idx="9743">
                  <c:v>9744</c:v>
                </c:pt>
                <c:pt idx="9744">
                  <c:v>9745</c:v>
                </c:pt>
                <c:pt idx="9745">
                  <c:v>9746</c:v>
                </c:pt>
                <c:pt idx="9746">
                  <c:v>9747</c:v>
                </c:pt>
                <c:pt idx="9747">
                  <c:v>9748</c:v>
                </c:pt>
                <c:pt idx="9748">
                  <c:v>9749</c:v>
                </c:pt>
                <c:pt idx="9749">
                  <c:v>9750</c:v>
                </c:pt>
                <c:pt idx="9750">
                  <c:v>9751</c:v>
                </c:pt>
                <c:pt idx="9751">
                  <c:v>9752</c:v>
                </c:pt>
                <c:pt idx="9752">
                  <c:v>9753</c:v>
                </c:pt>
                <c:pt idx="9753">
                  <c:v>9754</c:v>
                </c:pt>
                <c:pt idx="9754">
                  <c:v>9755</c:v>
                </c:pt>
                <c:pt idx="9755">
                  <c:v>9756</c:v>
                </c:pt>
                <c:pt idx="9756">
                  <c:v>9757</c:v>
                </c:pt>
                <c:pt idx="9757">
                  <c:v>9758</c:v>
                </c:pt>
                <c:pt idx="9758">
                  <c:v>9759</c:v>
                </c:pt>
                <c:pt idx="9759">
                  <c:v>9760</c:v>
                </c:pt>
                <c:pt idx="9760">
                  <c:v>9761</c:v>
                </c:pt>
                <c:pt idx="9761">
                  <c:v>9762</c:v>
                </c:pt>
                <c:pt idx="9762">
                  <c:v>9763</c:v>
                </c:pt>
                <c:pt idx="9763">
                  <c:v>9764</c:v>
                </c:pt>
                <c:pt idx="9764">
                  <c:v>9765</c:v>
                </c:pt>
                <c:pt idx="9765">
                  <c:v>9766</c:v>
                </c:pt>
                <c:pt idx="9766">
                  <c:v>9767</c:v>
                </c:pt>
                <c:pt idx="9767">
                  <c:v>9768</c:v>
                </c:pt>
                <c:pt idx="9768">
                  <c:v>9769</c:v>
                </c:pt>
                <c:pt idx="9769">
                  <c:v>9770</c:v>
                </c:pt>
                <c:pt idx="9770">
                  <c:v>9771</c:v>
                </c:pt>
                <c:pt idx="9771">
                  <c:v>9772</c:v>
                </c:pt>
                <c:pt idx="9772">
                  <c:v>9773</c:v>
                </c:pt>
                <c:pt idx="9773">
                  <c:v>9774</c:v>
                </c:pt>
                <c:pt idx="9774">
                  <c:v>9775</c:v>
                </c:pt>
                <c:pt idx="9775">
                  <c:v>9776</c:v>
                </c:pt>
                <c:pt idx="9776">
                  <c:v>9777</c:v>
                </c:pt>
                <c:pt idx="9777">
                  <c:v>9778</c:v>
                </c:pt>
                <c:pt idx="9778">
                  <c:v>9779</c:v>
                </c:pt>
                <c:pt idx="9779">
                  <c:v>9780</c:v>
                </c:pt>
                <c:pt idx="9780">
                  <c:v>9781</c:v>
                </c:pt>
                <c:pt idx="9781">
                  <c:v>9782</c:v>
                </c:pt>
                <c:pt idx="9782">
                  <c:v>9783</c:v>
                </c:pt>
                <c:pt idx="9783">
                  <c:v>9784</c:v>
                </c:pt>
                <c:pt idx="9784">
                  <c:v>9785</c:v>
                </c:pt>
                <c:pt idx="9785">
                  <c:v>9786</c:v>
                </c:pt>
                <c:pt idx="9786">
                  <c:v>9787</c:v>
                </c:pt>
                <c:pt idx="9787">
                  <c:v>9788</c:v>
                </c:pt>
                <c:pt idx="9788">
                  <c:v>9789</c:v>
                </c:pt>
                <c:pt idx="9789">
                  <c:v>9790</c:v>
                </c:pt>
                <c:pt idx="9790">
                  <c:v>9791</c:v>
                </c:pt>
                <c:pt idx="9791">
                  <c:v>9792</c:v>
                </c:pt>
                <c:pt idx="9792">
                  <c:v>9793</c:v>
                </c:pt>
                <c:pt idx="9793">
                  <c:v>9794</c:v>
                </c:pt>
                <c:pt idx="9794">
                  <c:v>9795</c:v>
                </c:pt>
                <c:pt idx="9795">
                  <c:v>9796</c:v>
                </c:pt>
                <c:pt idx="9796">
                  <c:v>9797</c:v>
                </c:pt>
                <c:pt idx="9797">
                  <c:v>9798</c:v>
                </c:pt>
                <c:pt idx="9798">
                  <c:v>9799</c:v>
                </c:pt>
                <c:pt idx="9799">
                  <c:v>9800</c:v>
                </c:pt>
                <c:pt idx="9800">
                  <c:v>9801</c:v>
                </c:pt>
                <c:pt idx="9801">
                  <c:v>9802</c:v>
                </c:pt>
                <c:pt idx="9802">
                  <c:v>9803</c:v>
                </c:pt>
                <c:pt idx="9803">
                  <c:v>9804</c:v>
                </c:pt>
                <c:pt idx="9804">
                  <c:v>9805</c:v>
                </c:pt>
                <c:pt idx="9805">
                  <c:v>9806</c:v>
                </c:pt>
                <c:pt idx="9806">
                  <c:v>9807</c:v>
                </c:pt>
                <c:pt idx="9807">
                  <c:v>9808</c:v>
                </c:pt>
                <c:pt idx="9808">
                  <c:v>9809</c:v>
                </c:pt>
                <c:pt idx="9809">
                  <c:v>9810</c:v>
                </c:pt>
                <c:pt idx="9810">
                  <c:v>9811</c:v>
                </c:pt>
                <c:pt idx="9811">
                  <c:v>9812</c:v>
                </c:pt>
                <c:pt idx="9812">
                  <c:v>9813</c:v>
                </c:pt>
                <c:pt idx="9813">
                  <c:v>9814</c:v>
                </c:pt>
                <c:pt idx="9814">
                  <c:v>9815</c:v>
                </c:pt>
                <c:pt idx="9815">
                  <c:v>9816</c:v>
                </c:pt>
                <c:pt idx="9816">
                  <c:v>9817</c:v>
                </c:pt>
                <c:pt idx="9817">
                  <c:v>9818</c:v>
                </c:pt>
                <c:pt idx="9818">
                  <c:v>9819</c:v>
                </c:pt>
                <c:pt idx="9819">
                  <c:v>9820</c:v>
                </c:pt>
                <c:pt idx="9820">
                  <c:v>9821</c:v>
                </c:pt>
                <c:pt idx="9821">
                  <c:v>9822</c:v>
                </c:pt>
                <c:pt idx="9822">
                  <c:v>9823</c:v>
                </c:pt>
                <c:pt idx="9823">
                  <c:v>9824</c:v>
                </c:pt>
                <c:pt idx="9824">
                  <c:v>9825</c:v>
                </c:pt>
                <c:pt idx="9825">
                  <c:v>9826</c:v>
                </c:pt>
                <c:pt idx="9826">
                  <c:v>9827</c:v>
                </c:pt>
                <c:pt idx="9827">
                  <c:v>9828</c:v>
                </c:pt>
                <c:pt idx="9828">
                  <c:v>9829</c:v>
                </c:pt>
                <c:pt idx="9829">
                  <c:v>9830</c:v>
                </c:pt>
                <c:pt idx="9830">
                  <c:v>9831</c:v>
                </c:pt>
                <c:pt idx="9831">
                  <c:v>9832</c:v>
                </c:pt>
                <c:pt idx="9832">
                  <c:v>9833</c:v>
                </c:pt>
                <c:pt idx="9833">
                  <c:v>9834</c:v>
                </c:pt>
                <c:pt idx="9834">
                  <c:v>9835</c:v>
                </c:pt>
                <c:pt idx="9835">
                  <c:v>9836</c:v>
                </c:pt>
                <c:pt idx="9836">
                  <c:v>9837</c:v>
                </c:pt>
                <c:pt idx="9837">
                  <c:v>9838</c:v>
                </c:pt>
                <c:pt idx="9838">
                  <c:v>9839</c:v>
                </c:pt>
                <c:pt idx="9839">
                  <c:v>9840</c:v>
                </c:pt>
                <c:pt idx="9840">
                  <c:v>9841</c:v>
                </c:pt>
                <c:pt idx="9841">
                  <c:v>9842</c:v>
                </c:pt>
                <c:pt idx="9842">
                  <c:v>9843</c:v>
                </c:pt>
                <c:pt idx="9843">
                  <c:v>9844</c:v>
                </c:pt>
                <c:pt idx="9844">
                  <c:v>9845</c:v>
                </c:pt>
                <c:pt idx="9845">
                  <c:v>9846</c:v>
                </c:pt>
                <c:pt idx="9846">
                  <c:v>9847</c:v>
                </c:pt>
                <c:pt idx="9847">
                  <c:v>9848</c:v>
                </c:pt>
                <c:pt idx="9848">
                  <c:v>9849</c:v>
                </c:pt>
                <c:pt idx="9849">
                  <c:v>9850</c:v>
                </c:pt>
                <c:pt idx="9850">
                  <c:v>9851</c:v>
                </c:pt>
                <c:pt idx="9851">
                  <c:v>9852</c:v>
                </c:pt>
                <c:pt idx="9852">
                  <c:v>9853</c:v>
                </c:pt>
                <c:pt idx="9853">
                  <c:v>9854</c:v>
                </c:pt>
                <c:pt idx="9854">
                  <c:v>9855</c:v>
                </c:pt>
                <c:pt idx="9855">
                  <c:v>9856</c:v>
                </c:pt>
                <c:pt idx="9856">
                  <c:v>9857</c:v>
                </c:pt>
                <c:pt idx="9857">
                  <c:v>9858</c:v>
                </c:pt>
                <c:pt idx="9858">
                  <c:v>9859</c:v>
                </c:pt>
                <c:pt idx="9859">
                  <c:v>9860</c:v>
                </c:pt>
                <c:pt idx="9860">
                  <c:v>9861</c:v>
                </c:pt>
                <c:pt idx="9861">
                  <c:v>9862</c:v>
                </c:pt>
                <c:pt idx="9862">
                  <c:v>9863</c:v>
                </c:pt>
                <c:pt idx="9863">
                  <c:v>9864</c:v>
                </c:pt>
                <c:pt idx="9864">
                  <c:v>9865</c:v>
                </c:pt>
                <c:pt idx="9865">
                  <c:v>9866</c:v>
                </c:pt>
                <c:pt idx="9866">
                  <c:v>9867</c:v>
                </c:pt>
                <c:pt idx="9867">
                  <c:v>9868</c:v>
                </c:pt>
                <c:pt idx="9868">
                  <c:v>9869</c:v>
                </c:pt>
                <c:pt idx="9869">
                  <c:v>9870</c:v>
                </c:pt>
                <c:pt idx="9870">
                  <c:v>9871</c:v>
                </c:pt>
                <c:pt idx="9871">
                  <c:v>9872</c:v>
                </c:pt>
                <c:pt idx="9872">
                  <c:v>9873</c:v>
                </c:pt>
                <c:pt idx="9873">
                  <c:v>9874</c:v>
                </c:pt>
                <c:pt idx="9874">
                  <c:v>9875</c:v>
                </c:pt>
                <c:pt idx="9875">
                  <c:v>9876</c:v>
                </c:pt>
                <c:pt idx="9876">
                  <c:v>9877</c:v>
                </c:pt>
                <c:pt idx="9877">
                  <c:v>9878</c:v>
                </c:pt>
                <c:pt idx="9878">
                  <c:v>9879</c:v>
                </c:pt>
                <c:pt idx="9879">
                  <c:v>9880</c:v>
                </c:pt>
                <c:pt idx="9880">
                  <c:v>9881</c:v>
                </c:pt>
                <c:pt idx="9881">
                  <c:v>9882</c:v>
                </c:pt>
                <c:pt idx="9882">
                  <c:v>9883</c:v>
                </c:pt>
                <c:pt idx="9883">
                  <c:v>9884</c:v>
                </c:pt>
                <c:pt idx="9884">
                  <c:v>9885</c:v>
                </c:pt>
                <c:pt idx="9885">
                  <c:v>9886</c:v>
                </c:pt>
                <c:pt idx="9886">
                  <c:v>9887</c:v>
                </c:pt>
                <c:pt idx="9887">
                  <c:v>9888</c:v>
                </c:pt>
                <c:pt idx="9888">
                  <c:v>9889</c:v>
                </c:pt>
                <c:pt idx="9889">
                  <c:v>9890</c:v>
                </c:pt>
                <c:pt idx="9890">
                  <c:v>9891</c:v>
                </c:pt>
                <c:pt idx="9891">
                  <c:v>9892</c:v>
                </c:pt>
                <c:pt idx="9892">
                  <c:v>9893</c:v>
                </c:pt>
                <c:pt idx="9893">
                  <c:v>9894</c:v>
                </c:pt>
                <c:pt idx="9894">
                  <c:v>9895</c:v>
                </c:pt>
                <c:pt idx="9895">
                  <c:v>9896</c:v>
                </c:pt>
                <c:pt idx="9896">
                  <c:v>9897</c:v>
                </c:pt>
                <c:pt idx="9897">
                  <c:v>9898</c:v>
                </c:pt>
                <c:pt idx="9898">
                  <c:v>9899</c:v>
                </c:pt>
                <c:pt idx="9899">
                  <c:v>9900</c:v>
                </c:pt>
                <c:pt idx="9900">
                  <c:v>9901</c:v>
                </c:pt>
                <c:pt idx="9901">
                  <c:v>9902</c:v>
                </c:pt>
                <c:pt idx="9902">
                  <c:v>9903</c:v>
                </c:pt>
                <c:pt idx="9903">
                  <c:v>9904</c:v>
                </c:pt>
                <c:pt idx="9904">
                  <c:v>9905</c:v>
                </c:pt>
                <c:pt idx="9905">
                  <c:v>9906</c:v>
                </c:pt>
                <c:pt idx="9906">
                  <c:v>9907</c:v>
                </c:pt>
                <c:pt idx="9907">
                  <c:v>9908</c:v>
                </c:pt>
                <c:pt idx="9908">
                  <c:v>9909</c:v>
                </c:pt>
                <c:pt idx="9909">
                  <c:v>9910</c:v>
                </c:pt>
                <c:pt idx="9910">
                  <c:v>9911</c:v>
                </c:pt>
                <c:pt idx="9911">
                  <c:v>9912</c:v>
                </c:pt>
                <c:pt idx="9912">
                  <c:v>9913</c:v>
                </c:pt>
                <c:pt idx="9913">
                  <c:v>9914</c:v>
                </c:pt>
                <c:pt idx="9914">
                  <c:v>9915</c:v>
                </c:pt>
                <c:pt idx="9915">
                  <c:v>9916</c:v>
                </c:pt>
                <c:pt idx="9916">
                  <c:v>9917</c:v>
                </c:pt>
                <c:pt idx="9917">
                  <c:v>9918</c:v>
                </c:pt>
                <c:pt idx="9918">
                  <c:v>9919</c:v>
                </c:pt>
                <c:pt idx="9919">
                  <c:v>9920</c:v>
                </c:pt>
                <c:pt idx="9920">
                  <c:v>9921</c:v>
                </c:pt>
                <c:pt idx="9921">
                  <c:v>9922</c:v>
                </c:pt>
                <c:pt idx="9922">
                  <c:v>9923</c:v>
                </c:pt>
                <c:pt idx="9923">
                  <c:v>9924</c:v>
                </c:pt>
                <c:pt idx="9924">
                  <c:v>9925</c:v>
                </c:pt>
                <c:pt idx="9925">
                  <c:v>9926</c:v>
                </c:pt>
                <c:pt idx="9926">
                  <c:v>9927</c:v>
                </c:pt>
                <c:pt idx="9927">
                  <c:v>9928</c:v>
                </c:pt>
                <c:pt idx="9928">
                  <c:v>9929</c:v>
                </c:pt>
                <c:pt idx="9929">
                  <c:v>9930</c:v>
                </c:pt>
                <c:pt idx="9930">
                  <c:v>9931</c:v>
                </c:pt>
                <c:pt idx="9931">
                  <c:v>9932</c:v>
                </c:pt>
                <c:pt idx="9932">
                  <c:v>9933</c:v>
                </c:pt>
                <c:pt idx="9933">
                  <c:v>9934</c:v>
                </c:pt>
                <c:pt idx="9934">
                  <c:v>9935</c:v>
                </c:pt>
                <c:pt idx="9935">
                  <c:v>9936</c:v>
                </c:pt>
                <c:pt idx="9936">
                  <c:v>9937</c:v>
                </c:pt>
                <c:pt idx="9937">
                  <c:v>9938</c:v>
                </c:pt>
                <c:pt idx="9938">
                  <c:v>9939</c:v>
                </c:pt>
                <c:pt idx="9939">
                  <c:v>9940</c:v>
                </c:pt>
                <c:pt idx="9940">
                  <c:v>9941</c:v>
                </c:pt>
                <c:pt idx="9941">
                  <c:v>9942</c:v>
                </c:pt>
                <c:pt idx="9942">
                  <c:v>9943</c:v>
                </c:pt>
                <c:pt idx="9943">
                  <c:v>9944</c:v>
                </c:pt>
                <c:pt idx="9944">
                  <c:v>9945</c:v>
                </c:pt>
                <c:pt idx="9945">
                  <c:v>9946</c:v>
                </c:pt>
                <c:pt idx="9946">
                  <c:v>9947</c:v>
                </c:pt>
                <c:pt idx="9947">
                  <c:v>9948</c:v>
                </c:pt>
                <c:pt idx="9948">
                  <c:v>9949</c:v>
                </c:pt>
                <c:pt idx="9949">
                  <c:v>9950</c:v>
                </c:pt>
                <c:pt idx="9950">
                  <c:v>9951</c:v>
                </c:pt>
                <c:pt idx="9951">
                  <c:v>9952</c:v>
                </c:pt>
                <c:pt idx="9952">
                  <c:v>9953</c:v>
                </c:pt>
                <c:pt idx="9953">
                  <c:v>9954</c:v>
                </c:pt>
                <c:pt idx="9954">
                  <c:v>9955</c:v>
                </c:pt>
                <c:pt idx="9955">
                  <c:v>9956</c:v>
                </c:pt>
                <c:pt idx="9956">
                  <c:v>9957</c:v>
                </c:pt>
                <c:pt idx="9957">
                  <c:v>9958</c:v>
                </c:pt>
                <c:pt idx="9958">
                  <c:v>9959</c:v>
                </c:pt>
                <c:pt idx="9959">
                  <c:v>9960</c:v>
                </c:pt>
                <c:pt idx="9960">
                  <c:v>9961</c:v>
                </c:pt>
                <c:pt idx="9961">
                  <c:v>9962</c:v>
                </c:pt>
                <c:pt idx="9962">
                  <c:v>9963</c:v>
                </c:pt>
                <c:pt idx="9963">
                  <c:v>9964</c:v>
                </c:pt>
                <c:pt idx="9964">
                  <c:v>9965</c:v>
                </c:pt>
                <c:pt idx="9965">
                  <c:v>9966</c:v>
                </c:pt>
                <c:pt idx="9966">
                  <c:v>9967</c:v>
                </c:pt>
                <c:pt idx="9967">
                  <c:v>9968</c:v>
                </c:pt>
                <c:pt idx="9968">
                  <c:v>9969</c:v>
                </c:pt>
                <c:pt idx="9969">
                  <c:v>9970</c:v>
                </c:pt>
                <c:pt idx="9970">
                  <c:v>9971</c:v>
                </c:pt>
                <c:pt idx="9971">
                  <c:v>9972</c:v>
                </c:pt>
                <c:pt idx="9972">
                  <c:v>9973</c:v>
                </c:pt>
                <c:pt idx="9973">
                  <c:v>9974</c:v>
                </c:pt>
                <c:pt idx="9974">
                  <c:v>9975</c:v>
                </c:pt>
                <c:pt idx="9975">
                  <c:v>9976</c:v>
                </c:pt>
                <c:pt idx="9976">
                  <c:v>9977</c:v>
                </c:pt>
                <c:pt idx="9977">
                  <c:v>9978</c:v>
                </c:pt>
                <c:pt idx="9978">
                  <c:v>9979</c:v>
                </c:pt>
                <c:pt idx="9979">
                  <c:v>9980</c:v>
                </c:pt>
                <c:pt idx="9980">
                  <c:v>9981</c:v>
                </c:pt>
                <c:pt idx="9981">
                  <c:v>9982</c:v>
                </c:pt>
                <c:pt idx="9982">
                  <c:v>9983</c:v>
                </c:pt>
                <c:pt idx="9983">
                  <c:v>9984</c:v>
                </c:pt>
                <c:pt idx="9984">
                  <c:v>9985</c:v>
                </c:pt>
                <c:pt idx="9985">
                  <c:v>9986</c:v>
                </c:pt>
                <c:pt idx="9986">
                  <c:v>9987</c:v>
                </c:pt>
                <c:pt idx="9987">
                  <c:v>9988</c:v>
                </c:pt>
                <c:pt idx="9988">
                  <c:v>9989</c:v>
                </c:pt>
                <c:pt idx="9989">
                  <c:v>9990</c:v>
                </c:pt>
                <c:pt idx="9990">
                  <c:v>9991</c:v>
                </c:pt>
                <c:pt idx="9991">
                  <c:v>9992</c:v>
                </c:pt>
                <c:pt idx="9992">
                  <c:v>9993</c:v>
                </c:pt>
                <c:pt idx="9993">
                  <c:v>9994</c:v>
                </c:pt>
                <c:pt idx="9994">
                  <c:v>9995</c:v>
                </c:pt>
                <c:pt idx="9995">
                  <c:v>9996</c:v>
                </c:pt>
                <c:pt idx="9996">
                  <c:v>9997</c:v>
                </c:pt>
                <c:pt idx="9997">
                  <c:v>9998</c:v>
                </c:pt>
                <c:pt idx="9998">
                  <c:v>9999</c:v>
                </c:pt>
                <c:pt idx="9999">
                  <c:v>10000</c:v>
                </c:pt>
              </c:numCache>
            </c:numRef>
          </c:xVal>
          <c:yVal>
            <c:numRef>
              <c:f>Sheet1!$I$3:$I$10002</c:f>
              <c:numCache>
                <c:formatCode>0.000</c:formatCode>
                <c:ptCount val="10000"/>
                <c:pt idx="0">
                  <c:v>3.4851819509247807E-3</c:v>
                </c:pt>
                <c:pt idx="1">
                  <c:v>6.9729852640059093E-3</c:v>
                </c:pt>
                <c:pt idx="2">
                  <c:v>1.0463409032929402E-2</c:v>
                </c:pt>
                <c:pt idx="3">
                  <c:v>1.39564523513813E-2</c:v>
                </c:pt>
                <c:pt idx="4">
                  <c:v>1.7452114313047603E-2</c:v>
                </c:pt>
                <c:pt idx="5">
                  <c:v>2.0950394011614203E-2</c:v>
                </c:pt>
                <c:pt idx="6">
                  <c:v>2.4451290540767306E-2</c:v>
                </c:pt>
                <c:pt idx="7">
                  <c:v>2.7954802994192895E-2</c:v>
                </c:pt>
                <c:pt idx="8">
                  <c:v>3.1460930465576804E-2</c:v>
                </c:pt>
                <c:pt idx="9">
                  <c:v>3.4969672048605308E-2</c:v>
                </c:pt>
                <c:pt idx="10">
                  <c:v>3.8481026836964201E-2</c:v>
                </c:pt>
                <c:pt idx="11">
                  <c:v>4.1994993924339606E-2</c:v>
                </c:pt>
                <c:pt idx="12">
                  <c:v>4.5511572404417396E-2</c:v>
                </c:pt>
                <c:pt idx="13">
                  <c:v>4.9030761370883809E-2</c:v>
                </c:pt>
                <c:pt idx="14">
                  <c:v>5.2552559917424711E-2</c:v>
                </c:pt>
                <c:pt idx="15">
                  <c:v>5.6076967137726211E-2</c:v>
                </c:pt>
                <c:pt idx="16">
                  <c:v>5.9603982125474103E-2</c:v>
                </c:pt>
                <c:pt idx="17">
                  <c:v>6.3133603974354718E-2</c:v>
                </c:pt>
                <c:pt idx="18">
                  <c:v>6.6665831778053797E-2</c:v>
                </c:pt>
                <c:pt idx="19">
                  <c:v>7.0200664630257495E-2</c:v>
                </c:pt>
                <c:pt idx="20">
                  <c:v>7.3738101624651803E-2</c:v>
                </c:pt>
                <c:pt idx="21">
                  <c:v>7.7278141854922613E-2</c:v>
                </c:pt>
                <c:pt idx="22">
                  <c:v>8.0820784414756083E-2</c:v>
                </c:pt>
                <c:pt idx="23">
                  <c:v>8.4366028397838327E-2</c:v>
                </c:pt>
                <c:pt idx="24">
                  <c:v>8.79138728978551E-2</c:v>
                </c:pt>
                <c:pt idx="25">
                  <c:v>9.1464317008492516E-2</c:v>
                </c:pt>
                <c:pt idx="26">
                  <c:v>9.501735982343662E-2</c:v>
                </c:pt>
                <c:pt idx="27">
                  <c:v>9.8573000436373417E-2</c:v>
                </c:pt>
                <c:pt idx="28">
                  <c:v>0.10213123794098901</c:v>
                </c:pt>
                <c:pt idx="29">
                  <c:v>0.10569207143096904</c:v>
                </c:pt>
                <c:pt idx="30">
                  <c:v>0.10925550000000003</c:v>
                </c:pt>
                <c:pt idx="31">
                  <c:v>0.112821522741768</c:v>
                </c:pt>
                <c:pt idx="32">
                  <c:v>0.116390138749958</c:v>
                </c:pt>
                <c:pt idx="33">
                  <c:v>0.11996134711825701</c:v>
                </c:pt>
                <c:pt idx="34">
                  <c:v>0.12353514694035103</c:v>
                </c:pt>
                <c:pt idx="35">
                  <c:v>0.127111537309926</c:v>
                </c:pt>
                <c:pt idx="36">
                  <c:v>0.13069051732066697</c:v>
                </c:pt>
                <c:pt idx="37">
                  <c:v>0.13427208606626204</c:v>
                </c:pt>
                <c:pt idx="38">
                  <c:v>0.13785624264039503</c:v>
                </c:pt>
                <c:pt idx="39">
                  <c:v>0.14144298613675302</c:v>
                </c:pt>
                <c:pt idx="40">
                  <c:v>0.14503231564902203</c:v>
                </c:pt>
                <c:pt idx="41">
                  <c:v>0.148624230270887</c:v>
                </c:pt>
                <c:pt idx="42">
                  <c:v>0.15221872909603604</c:v>
                </c:pt>
                <c:pt idx="43">
                  <c:v>0.15581581121815297</c:v>
                </c:pt>
                <c:pt idx="44">
                  <c:v>0.15941547573092504</c:v>
                </c:pt>
                <c:pt idx="45">
                  <c:v>0.16301772172803897</c:v>
                </c:pt>
                <c:pt idx="46">
                  <c:v>0.16662254830317894</c:v>
                </c:pt>
                <c:pt idx="47">
                  <c:v>0.17022995455003204</c:v>
                </c:pt>
                <c:pt idx="48">
                  <c:v>0.17383993956228405</c:v>
                </c:pt>
                <c:pt idx="49">
                  <c:v>0.17745250243362101</c:v>
                </c:pt>
                <c:pt idx="50">
                  <c:v>0.18106764225772903</c:v>
                </c:pt>
                <c:pt idx="51">
                  <c:v>0.18468535812829404</c:v>
                </c:pt>
                <c:pt idx="52">
                  <c:v>0.18830564913900202</c:v>
                </c:pt>
                <c:pt idx="53">
                  <c:v>0.19192851438353897</c:v>
                </c:pt>
                <c:pt idx="54">
                  <c:v>0.195553952955591</c:v>
                </c:pt>
                <c:pt idx="55">
                  <c:v>0.19918196394884394</c:v>
                </c:pt>
                <c:pt idx="56">
                  <c:v>0.20281254645698399</c:v>
                </c:pt>
                <c:pt idx="57">
                  <c:v>0.20644569957369702</c:v>
                </c:pt>
                <c:pt idx="58">
                  <c:v>0.21008142239266903</c:v>
                </c:pt>
                <c:pt idx="59">
                  <c:v>0.21371971400758599</c:v>
                </c:pt>
                <c:pt idx="60">
                  <c:v>0.21736057351213503</c:v>
                </c:pt>
                <c:pt idx="61">
                  <c:v>0.22100400000000001</c:v>
                </c:pt>
                <c:pt idx="62">
                  <c:v>0.22464999256486903</c:v>
                </c:pt>
                <c:pt idx="63">
                  <c:v>0.22829855030042603</c:v>
                </c:pt>
                <c:pt idx="64">
                  <c:v>0.23194967230035901</c:v>
                </c:pt>
                <c:pt idx="65">
                  <c:v>0.235603357658353</c:v>
                </c:pt>
                <c:pt idx="66">
                  <c:v>0.23925960546809399</c:v>
                </c:pt>
                <c:pt idx="67">
                  <c:v>0.24291841482326906</c:v>
                </c:pt>
                <c:pt idx="68">
                  <c:v>0.24657978481756201</c:v>
                </c:pt>
                <c:pt idx="69">
                  <c:v>0.25024371454466099</c:v>
                </c:pt>
                <c:pt idx="70">
                  <c:v>0.25391020309825107</c:v>
                </c:pt>
                <c:pt idx="71">
                  <c:v>0.257579249572018</c:v>
                </c:pt>
                <c:pt idx="72">
                  <c:v>0.26125085305964907</c:v>
                </c:pt>
                <c:pt idx="73">
                  <c:v>0.26492501265482898</c:v>
                </c:pt>
                <c:pt idx="74">
                  <c:v>0.268601727451244</c:v>
                </c:pt>
                <c:pt idx="75">
                  <c:v>0.27228099654257998</c:v>
                </c:pt>
                <c:pt idx="76">
                  <c:v>0.27596281902252406</c:v>
                </c:pt>
                <c:pt idx="77">
                  <c:v>0.27964719398476007</c:v>
                </c:pt>
                <c:pt idx="78">
                  <c:v>0.28333412052297702</c:v>
                </c:pt>
                <c:pt idx="79">
                  <c:v>0.28702359773085812</c:v>
                </c:pt>
                <c:pt idx="80">
                  <c:v>0.290715624702091</c:v>
                </c:pt>
                <c:pt idx="81">
                  <c:v>0.29441020053036204</c:v>
                </c:pt>
                <c:pt idx="82">
                  <c:v>0.29810732430935505</c:v>
                </c:pt>
                <c:pt idx="83">
                  <c:v>0.30180699513275816</c:v>
                </c:pt>
                <c:pt idx="84">
                  <c:v>0.30550921209425708</c:v>
                </c:pt>
                <c:pt idx="85">
                  <c:v>0.30921397428753705</c:v>
                </c:pt>
                <c:pt idx="86">
                  <c:v>0.31292128080628406</c:v>
                </c:pt>
                <c:pt idx="87">
                  <c:v>0.31663113074418492</c:v>
                </c:pt>
                <c:pt idx="88">
                  <c:v>0.32034352319492504</c:v>
                </c:pt>
                <c:pt idx="89">
                  <c:v>0.32405845725219007</c:v>
                </c:pt>
                <c:pt idx="90">
                  <c:v>0.32777593200966704</c:v>
                </c:pt>
                <c:pt idx="91">
                  <c:v>0.33149594656104198</c:v>
                </c:pt>
                <c:pt idx="92">
                  <c:v>0.33521850000000009</c:v>
                </c:pt>
                <c:pt idx="93">
                  <c:v>0.33894359142022806</c:v>
                </c:pt>
                <c:pt idx="94">
                  <c:v>0.34267121991541105</c:v>
                </c:pt>
                <c:pt idx="95">
                  <c:v>0.34640138457923508</c:v>
                </c:pt>
                <c:pt idx="96">
                  <c:v>0.35013408450538797</c:v>
                </c:pt>
                <c:pt idx="97">
                  <c:v>0.35386931878755307</c:v>
                </c:pt>
                <c:pt idx="98">
                  <c:v>0.35760708651941908</c:v>
                </c:pt>
                <c:pt idx="99">
                  <c:v>0.3613473867946701</c:v>
                </c:pt>
                <c:pt idx="100">
                  <c:v>0.36509021870699199</c:v>
                </c:pt>
                <c:pt idx="101">
                  <c:v>0.36883558135007211</c:v>
                </c:pt>
                <c:pt idx="102">
                  <c:v>0.3725834738175961</c:v>
                </c:pt>
                <c:pt idx="103">
                  <c:v>0.37633389520324911</c:v>
                </c:pt>
                <c:pt idx="104">
                  <c:v>0.38008684460071807</c:v>
                </c:pt>
                <c:pt idx="105">
                  <c:v>0.3838423211036891</c:v>
                </c:pt>
                <c:pt idx="106">
                  <c:v>0.38760032380584714</c:v>
                </c:pt>
                <c:pt idx="107">
                  <c:v>0.39136085180087909</c:v>
                </c:pt>
                <c:pt idx="108">
                  <c:v>0.39512390418247112</c:v>
                </c:pt>
                <c:pt idx="109">
                  <c:v>0.39888948004430913</c:v>
                </c:pt>
                <c:pt idx="110">
                  <c:v>0.40265757848007799</c:v>
                </c:pt>
                <c:pt idx="111">
                  <c:v>0.40642819858346507</c:v>
                </c:pt>
                <c:pt idx="112">
                  <c:v>0.41020133944815496</c:v>
                </c:pt>
                <c:pt idx="113">
                  <c:v>0.41397700016783606</c:v>
                </c:pt>
                <c:pt idx="114">
                  <c:v>0.41775517983619193</c:v>
                </c:pt>
                <c:pt idx="115">
                  <c:v>0.42153587754691002</c:v>
                </c:pt>
                <c:pt idx="116">
                  <c:v>0.4253190923936761</c:v>
                </c:pt>
                <c:pt idx="117">
                  <c:v>0.42910482347017598</c:v>
                </c:pt>
                <c:pt idx="118">
                  <c:v>0.43289306987009507</c:v>
                </c:pt>
                <c:pt idx="119">
                  <c:v>0.43668383068712002</c:v>
                </c:pt>
                <c:pt idx="120">
                  <c:v>0.44047710501493698</c:v>
                </c:pt>
                <c:pt idx="121">
                  <c:v>0.44427289194723207</c:v>
                </c:pt>
                <c:pt idx="122">
                  <c:v>0.44807119057769101</c:v>
                </c:pt>
                <c:pt idx="123">
                  <c:v>0.45187200000000005</c:v>
                </c:pt>
                <c:pt idx="124">
                  <c:v>0.45567531930784511</c:v>
                </c:pt>
                <c:pt idx="125">
                  <c:v>0.45948114759491104</c:v>
                </c:pt>
                <c:pt idx="126">
                  <c:v>0.46328948395488612</c:v>
                </c:pt>
                <c:pt idx="127">
                  <c:v>0.46710032748145408</c:v>
                </c:pt>
                <c:pt idx="128">
                  <c:v>0.47091367726830308</c:v>
                </c:pt>
                <c:pt idx="129">
                  <c:v>0.47472953240911703</c:v>
                </c:pt>
                <c:pt idx="130">
                  <c:v>0.47854789199758307</c:v>
                </c:pt>
                <c:pt idx="131">
                  <c:v>0.48236875512738703</c:v>
                </c:pt>
                <c:pt idx="132">
                  <c:v>0.48619212089221597</c:v>
                </c:pt>
                <c:pt idx="133">
                  <c:v>0.49001798838575411</c:v>
                </c:pt>
                <c:pt idx="134">
                  <c:v>0.49384635670168808</c:v>
                </c:pt>
                <c:pt idx="135">
                  <c:v>0.49767722493370498</c:v>
                </c:pt>
                <c:pt idx="136">
                  <c:v>0.50151059217548899</c:v>
                </c:pt>
                <c:pt idx="137">
                  <c:v>0.50534645752072804</c:v>
                </c:pt>
                <c:pt idx="138">
                  <c:v>0.50918482006310595</c:v>
                </c:pt>
                <c:pt idx="139">
                  <c:v>0.51302567889631101</c:v>
                </c:pt>
                <c:pt idx="140">
                  <c:v>0.5168690331140281</c:v>
                </c:pt>
                <c:pt idx="141">
                  <c:v>0.52071488180994285</c:v>
                </c:pt>
                <c:pt idx="142">
                  <c:v>0.52456322407774181</c:v>
                </c:pt>
                <c:pt idx="143">
                  <c:v>0.52841405901111094</c:v>
                </c:pt>
                <c:pt idx="144">
                  <c:v>0.53226738570373577</c:v>
                </c:pt>
                <c:pt idx="145">
                  <c:v>0.53612320324930407</c:v>
                </c:pt>
                <c:pt idx="146">
                  <c:v>0.53998151074149903</c:v>
                </c:pt>
                <c:pt idx="147">
                  <c:v>0.54384230727400895</c:v>
                </c:pt>
                <c:pt idx="148">
                  <c:v>0.54770559194051904</c:v>
                </c:pt>
                <c:pt idx="149">
                  <c:v>0.55157136383471483</c:v>
                </c:pt>
                <c:pt idx="150">
                  <c:v>0.55543962205028408</c:v>
                </c:pt>
                <c:pt idx="151">
                  <c:v>0.55931036568090986</c:v>
                </c:pt>
                <c:pt idx="152">
                  <c:v>0.56318359382028094</c:v>
                </c:pt>
                <c:pt idx="153">
                  <c:v>0.56705930556208195</c:v>
                </c:pt>
                <c:pt idx="154">
                  <c:v>0.57093749999999999</c:v>
                </c:pt>
                <c:pt idx="155">
                  <c:v>0.57481817622772002</c:v>
                </c:pt>
                <c:pt idx="156">
                  <c:v>0.57870133333892815</c:v>
                </c:pt>
                <c:pt idx="157">
                  <c:v>0.58258697042730978</c:v>
                </c:pt>
                <c:pt idx="158">
                  <c:v>0.58647508658655301</c:v>
                </c:pt>
                <c:pt idx="159">
                  <c:v>0.59036568091034181</c:v>
                </c:pt>
                <c:pt idx="160">
                  <c:v>0.59425875249236293</c:v>
                </c:pt>
                <c:pt idx="161">
                  <c:v>0.59815430042630291</c:v>
                </c:pt>
                <c:pt idx="162">
                  <c:v>0.60205232380584683</c:v>
                </c:pt>
                <c:pt idx="163">
                  <c:v>0.60595282172468201</c:v>
                </c:pt>
                <c:pt idx="164">
                  <c:v>0.6098557932764932</c:v>
                </c:pt>
                <c:pt idx="165">
                  <c:v>0.61376123755496614</c:v>
                </c:pt>
                <c:pt idx="166">
                  <c:v>0.61766915365378827</c:v>
                </c:pt>
                <c:pt idx="167">
                  <c:v>0.621579540666644</c:v>
                </c:pt>
                <c:pt idx="168">
                  <c:v>0.62549239768722098</c:v>
                </c:pt>
                <c:pt idx="169">
                  <c:v>0.62940772380920396</c:v>
                </c:pt>
                <c:pt idx="170">
                  <c:v>0.63332551812628013</c:v>
                </c:pt>
                <c:pt idx="171">
                  <c:v>0.63724577973213403</c:v>
                </c:pt>
                <c:pt idx="172">
                  <c:v>0.64116850772045197</c:v>
                </c:pt>
                <c:pt idx="173">
                  <c:v>0.64509370118492204</c:v>
                </c:pt>
                <c:pt idx="174">
                  <c:v>0.6490213592192271</c:v>
                </c:pt>
                <c:pt idx="175">
                  <c:v>0.65295148091705602</c:v>
                </c:pt>
                <c:pt idx="176">
                  <c:v>0.6568840653720921</c:v>
                </c:pt>
                <c:pt idx="177">
                  <c:v>0.66081911167802421</c:v>
                </c:pt>
                <c:pt idx="178">
                  <c:v>0.66475661892853521</c:v>
                </c:pt>
                <c:pt idx="179">
                  <c:v>0.66869658621731409</c:v>
                </c:pt>
                <c:pt idx="180">
                  <c:v>0.67263901263804537</c:v>
                </c:pt>
                <c:pt idx="181">
                  <c:v>0.67658389728441515</c:v>
                </c:pt>
                <c:pt idx="182">
                  <c:v>0.68053123925010905</c:v>
                </c:pt>
                <c:pt idx="183">
                  <c:v>0.68448103762881418</c:v>
                </c:pt>
                <c:pt idx="184">
                  <c:v>0.68843329151421584</c:v>
                </c:pt>
                <c:pt idx="185">
                  <c:v>0.692388</c:v>
                </c:pt>
                <c:pt idx="186">
                  <c:v>0.69634516217985309</c:v>
                </c:pt>
                <c:pt idx="187">
                  <c:v>0.70030477714746098</c:v>
                </c:pt>
                <c:pt idx="188">
                  <c:v>0.70426684399650896</c:v>
                </c:pt>
                <c:pt idx="189">
                  <c:v>0.70823136182068391</c:v>
                </c:pt>
                <c:pt idx="190">
                  <c:v>0.71219832971367203</c:v>
                </c:pt>
                <c:pt idx="191">
                  <c:v>0.71616774676915784</c:v>
                </c:pt>
                <c:pt idx="192">
                  <c:v>0.72013961208083022</c:v>
                </c:pt>
                <c:pt idx="193">
                  <c:v>0.72411392474237191</c:v>
                </c:pt>
                <c:pt idx="194">
                  <c:v>0.72809068384747111</c:v>
                </c:pt>
                <c:pt idx="195">
                  <c:v>0.73206988848981214</c:v>
                </c:pt>
                <c:pt idx="196">
                  <c:v>0.73605153776308319</c:v>
                </c:pt>
                <c:pt idx="197">
                  <c:v>0.74003563076096801</c:v>
                </c:pt>
                <c:pt idx="198">
                  <c:v>0.74402216657715403</c:v>
                </c:pt>
                <c:pt idx="199">
                  <c:v>0.748011144305327</c:v>
                </c:pt>
                <c:pt idx="200">
                  <c:v>0.75200256303917312</c:v>
                </c:pt>
                <c:pt idx="201">
                  <c:v>0.75599642187237803</c:v>
                </c:pt>
                <c:pt idx="202">
                  <c:v>0.75999271989862704</c:v>
                </c:pt>
                <c:pt idx="203">
                  <c:v>0.76399145621160824</c:v>
                </c:pt>
                <c:pt idx="204">
                  <c:v>0.76799262990500505</c:v>
                </c:pt>
                <c:pt idx="205">
                  <c:v>0.77199624007250511</c:v>
                </c:pt>
                <c:pt idx="206">
                  <c:v>0.77600228580779396</c:v>
                </c:pt>
                <c:pt idx="207">
                  <c:v>0.780010766204558</c:v>
                </c:pt>
                <c:pt idx="208">
                  <c:v>0.78402168035648412</c:v>
                </c:pt>
                <c:pt idx="209">
                  <c:v>0.78803502735725584</c:v>
                </c:pt>
                <c:pt idx="210">
                  <c:v>0.79205080630056113</c:v>
                </c:pt>
                <c:pt idx="211">
                  <c:v>0.7960690162800852</c:v>
                </c:pt>
                <c:pt idx="212">
                  <c:v>0.80008965638951424</c:v>
                </c:pt>
                <c:pt idx="213">
                  <c:v>0.80411272572253378</c:v>
                </c:pt>
                <c:pt idx="214">
                  <c:v>0.80813822337283103</c:v>
                </c:pt>
                <c:pt idx="215">
                  <c:v>0.81216614843409096</c:v>
                </c:pt>
                <c:pt idx="216">
                  <c:v>0.81619649999999999</c:v>
                </c:pt>
                <c:pt idx="217">
                  <c:v>0.8202292771642441</c:v>
                </c:pt>
                <c:pt idx="218">
                  <c:v>0.82426447902051003</c:v>
                </c:pt>
                <c:pt idx="219">
                  <c:v>0.828302104662482</c:v>
                </c:pt>
                <c:pt idx="220">
                  <c:v>0.83234215318384708</c:v>
                </c:pt>
                <c:pt idx="221">
                  <c:v>0.83638462367829214</c:v>
                </c:pt>
                <c:pt idx="222">
                  <c:v>0.84042951523950216</c:v>
                </c:pt>
                <c:pt idx="223">
                  <c:v>0.844476826961163</c:v>
                </c:pt>
                <c:pt idx="224">
                  <c:v>0.84852655793696086</c:v>
                </c:pt>
                <c:pt idx="225">
                  <c:v>0.85257870726058216</c:v>
                </c:pt>
                <c:pt idx="226">
                  <c:v>0.8566332740257121</c:v>
                </c:pt>
                <c:pt idx="227">
                  <c:v>0.86069025732603821</c:v>
                </c:pt>
                <c:pt idx="228">
                  <c:v>0.86474965625524525</c:v>
                </c:pt>
                <c:pt idx="229">
                  <c:v>0.86881146990701896</c:v>
                </c:pt>
                <c:pt idx="230">
                  <c:v>0.87287569737504622</c:v>
                </c:pt>
                <c:pt idx="231">
                  <c:v>0.87694233775301311</c:v>
                </c:pt>
                <c:pt idx="232">
                  <c:v>0.88101139013460406</c:v>
                </c:pt>
                <c:pt idx="233">
                  <c:v>0.88508285361350714</c:v>
                </c:pt>
                <c:pt idx="234">
                  <c:v>0.889156727283408</c:v>
                </c:pt>
                <c:pt idx="235">
                  <c:v>0.89323301023799084</c:v>
                </c:pt>
                <c:pt idx="236">
                  <c:v>0.89731170157094386</c:v>
                </c:pt>
                <c:pt idx="237">
                  <c:v>0.90139280037595293</c:v>
                </c:pt>
                <c:pt idx="238">
                  <c:v>0.90547630574670179</c:v>
                </c:pt>
                <c:pt idx="239">
                  <c:v>0.90956221677687898</c:v>
                </c:pt>
                <c:pt idx="240">
                  <c:v>0.91365053256016915</c:v>
                </c:pt>
                <c:pt idx="241">
                  <c:v>0.91774125219025915</c:v>
                </c:pt>
                <c:pt idx="242">
                  <c:v>0.92183437476083396</c:v>
                </c:pt>
                <c:pt idx="243">
                  <c:v>0.92592989936558023</c:v>
                </c:pt>
                <c:pt idx="244">
                  <c:v>0.93002782509818416</c:v>
                </c:pt>
                <c:pt idx="245">
                  <c:v>0.93412815105233094</c:v>
                </c:pt>
                <c:pt idx="246">
                  <c:v>0.9382308763217081</c:v>
                </c:pt>
                <c:pt idx="247">
                  <c:v>0.94233599999999984</c:v>
                </c:pt>
                <c:pt idx="248">
                  <c:v>0.94644352118089403</c:v>
                </c:pt>
                <c:pt idx="249">
                  <c:v>0.95055343895807509</c:v>
                </c:pt>
                <c:pt idx="250">
                  <c:v>0.95466575242522911</c:v>
                </c:pt>
                <c:pt idx="251">
                  <c:v>0.95878046067604294</c:v>
                </c:pt>
                <c:pt idx="252">
                  <c:v>0.96289756280420302</c:v>
                </c:pt>
                <c:pt idx="253">
                  <c:v>0.96701705790339409</c:v>
                </c:pt>
                <c:pt idx="254">
                  <c:v>0.97113894506730192</c:v>
                </c:pt>
                <c:pt idx="255">
                  <c:v>0.97526322338961402</c:v>
                </c:pt>
                <c:pt idx="256">
                  <c:v>0.97938989196401605</c:v>
                </c:pt>
                <c:pt idx="257">
                  <c:v>0.98351894988419286</c:v>
                </c:pt>
                <c:pt idx="258">
                  <c:v>0.98765039624383211</c:v>
                </c:pt>
                <c:pt idx="259">
                  <c:v>0.99178423013661798</c:v>
                </c:pt>
                <c:pt idx="260">
                  <c:v>0.99592045065623902</c:v>
                </c:pt>
                <c:pt idx="261">
                  <c:v>1.0000590568963801</c:v>
                </c:pt>
                <c:pt idx="262">
                  <c:v>1.00420004795072</c:v>
                </c:pt>
                <c:pt idx="263">
                  <c:v>1.00834342291296</c:v>
                </c:pt>
                <c:pt idx="264">
                  <c:v>1.0124891808767702</c:v>
                </c:pt>
                <c:pt idx="265">
                  <c:v>1.0166373209358501</c:v>
                </c:pt>
                <c:pt idx="266">
                  <c:v>1.0207878421838801</c:v>
                </c:pt>
                <c:pt idx="267">
                  <c:v>1.0249407437145399</c:v>
                </c:pt>
                <c:pt idx="268">
                  <c:v>1.0290960246215302</c:v>
                </c:pt>
                <c:pt idx="269">
                  <c:v>1.03325368399852</c:v>
                </c:pt>
                <c:pt idx="270">
                  <c:v>1.03741372093921</c:v>
                </c:pt>
                <c:pt idx="271">
                  <c:v>1.04157613453728</c:v>
                </c:pt>
                <c:pt idx="272">
                  <c:v>1.0457409238864102</c:v>
                </c:pt>
                <c:pt idx="273">
                  <c:v>1.0499080880802898</c:v>
                </c:pt>
                <c:pt idx="274">
                  <c:v>1.0540776262126101</c:v>
                </c:pt>
                <c:pt idx="275">
                  <c:v>1.05824953737706</c:v>
                </c:pt>
                <c:pt idx="276">
                  <c:v>1.06242382066732</c:v>
                </c:pt>
                <c:pt idx="277">
                  <c:v>1.0666004751770699</c:v>
                </c:pt>
                <c:pt idx="278">
                  <c:v>1.0707795</c:v>
                </c:pt>
                <c:pt idx="279">
                  <c:v>1.0749608942297999</c:v>
                </c:pt>
                <c:pt idx="280">
                  <c:v>1.0791446569601597</c:v>
                </c:pt>
                <c:pt idx="281">
                  <c:v>1.0833307872847497</c:v>
                </c:pt>
                <c:pt idx="282">
                  <c:v>1.0875192842972699</c:v>
                </c:pt>
                <c:pt idx="283">
                  <c:v>1.0917101470913999</c:v>
                </c:pt>
                <c:pt idx="284">
                  <c:v>1.09590337476083</c:v>
                </c:pt>
                <c:pt idx="285">
                  <c:v>1.1000989663992502</c:v>
                </c:pt>
                <c:pt idx="286">
                  <c:v>1.1042969211003302</c:v>
                </c:pt>
                <c:pt idx="287">
                  <c:v>1.10849723795777</c:v>
                </c:pt>
                <c:pt idx="288">
                  <c:v>1.11269991606525</c:v>
                </c:pt>
                <c:pt idx="289">
                  <c:v>1.11690495451646</c:v>
                </c:pt>
                <c:pt idx="290">
                  <c:v>1.1211123524050899</c:v>
                </c:pt>
                <c:pt idx="291">
                  <c:v>1.12532210882481</c:v>
                </c:pt>
                <c:pt idx="292">
                  <c:v>1.1295342228693197</c:v>
                </c:pt>
                <c:pt idx="293">
                  <c:v>1.1337486936323098</c:v>
                </c:pt>
                <c:pt idx="294">
                  <c:v>1.1379655202074499</c:v>
                </c:pt>
                <c:pt idx="295">
                  <c:v>1.1421847016884301</c:v>
                </c:pt>
                <c:pt idx="296">
                  <c:v>1.1464062371689399</c:v>
                </c:pt>
                <c:pt idx="297">
                  <c:v>1.1506301257426701</c:v>
                </c:pt>
                <c:pt idx="298">
                  <c:v>1.1548563665033102</c:v>
                </c:pt>
                <c:pt idx="299">
                  <c:v>1.15908495854453</c:v>
                </c:pt>
                <c:pt idx="300">
                  <c:v>1.1633159009600202</c:v>
                </c:pt>
                <c:pt idx="301">
                  <c:v>1.1675491928434798</c:v>
                </c:pt>
                <c:pt idx="302">
                  <c:v>1.1717848332885801</c:v>
                </c:pt>
                <c:pt idx="303">
                  <c:v>1.1760228213890103</c:v>
                </c:pt>
                <c:pt idx="304">
                  <c:v>1.18026315623846</c:v>
                </c:pt>
                <c:pt idx="305">
                  <c:v>1.1845058369306203</c:v>
                </c:pt>
                <c:pt idx="306">
                  <c:v>1.1887508625591601</c:v>
                </c:pt>
                <c:pt idx="307">
                  <c:v>1.1929982322177799</c:v>
                </c:pt>
                <c:pt idx="308">
                  <c:v>1.1972479450001701</c:v>
                </c:pt>
                <c:pt idx="309">
                  <c:v>1.2014999999999998</c:v>
                </c:pt>
                <c:pt idx="310">
                  <c:v>1.2057543963109696</c:v>
                </c:pt>
                <c:pt idx="311">
                  <c:v>1.2100111330267502</c:v>
                </c:pt>
                <c:pt idx="312">
                  <c:v>1.21427020924105</c:v>
                </c:pt>
                <c:pt idx="313">
                  <c:v>1.2185316240475299</c:v>
                </c:pt>
                <c:pt idx="314">
                  <c:v>1.2227953765398898</c:v>
                </c:pt>
                <c:pt idx="315">
                  <c:v>1.22706146581182</c:v>
                </c:pt>
                <c:pt idx="316">
                  <c:v>1.2313298909569996</c:v>
                </c:pt>
                <c:pt idx="317">
                  <c:v>1.2356006510691095</c:v>
                </c:pt>
                <c:pt idx="318">
                  <c:v>1.2398737452418498</c:v>
                </c:pt>
                <c:pt idx="319">
                  <c:v>1.2441491725689</c:v>
                </c:pt>
                <c:pt idx="320">
                  <c:v>1.2484269321439398</c:v>
                </c:pt>
                <c:pt idx="321">
                  <c:v>1.2527070230606601</c:v>
                </c:pt>
                <c:pt idx="322">
                  <c:v>1.2569894444127401</c:v>
                </c:pt>
                <c:pt idx="323">
                  <c:v>1.2612741952938797</c:v>
                </c:pt>
                <c:pt idx="324">
                  <c:v>1.2655612747977598</c:v>
                </c:pt>
                <c:pt idx="325">
                  <c:v>1.2698506820180597</c:v>
                </c:pt>
                <c:pt idx="326">
                  <c:v>1.27414241604847</c:v>
                </c:pt>
                <c:pt idx="327">
                  <c:v>1.2784364759826798</c:v>
                </c:pt>
                <c:pt idx="328">
                  <c:v>1.28273286091437</c:v>
                </c:pt>
                <c:pt idx="329">
                  <c:v>1.2870315699372301</c:v>
                </c:pt>
                <c:pt idx="330">
                  <c:v>1.2913326021449396</c:v>
                </c:pt>
                <c:pt idx="331">
                  <c:v>1.2956359566311999</c:v>
                </c:pt>
                <c:pt idx="332">
                  <c:v>1.2999416324896795</c:v>
                </c:pt>
                <c:pt idx="333">
                  <c:v>1.3042496288140699</c:v>
                </c:pt>
                <c:pt idx="334">
                  <c:v>1.3085599446980603</c:v>
                </c:pt>
                <c:pt idx="335">
                  <c:v>1.3128725792353402</c:v>
                </c:pt>
                <c:pt idx="336">
                  <c:v>1.3171875315195902</c:v>
                </c:pt>
                <c:pt idx="337">
                  <c:v>1.3215048006444896</c:v>
                </c:pt>
                <c:pt idx="338">
                  <c:v>1.3258243857037397</c:v>
                </c:pt>
                <c:pt idx="339">
                  <c:v>1.33014628579101</c:v>
                </c:pt>
                <c:pt idx="340">
                  <c:v>1.3344704999999999</c:v>
                </c:pt>
                <c:pt idx="341">
                  <c:v>1.3387970274243899</c:v>
                </c:pt>
                <c:pt idx="342">
                  <c:v>1.3431258671578699</c:v>
                </c:pt>
                <c:pt idx="343">
                  <c:v>1.3474570182941199</c:v>
                </c:pt>
                <c:pt idx="344">
                  <c:v>1.3517904799268201</c:v>
                </c:pt>
                <c:pt idx="345">
                  <c:v>1.3561262511496797</c:v>
                </c:pt>
                <c:pt idx="346">
                  <c:v>1.36046433105636</c:v>
                </c:pt>
                <c:pt idx="347">
                  <c:v>1.3648047187405599</c:v>
                </c:pt>
                <c:pt idx="348">
                  <c:v>1.36914741329596</c:v>
                </c:pt>
                <c:pt idx="349">
                  <c:v>1.3734924138162501</c:v>
                </c:pt>
                <c:pt idx="350">
                  <c:v>1.3778397193951197</c:v>
                </c:pt>
                <c:pt idx="351">
                  <c:v>1.3821893291262504</c:v>
                </c:pt>
                <c:pt idx="352">
                  <c:v>1.3865412421033199</c:v>
                </c:pt>
                <c:pt idx="353">
                  <c:v>1.3908954574200298</c:v>
                </c:pt>
                <c:pt idx="354">
                  <c:v>1.3952519741700502</c:v>
                </c:pt>
                <c:pt idx="355">
                  <c:v>1.3996107914470799</c:v>
                </c:pt>
                <c:pt idx="356">
                  <c:v>1.4039719083447997</c:v>
                </c:pt>
                <c:pt idx="357">
                  <c:v>1.4083353239569001</c:v>
                </c:pt>
                <c:pt idx="358">
                  <c:v>1.4127010373770597</c:v>
                </c:pt>
                <c:pt idx="359">
                  <c:v>1.4170690476989696</c:v>
                </c:pt>
                <c:pt idx="360">
                  <c:v>1.4214393540163097</c:v>
                </c:pt>
                <c:pt idx="361">
                  <c:v>1.4258119554227797</c:v>
                </c:pt>
                <c:pt idx="362">
                  <c:v>1.4301868510120499</c:v>
                </c:pt>
                <c:pt idx="363">
                  <c:v>1.4345640398778199</c:v>
                </c:pt>
                <c:pt idx="364">
                  <c:v>1.4389435211137602</c:v>
                </c:pt>
                <c:pt idx="365">
                  <c:v>1.4433252938135697</c:v>
                </c:pt>
                <c:pt idx="366">
                  <c:v>1.4477093570709294</c:v>
                </c:pt>
                <c:pt idx="367">
                  <c:v>1.45209570997952</c:v>
                </c:pt>
                <c:pt idx="368">
                  <c:v>1.4564843516330399</c:v>
                </c:pt>
                <c:pt idx="369">
                  <c:v>1.4608752811251697</c:v>
                </c:pt>
                <c:pt idx="370">
                  <c:v>1.4652684975495995</c:v>
                </c:pt>
                <c:pt idx="371">
                  <c:v>1.4696639999999996</c:v>
                </c:pt>
                <c:pt idx="372">
                  <c:v>1.4740617875700697</c:v>
                </c:pt>
                <c:pt idx="373">
                  <c:v>1.4784618593534997</c:v>
                </c:pt>
                <c:pt idx="374">
                  <c:v>1.4828642144439597</c:v>
                </c:pt>
                <c:pt idx="375">
                  <c:v>1.4872688519351498</c:v>
                </c:pt>
                <c:pt idx="376">
                  <c:v>1.49167577092075</c:v>
                </c:pt>
                <c:pt idx="377">
                  <c:v>1.4960849704944399</c:v>
                </c:pt>
                <c:pt idx="378">
                  <c:v>1.5004964497499198</c:v>
                </c:pt>
                <c:pt idx="379">
                  <c:v>1.5049102077808698</c:v>
                </c:pt>
                <c:pt idx="380">
                  <c:v>1.5093262436809796</c:v>
                </c:pt>
                <c:pt idx="381">
                  <c:v>1.5137445565439198</c:v>
                </c:pt>
                <c:pt idx="382">
                  <c:v>1.5181651454634</c:v>
                </c:pt>
                <c:pt idx="383">
                  <c:v>1.5225880095330802</c:v>
                </c:pt>
                <c:pt idx="384">
                  <c:v>1.52701314784666</c:v>
                </c:pt>
                <c:pt idx="385">
                  <c:v>1.53144055949783</c:v>
                </c:pt>
                <c:pt idx="386">
                  <c:v>1.5358702435802798</c:v>
                </c:pt>
                <c:pt idx="387">
                  <c:v>1.54030219918767</c:v>
                </c:pt>
                <c:pt idx="388">
                  <c:v>1.5447364254137201</c:v>
                </c:pt>
                <c:pt idx="389">
                  <c:v>1.5491729213520902</c:v>
                </c:pt>
                <c:pt idx="390">
                  <c:v>1.5536116860964697</c:v>
                </c:pt>
                <c:pt idx="391">
                  <c:v>1.5580527187405602</c:v>
                </c:pt>
                <c:pt idx="392">
                  <c:v>1.5624960183780299</c:v>
                </c:pt>
                <c:pt idx="393">
                  <c:v>1.56694158410258</c:v>
                </c:pt>
                <c:pt idx="394">
                  <c:v>1.5713894150078898</c:v>
                </c:pt>
                <c:pt idx="395">
                  <c:v>1.5758395101876397</c:v>
                </c:pt>
                <c:pt idx="396">
                  <c:v>1.5802918687355201</c:v>
                </c:pt>
                <c:pt idx="397">
                  <c:v>1.5847464897452301</c:v>
                </c:pt>
                <c:pt idx="398">
                  <c:v>1.5892033723104297</c:v>
                </c:pt>
                <c:pt idx="399">
                  <c:v>1.5936625155248199</c:v>
                </c:pt>
                <c:pt idx="400">
                  <c:v>1.5981239184820899</c:v>
                </c:pt>
                <c:pt idx="401">
                  <c:v>1.6025875802759202</c:v>
                </c:pt>
                <c:pt idx="402">
                  <c:v>1.6070534999999999</c:v>
                </c:pt>
                <c:pt idx="403">
                  <c:v>1.6115216767480098</c:v>
                </c:pt>
                <c:pt idx="404">
                  <c:v>1.61599210961364</c:v>
                </c:pt>
                <c:pt idx="405">
                  <c:v>1.6204647976905797</c:v>
                </c:pt>
                <c:pt idx="406">
                  <c:v>1.6249397400725099</c:v>
                </c:pt>
                <c:pt idx="407">
                  <c:v>1.6294169358531101</c:v>
                </c:pt>
                <c:pt idx="408">
                  <c:v>1.6338963841260798</c:v>
                </c:pt>
                <c:pt idx="409">
                  <c:v>1.6383780839851001</c:v>
                </c:pt>
                <c:pt idx="410">
                  <c:v>1.6428620345238503</c:v>
                </c:pt>
                <c:pt idx="411">
                  <c:v>1.6473482348360202</c:v>
                </c:pt>
                <c:pt idx="412">
                  <c:v>1.6518366840153098</c:v>
                </c:pt>
                <c:pt idx="413">
                  <c:v>1.65632738115538</c:v>
                </c:pt>
                <c:pt idx="414">
                  <c:v>1.6608203253499398</c:v>
                </c:pt>
                <c:pt idx="415">
                  <c:v>1.66531551569266</c:v>
                </c:pt>
                <c:pt idx="416">
                  <c:v>1.6698129512772302</c:v>
                </c:pt>
                <c:pt idx="417">
                  <c:v>1.6743126311973402</c:v>
                </c:pt>
                <c:pt idx="418">
                  <c:v>1.6788145545466702</c:v>
                </c:pt>
                <c:pt idx="419">
                  <c:v>1.6833187204189202</c:v>
                </c:pt>
                <c:pt idx="420">
                  <c:v>1.6878251279077601</c:v>
                </c:pt>
                <c:pt idx="421">
                  <c:v>1.6923337761068802</c:v>
                </c:pt>
                <c:pt idx="422">
                  <c:v>1.6968446641099699</c:v>
                </c:pt>
                <c:pt idx="423">
                  <c:v>1.7013577910107101</c:v>
                </c:pt>
                <c:pt idx="424">
                  <c:v>1.7058731559027898</c:v>
                </c:pt>
                <c:pt idx="425">
                  <c:v>1.7103907578798996</c:v>
                </c:pt>
                <c:pt idx="426">
                  <c:v>1.71491059603572</c:v>
                </c:pt>
                <c:pt idx="427">
                  <c:v>1.7194326694639299</c:v>
                </c:pt>
                <c:pt idx="428">
                  <c:v>1.7239569772582299</c:v>
                </c:pt>
                <c:pt idx="429">
                  <c:v>1.7284835185123</c:v>
                </c:pt>
                <c:pt idx="430">
                  <c:v>1.7330122923198297</c:v>
                </c:pt>
                <c:pt idx="431">
                  <c:v>1.7375432977744996</c:v>
                </c:pt>
                <c:pt idx="432">
                  <c:v>1.74207653396999</c:v>
                </c:pt>
                <c:pt idx="433">
                  <c:v>1.7466120000000001</c:v>
                </c:pt>
                <c:pt idx="434">
                  <c:v>1.7511496949582099</c:v>
                </c:pt>
                <c:pt idx="435">
                  <c:v>1.7556896179382997</c:v>
                </c:pt>
                <c:pt idx="436">
                  <c:v>1.7602317680339699</c:v>
                </c:pt>
                <c:pt idx="437">
                  <c:v>1.7647761443388901</c:v>
                </c:pt>
                <c:pt idx="438">
                  <c:v>1.76932274594676</c:v>
                </c:pt>
                <c:pt idx="439">
                  <c:v>1.7738715719512601</c:v>
                </c:pt>
                <c:pt idx="440">
                  <c:v>1.7784226214460701</c:v>
                </c:pt>
                <c:pt idx="441">
                  <c:v>1.7829758935248898</c:v>
                </c:pt>
                <c:pt idx="442">
                  <c:v>1.7875313872813896</c:v>
                </c:pt>
                <c:pt idx="443">
                  <c:v>1.7920891018092702</c:v>
                </c:pt>
                <c:pt idx="444">
                  <c:v>1.7966490362022101</c:v>
                </c:pt>
                <c:pt idx="445">
                  <c:v>1.80121118955389</c:v>
                </c:pt>
                <c:pt idx="446">
                  <c:v>1.8057755609580102</c:v>
                </c:pt>
                <c:pt idx="447">
                  <c:v>1.8103421495082404</c:v>
                </c:pt>
                <c:pt idx="448">
                  <c:v>1.8149109542982802</c:v>
                </c:pt>
                <c:pt idx="449">
                  <c:v>1.8194819744218103</c:v>
                </c:pt>
                <c:pt idx="450">
                  <c:v>1.8240552089725102</c:v>
                </c:pt>
                <c:pt idx="451">
                  <c:v>1.8286306570440696</c:v>
                </c:pt>
                <c:pt idx="452">
                  <c:v>1.8332083177301897</c:v>
                </c:pt>
                <c:pt idx="453">
                  <c:v>1.8377881901245299</c:v>
                </c:pt>
                <c:pt idx="454">
                  <c:v>1.8423702733208001</c:v>
                </c:pt>
                <c:pt idx="455">
                  <c:v>1.8469545664126801</c:v>
                </c:pt>
                <c:pt idx="456">
                  <c:v>1.85154106849384</c:v>
                </c:pt>
                <c:pt idx="457">
                  <c:v>1.8561297786579798</c:v>
                </c:pt>
                <c:pt idx="458">
                  <c:v>1.8607206959987899</c:v>
                </c:pt>
                <c:pt idx="459">
                  <c:v>1.8653138196099499</c:v>
                </c:pt>
                <c:pt idx="460">
                  <c:v>1.8699091485851398</c:v>
                </c:pt>
                <c:pt idx="461">
                  <c:v>1.8745066820180598</c:v>
                </c:pt>
                <c:pt idx="462">
                  <c:v>1.8791064190023798</c:v>
                </c:pt>
                <c:pt idx="463">
                  <c:v>1.8837083586318</c:v>
                </c:pt>
                <c:pt idx="464">
                  <c:v>1.8883125000000003</c:v>
                </c:pt>
                <c:pt idx="465">
                  <c:v>1.89291884220066</c:v>
                </c:pt>
                <c:pt idx="466">
                  <c:v>1.8975273843274798</c:v>
                </c:pt>
                <c:pt idx="467">
                  <c:v>1.9021381254741401</c:v>
                </c:pt>
                <c:pt idx="468">
                  <c:v>1.9067510647343202</c:v>
                </c:pt>
                <c:pt idx="469">
                  <c:v>1.9113662012017101</c:v>
                </c:pt>
                <c:pt idx="470">
                  <c:v>1.91598353396999</c:v>
                </c:pt>
                <c:pt idx="471">
                  <c:v>1.92060306213286</c:v>
                </c:pt>
                <c:pt idx="472">
                  <c:v>1.9252247847839998</c:v>
                </c:pt>
                <c:pt idx="473">
                  <c:v>1.9298487010170899</c:v>
                </c:pt>
                <c:pt idx="474">
                  <c:v>1.9344748099258202</c:v>
                </c:pt>
                <c:pt idx="475">
                  <c:v>1.9391031106038701</c:v>
                </c:pt>
                <c:pt idx="476">
                  <c:v>1.9437336021449396</c:v>
                </c:pt>
                <c:pt idx="477">
                  <c:v>1.94836628364271</c:v>
                </c:pt>
                <c:pt idx="478">
                  <c:v>1.9530011541908601</c:v>
                </c:pt>
                <c:pt idx="479">
                  <c:v>1.9576382128830898</c:v>
                </c:pt>
                <c:pt idx="480">
                  <c:v>1.9622774588130603</c:v>
                </c:pt>
                <c:pt idx="481">
                  <c:v>1.9669188910744899</c:v>
                </c:pt>
                <c:pt idx="482">
                  <c:v>1.9715625087610402</c:v>
                </c:pt>
                <c:pt idx="483">
                  <c:v>1.9762083109664002</c:v>
                </c:pt>
                <c:pt idx="484">
                  <c:v>1.98085629678426</c:v>
                </c:pt>
                <c:pt idx="485">
                  <c:v>1.9855064653083101</c:v>
                </c:pt>
                <c:pt idx="486">
                  <c:v>1.9901588156322403</c:v>
                </c:pt>
                <c:pt idx="487">
                  <c:v>1.9948133468497202</c:v>
                </c:pt>
                <c:pt idx="488">
                  <c:v>1.9994700580544498</c:v>
                </c:pt>
                <c:pt idx="489">
                  <c:v>2.0041289483401004</c:v>
                </c:pt>
                <c:pt idx="490">
                  <c:v>2.0087900168003805</c:v>
                </c:pt>
                <c:pt idx="491">
                  <c:v>2.0134532625289498</c:v>
                </c:pt>
                <c:pt idx="492">
                  <c:v>2.0181186846195196</c:v>
                </c:pt>
                <c:pt idx="493">
                  <c:v>2.0227862821657498</c:v>
                </c:pt>
                <c:pt idx="494">
                  <c:v>2.0274560542613504</c:v>
                </c:pt>
                <c:pt idx="495">
                  <c:v>2.0321279999999997</c:v>
                </c:pt>
                <c:pt idx="496">
                  <c:v>2.0368021184753795</c:v>
                </c:pt>
                <c:pt idx="497">
                  <c:v>2.0414784087811797</c:v>
                </c:pt>
                <c:pt idx="498">
                  <c:v>2.0461568700110799</c:v>
                </c:pt>
                <c:pt idx="499">
                  <c:v>2.0508375012587701</c:v>
                </c:pt>
                <c:pt idx="500">
                  <c:v>2.0555203016179404</c:v>
                </c:pt>
                <c:pt idx="501">
                  <c:v>2.0602052701822702</c:v>
                </c:pt>
                <c:pt idx="502">
                  <c:v>2.0648924060454501</c:v>
                </c:pt>
                <c:pt idx="503">
                  <c:v>2.0695817083011607</c:v>
                </c:pt>
                <c:pt idx="504">
                  <c:v>2.0742731760430995</c:v>
                </c:pt>
                <c:pt idx="505">
                  <c:v>2.0789668083649402</c:v>
                </c:pt>
                <c:pt idx="506">
                  <c:v>2.0836626043603799</c:v>
                </c:pt>
                <c:pt idx="507">
                  <c:v>2.0883605631230902</c:v>
                </c:pt>
                <c:pt idx="508">
                  <c:v>2.0930606837467693</c:v>
                </c:pt>
                <c:pt idx="509">
                  <c:v>2.0977629653250998</c:v>
                </c:pt>
                <c:pt idx="510">
                  <c:v>2.1024674069517597</c:v>
                </c:pt>
                <c:pt idx="511">
                  <c:v>2.107174007720451</c:v>
                </c:pt>
                <c:pt idx="512">
                  <c:v>2.1118827667248494</c:v>
                </c:pt>
                <c:pt idx="513">
                  <c:v>2.1165936830586394</c:v>
                </c:pt>
                <c:pt idx="514">
                  <c:v>2.1213067558155103</c:v>
                </c:pt>
                <c:pt idx="515">
                  <c:v>2.1260219840891494</c:v>
                </c:pt>
                <c:pt idx="516">
                  <c:v>2.1307393669732502</c:v>
                </c:pt>
                <c:pt idx="517">
                  <c:v>2.1354589035614793</c:v>
                </c:pt>
                <c:pt idx="518">
                  <c:v>2.140180592947531</c:v>
                </c:pt>
                <c:pt idx="519">
                  <c:v>2.1449044342250998</c:v>
                </c:pt>
                <c:pt idx="520">
                  <c:v>2.1496304264878701</c:v>
                </c:pt>
                <c:pt idx="521">
                  <c:v>2.1543585688295099</c:v>
                </c:pt>
                <c:pt idx="522">
                  <c:v>2.1590888603437297</c:v>
                </c:pt>
                <c:pt idx="523">
                  <c:v>2.1638213001242002</c:v>
                </c:pt>
                <c:pt idx="524">
                  <c:v>2.1685558872646098</c:v>
                </c:pt>
                <c:pt idx="525">
                  <c:v>2.1732926208586494</c:v>
                </c:pt>
                <c:pt idx="526">
                  <c:v>2.1780314999999999</c:v>
                </c:pt>
                <c:pt idx="527">
                  <c:v>2.1827725237823499</c:v>
                </c:pt>
                <c:pt idx="528">
                  <c:v>2.1875156912993905</c:v>
                </c:pt>
                <c:pt idx="529">
                  <c:v>2.1922610016447894</c:v>
                </c:pt>
                <c:pt idx="530">
                  <c:v>2.1970084539122596</c:v>
                </c:pt>
                <c:pt idx="531">
                  <c:v>2.2017580471954603</c:v>
                </c:pt>
                <c:pt idx="532">
                  <c:v>2.2065097805881</c:v>
                </c:pt>
                <c:pt idx="533">
                  <c:v>2.211263653183849</c:v>
                </c:pt>
                <c:pt idx="534">
                  <c:v>2.2160196640763998</c:v>
                </c:pt>
                <c:pt idx="535">
                  <c:v>2.2207778123594406</c:v>
                </c:pt>
                <c:pt idx="536">
                  <c:v>2.2255380971266505</c:v>
                </c:pt>
                <c:pt idx="537">
                  <c:v>2.2303005174717203</c:v>
                </c:pt>
                <c:pt idx="538">
                  <c:v>2.2350650724883399</c:v>
                </c:pt>
                <c:pt idx="539">
                  <c:v>2.2398317612701804</c:v>
                </c:pt>
                <c:pt idx="540">
                  <c:v>2.2446005829109503</c:v>
                </c:pt>
                <c:pt idx="541">
                  <c:v>2.2493715365043103</c:v>
                </c:pt>
                <c:pt idx="542">
                  <c:v>2.2541446211439702</c:v>
                </c:pt>
                <c:pt idx="543">
                  <c:v>2.2589198359235998</c:v>
                </c:pt>
                <c:pt idx="544">
                  <c:v>2.2636971799368899</c:v>
                </c:pt>
                <c:pt idx="545">
                  <c:v>2.2684766522775304</c:v>
                </c:pt>
                <c:pt idx="546">
                  <c:v>2.2732582520392102</c:v>
                </c:pt>
                <c:pt idx="547">
                  <c:v>2.2780419783156001</c:v>
                </c:pt>
                <c:pt idx="548">
                  <c:v>2.2828278302004001</c:v>
                </c:pt>
                <c:pt idx="549">
                  <c:v>2.2876158067872803</c:v>
                </c:pt>
                <c:pt idx="550">
                  <c:v>2.2924059071699494</c:v>
                </c:pt>
                <c:pt idx="551">
                  <c:v>2.2971981304420801</c:v>
                </c:pt>
                <c:pt idx="552">
                  <c:v>2.30199247569736</c:v>
                </c:pt>
                <c:pt idx="553">
                  <c:v>2.30678894202947</c:v>
                </c:pt>
                <c:pt idx="554">
                  <c:v>2.3115875285321099</c:v>
                </c:pt>
                <c:pt idx="555">
                  <c:v>2.316388234298949</c:v>
                </c:pt>
                <c:pt idx="556">
                  <c:v>2.3211910584236906</c:v>
                </c:pt>
                <c:pt idx="557">
                  <c:v>2.325996</c:v>
                </c:pt>
                <c:pt idx="558">
                  <c:v>2.33080305812158</c:v>
                </c:pt>
                <c:pt idx="559">
                  <c:v>2.3356122318821098</c:v>
                </c:pt>
                <c:pt idx="560">
                  <c:v>2.3404235203752797</c:v>
                </c:pt>
                <c:pt idx="561">
                  <c:v>2.3452369226947694</c:v>
                </c:pt>
                <c:pt idx="562">
                  <c:v>2.3500524379342789</c:v>
                </c:pt>
                <c:pt idx="563">
                  <c:v>2.3548700651874701</c:v>
                </c:pt>
                <c:pt idx="564">
                  <c:v>2.3596898035480489</c:v>
                </c:pt>
                <c:pt idx="565">
                  <c:v>2.3645116521097003</c:v>
                </c:pt>
                <c:pt idx="566">
                  <c:v>2.3693356099660998</c:v>
                </c:pt>
                <c:pt idx="567">
                  <c:v>2.3741616762109401</c:v>
                </c:pt>
                <c:pt idx="568">
                  <c:v>2.3789898499378999</c:v>
                </c:pt>
                <c:pt idx="569">
                  <c:v>2.3838201302406796</c:v>
                </c:pt>
                <c:pt idx="570">
                  <c:v>2.3886525162129502</c:v>
                </c:pt>
                <c:pt idx="571">
                  <c:v>2.3934870069484102</c:v>
                </c:pt>
                <c:pt idx="572">
                  <c:v>2.3983236015407301</c:v>
                </c:pt>
                <c:pt idx="573">
                  <c:v>2.4031622990836197</c:v>
                </c:pt>
                <c:pt idx="574">
                  <c:v>2.4080030986707399</c:v>
                </c:pt>
                <c:pt idx="575">
                  <c:v>2.4128459993957887</c:v>
                </c:pt>
                <c:pt idx="576">
                  <c:v>2.4176910003524603</c:v>
                </c:pt>
                <c:pt idx="577">
                  <c:v>2.4225381006344198</c:v>
                </c:pt>
                <c:pt idx="578">
                  <c:v>2.4273872993353702</c:v>
                </c:pt>
                <c:pt idx="579">
                  <c:v>2.4322385955489896</c:v>
                </c:pt>
                <c:pt idx="580">
                  <c:v>2.4370919883689699</c:v>
                </c:pt>
                <c:pt idx="581">
                  <c:v>2.4419474768889895</c:v>
                </c:pt>
                <c:pt idx="582">
                  <c:v>2.4468050602027493</c:v>
                </c:pt>
                <c:pt idx="583">
                  <c:v>2.45166473740391</c:v>
                </c:pt>
                <c:pt idx="584">
                  <c:v>2.45652650758618</c:v>
                </c:pt>
                <c:pt idx="585">
                  <c:v>2.4613903698432398</c:v>
                </c:pt>
                <c:pt idx="586">
                  <c:v>2.4662563232687691</c:v>
                </c:pt>
                <c:pt idx="587">
                  <c:v>2.4711243669564604</c:v>
                </c:pt>
                <c:pt idx="588">
                  <c:v>2.4759945000000001</c:v>
                </c:pt>
                <c:pt idx="589">
                  <c:v>2.48086672149307</c:v>
                </c:pt>
                <c:pt idx="590">
                  <c:v>2.4857410305293501</c:v>
                </c:pt>
                <c:pt idx="591">
                  <c:v>2.4906174262025398</c:v>
                </c:pt>
                <c:pt idx="592">
                  <c:v>2.4954959076063199</c:v>
                </c:pt>
                <c:pt idx="593">
                  <c:v>2.5003764738343799</c:v>
                </c:pt>
                <c:pt idx="594">
                  <c:v>2.5052591239803994</c:v>
                </c:pt>
                <c:pt idx="595">
                  <c:v>2.5101438571380599</c:v>
                </c:pt>
                <c:pt idx="596">
                  <c:v>2.51503067240106</c:v>
                </c:pt>
                <c:pt idx="597">
                  <c:v>2.51991956886308</c:v>
                </c:pt>
                <c:pt idx="598">
                  <c:v>2.5248105456178003</c:v>
                </c:pt>
                <c:pt idx="599">
                  <c:v>2.5297036017589201</c:v>
                </c:pt>
                <c:pt idx="600">
                  <c:v>2.5345987363801101</c:v>
                </c:pt>
                <c:pt idx="601">
                  <c:v>2.5394959485750701</c:v>
                </c:pt>
                <c:pt idx="602">
                  <c:v>2.5443952374374805</c:v>
                </c:pt>
                <c:pt idx="603">
                  <c:v>2.5492966020610299</c:v>
                </c:pt>
                <c:pt idx="604">
                  <c:v>2.5542000415393904</c:v>
                </c:pt>
                <c:pt idx="605">
                  <c:v>2.5591055549662598</c:v>
                </c:pt>
                <c:pt idx="606">
                  <c:v>2.5640131414353307</c:v>
                </c:pt>
                <c:pt idx="607">
                  <c:v>2.56892280004028</c:v>
                </c:pt>
                <c:pt idx="608">
                  <c:v>2.57383452987479</c:v>
                </c:pt>
                <c:pt idx="609">
                  <c:v>2.5787483300325595</c:v>
                </c:pt>
                <c:pt idx="610">
                  <c:v>2.5836641996072598</c:v>
                </c:pt>
                <c:pt idx="611">
                  <c:v>2.5885821376925899</c:v>
                </c:pt>
                <c:pt idx="612">
                  <c:v>2.5935021433822301</c:v>
                </c:pt>
                <c:pt idx="613">
                  <c:v>2.5984242157698598</c:v>
                </c:pt>
                <c:pt idx="614">
                  <c:v>2.6033483539491797</c:v>
                </c:pt>
                <c:pt idx="615">
                  <c:v>2.6082745570138601</c:v>
                </c:pt>
                <c:pt idx="616">
                  <c:v>2.6132028240575997</c:v>
                </c:pt>
                <c:pt idx="617">
                  <c:v>2.61813315417408</c:v>
                </c:pt>
                <c:pt idx="618">
                  <c:v>2.6230655464569805</c:v>
                </c:pt>
                <c:pt idx="619">
                  <c:v>2.6280000000000001</c:v>
                </c:pt>
                <c:pt idx="620">
                  <c:v>2.6329365138968095</c:v>
                </c:pt>
                <c:pt idx="621">
                  <c:v>2.6378750872411101</c:v>
                </c:pt>
                <c:pt idx="622">
                  <c:v>2.6428157191265798</c:v>
                </c:pt>
                <c:pt idx="623">
                  <c:v>2.6477584086469106</c:v>
                </c:pt>
                <c:pt idx="624">
                  <c:v>2.6527031548957694</c:v>
                </c:pt>
                <c:pt idx="625">
                  <c:v>2.6576499569668695</c:v>
                </c:pt>
                <c:pt idx="626">
                  <c:v>2.6625988139538794</c:v>
                </c:pt>
                <c:pt idx="627">
                  <c:v>2.6675497249504905</c:v>
                </c:pt>
                <c:pt idx="628">
                  <c:v>2.6725026890503796</c:v>
                </c:pt>
                <c:pt idx="629">
                  <c:v>2.6774577053472499</c:v>
                </c:pt>
                <c:pt idx="630">
                  <c:v>2.6824147729347803</c:v>
                </c:pt>
                <c:pt idx="631">
                  <c:v>2.6873738909066502</c:v>
                </c:pt>
                <c:pt idx="632">
                  <c:v>2.6923350583565506</c:v>
                </c:pt>
                <c:pt idx="633">
                  <c:v>2.6972982743781695</c:v>
                </c:pt>
                <c:pt idx="634">
                  <c:v>2.70226353806519</c:v>
                </c:pt>
                <c:pt idx="635">
                  <c:v>2.7072308485113008</c:v>
                </c:pt>
                <c:pt idx="636">
                  <c:v>2.7122002048101796</c:v>
                </c:pt>
                <c:pt idx="637">
                  <c:v>2.7171716060555204</c:v>
                </c:pt>
                <c:pt idx="638">
                  <c:v>2.7221450513410099</c:v>
                </c:pt>
                <c:pt idx="639">
                  <c:v>2.7271205397603309</c:v>
                </c:pt>
                <c:pt idx="640">
                  <c:v>2.73209807040717</c:v>
                </c:pt>
                <c:pt idx="641">
                  <c:v>2.7370776423752106</c:v>
                </c:pt>
                <c:pt idx="642">
                  <c:v>2.7420592547581495</c:v>
                </c:pt>
                <c:pt idx="643">
                  <c:v>2.7470429066496598</c:v>
                </c:pt>
                <c:pt idx="644">
                  <c:v>2.75202859714343</c:v>
                </c:pt>
                <c:pt idx="645">
                  <c:v>2.7570163253331494</c:v>
                </c:pt>
                <c:pt idx="646">
                  <c:v>2.7620060903125099</c:v>
                </c:pt>
                <c:pt idx="647">
                  <c:v>2.7669978911751905</c:v>
                </c:pt>
                <c:pt idx="648">
                  <c:v>2.7719917270148704</c:v>
                </c:pt>
                <c:pt idx="649">
                  <c:v>2.7769875969252502</c:v>
                </c:pt>
                <c:pt idx="650">
                  <c:v>2.7819854999999998</c:v>
                </c:pt>
                <c:pt idx="651">
                  <c:v>2.7869854353328196</c:v>
                </c:pt>
                <c:pt idx="652">
                  <c:v>2.7919874020173903</c:v>
                </c:pt>
                <c:pt idx="653">
                  <c:v>2.7969913991473905</c:v>
                </c:pt>
                <c:pt idx="654">
                  <c:v>2.8019974258165199</c:v>
                </c:pt>
                <c:pt idx="655">
                  <c:v>2.8070054811184595</c:v>
                </c:pt>
                <c:pt idx="656">
                  <c:v>2.8120155641468889</c:v>
                </c:pt>
                <c:pt idx="657">
                  <c:v>2.8170276739954998</c:v>
                </c:pt>
                <c:pt idx="658">
                  <c:v>2.8220418097579798</c:v>
                </c:pt>
                <c:pt idx="659">
                  <c:v>2.8270579705280094</c:v>
                </c:pt>
                <c:pt idx="660">
                  <c:v>2.832076155399279</c:v>
                </c:pt>
                <c:pt idx="661">
                  <c:v>2.8370963634654798</c:v>
                </c:pt>
                <c:pt idx="662">
                  <c:v>2.8421185938202793</c:v>
                </c:pt>
                <c:pt idx="663">
                  <c:v>2.8471428455573804</c:v>
                </c:pt>
                <c:pt idx="664">
                  <c:v>2.8521691177704698</c:v>
                </c:pt>
                <c:pt idx="665">
                  <c:v>2.8571974095532195</c:v>
                </c:pt>
                <c:pt idx="666">
                  <c:v>2.8622277199993298</c:v>
                </c:pt>
                <c:pt idx="667">
                  <c:v>2.8672600482024806</c:v>
                </c:pt>
                <c:pt idx="668">
                  <c:v>2.8722943932563494</c:v>
                </c:pt>
                <c:pt idx="669">
                  <c:v>2.8773307542546402</c:v>
                </c:pt>
                <c:pt idx="670">
                  <c:v>2.8823691302910297</c:v>
                </c:pt>
                <c:pt idx="671">
                  <c:v>2.8874095204591996</c:v>
                </c:pt>
                <c:pt idx="672">
                  <c:v>2.892451923852839</c:v>
                </c:pt>
                <c:pt idx="673">
                  <c:v>2.8974963395656395</c:v>
                </c:pt>
                <c:pt idx="674">
                  <c:v>2.9025427666912798</c:v>
                </c:pt>
                <c:pt idx="675">
                  <c:v>2.9075912043234506</c:v>
                </c:pt>
                <c:pt idx="676">
                  <c:v>2.9126416515558393</c:v>
                </c:pt>
                <c:pt idx="677">
                  <c:v>2.9176941074821299</c:v>
                </c:pt>
                <c:pt idx="678">
                  <c:v>2.9227485711959997</c:v>
                </c:pt>
                <c:pt idx="679">
                  <c:v>2.9278050417911401</c:v>
                </c:pt>
                <c:pt idx="680">
                  <c:v>2.9328635183612497</c:v>
                </c:pt>
                <c:pt idx="681">
                  <c:v>2.9379240000000002</c:v>
                </c:pt>
                <c:pt idx="682">
                  <c:v>2.9429864858010797</c:v>
                </c:pt>
                <c:pt idx="683">
                  <c:v>2.9480509748581794</c:v>
                </c:pt>
                <c:pt idx="684">
                  <c:v>2.9531174662649802</c:v>
                </c:pt>
                <c:pt idx="685">
                  <c:v>2.9581859591151694</c:v>
                </c:pt>
                <c:pt idx="686">
                  <c:v>2.9632564525024305</c:v>
                </c:pt>
                <c:pt idx="687">
                  <c:v>2.9683289455204602</c:v>
                </c:pt>
                <c:pt idx="688">
                  <c:v>2.9734034372629301</c:v>
                </c:pt>
                <c:pt idx="689">
                  <c:v>2.9784799268235393</c:v>
                </c:pt>
                <c:pt idx="690">
                  <c:v>2.9835584132959596</c:v>
                </c:pt>
                <c:pt idx="691">
                  <c:v>2.9886388957738896</c:v>
                </c:pt>
                <c:pt idx="692">
                  <c:v>2.9937213733510104</c:v>
                </c:pt>
                <c:pt idx="693">
                  <c:v>2.99880584512101</c:v>
                </c:pt>
                <c:pt idx="694">
                  <c:v>3.0038923101775699</c:v>
                </c:pt>
                <c:pt idx="695">
                  <c:v>3.0089807676143807</c:v>
                </c:pt>
                <c:pt idx="696">
                  <c:v>3.0140712165251302</c:v>
                </c:pt>
                <c:pt idx="697">
                  <c:v>3.01916365600349</c:v>
                </c:pt>
                <c:pt idx="698">
                  <c:v>3.0242580851431593</c:v>
                </c:pt>
                <c:pt idx="699">
                  <c:v>3.0293545030378302</c:v>
                </c:pt>
                <c:pt idx="700">
                  <c:v>3.0344529087811796</c:v>
                </c:pt>
                <c:pt idx="701">
                  <c:v>3.0395533014668894</c:v>
                </c:pt>
                <c:pt idx="702">
                  <c:v>3.0446556801886495</c:v>
                </c:pt>
                <c:pt idx="703">
                  <c:v>3.0497600440401502</c:v>
                </c:pt>
                <c:pt idx="704">
                  <c:v>3.0548663921150694</c:v>
                </c:pt>
                <c:pt idx="705">
                  <c:v>3.0599747235071</c:v>
                </c:pt>
                <c:pt idx="706">
                  <c:v>3.0650850373099301</c:v>
                </c:pt>
                <c:pt idx="707">
                  <c:v>3.0701973326172305</c:v>
                </c:pt>
                <c:pt idx="708">
                  <c:v>3.0753116085227106</c:v>
                </c:pt>
                <c:pt idx="709">
                  <c:v>3.0804278641200402</c:v>
                </c:pt>
                <c:pt idx="710">
                  <c:v>3.0855460985029004</c:v>
                </c:pt>
                <c:pt idx="711">
                  <c:v>3.0906663107649996</c:v>
                </c:pt>
                <c:pt idx="712">
                  <c:v>3.0957884999999994</c:v>
                </c:pt>
                <c:pt idx="713">
                  <c:v>3.1009126653016001</c:v>
                </c:pt>
                <c:pt idx="714">
                  <c:v>3.10603880576349</c:v>
                </c:pt>
                <c:pt idx="715">
                  <c:v>3.1111669204793397</c:v>
                </c:pt>
                <c:pt idx="716">
                  <c:v>3.1162970085428499</c:v>
                </c:pt>
                <c:pt idx="717">
                  <c:v>3.1214290690477</c:v>
                </c:pt>
                <c:pt idx="718">
                  <c:v>3.1265631010875801</c:v>
                </c:pt>
                <c:pt idx="719">
                  <c:v>3.1316991037561697</c:v>
                </c:pt>
                <c:pt idx="720">
                  <c:v>3.13683707614716</c:v>
                </c:pt>
                <c:pt idx="721">
                  <c:v>3.1419770173542299</c:v>
                </c:pt>
                <c:pt idx="722">
                  <c:v>3.1471189264710802</c:v>
                </c:pt>
                <c:pt idx="723">
                  <c:v>3.1522628025913901</c:v>
                </c:pt>
                <c:pt idx="724">
                  <c:v>3.1574086448088297</c:v>
                </c:pt>
                <c:pt idx="725">
                  <c:v>3.1625564522171099</c:v>
                </c:pt>
                <c:pt idx="726">
                  <c:v>3.1677062239099105</c:v>
                </c:pt>
                <c:pt idx="727">
                  <c:v>3.1728579589809001</c:v>
                </c:pt>
                <c:pt idx="728">
                  <c:v>3.1780116565237799</c:v>
                </c:pt>
                <c:pt idx="729">
                  <c:v>3.1831673156322404</c:v>
                </c:pt>
                <c:pt idx="730">
                  <c:v>3.1883249353999505</c:v>
                </c:pt>
                <c:pt idx="731">
                  <c:v>3.1934845149206099</c:v>
                </c:pt>
                <c:pt idx="732">
                  <c:v>3.1986460532879102</c:v>
                </c:pt>
                <c:pt idx="733">
                  <c:v>3.2038095495955203</c:v>
                </c:pt>
                <c:pt idx="734">
                  <c:v>3.2089750029371302</c:v>
                </c:pt>
                <c:pt idx="735">
                  <c:v>3.2141424124064302</c:v>
                </c:pt>
                <c:pt idx="736">
                  <c:v>3.2193117770971109</c:v>
                </c:pt>
                <c:pt idx="737">
                  <c:v>3.2244830961028499</c:v>
                </c:pt>
                <c:pt idx="738">
                  <c:v>3.2296563685173405</c:v>
                </c:pt>
                <c:pt idx="739">
                  <c:v>3.2348315934342597</c:v>
                </c:pt>
                <c:pt idx="740">
                  <c:v>3.2400087699473006</c:v>
                </c:pt>
                <c:pt idx="741">
                  <c:v>3.2451878971501507</c:v>
                </c:pt>
                <c:pt idx="742">
                  <c:v>3.2503689741364798</c:v>
                </c:pt>
                <c:pt idx="743">
                  <c:v>3.2555519999999998</c:v>
                </c:pt>
                <c:pt idx="744">
                  <c:v>3.2607369738343803</c:v>
                </c:pt>
                <c:pt idx="745">
                  <c:v>3.2659238947333105</c:v>
                </c:pt>
                <c:pt idx="746">
                  <c:v>3.2711127617904703</c:v>
                </c:pt>
                <c:pt idx="747">
                  <c:v>3.2763035740995599</c:v>
                </c:pt>
                <c:pt idx="748">
                  <c:v>3.28149633075425</c:v>
                </c:pt>
                <c:pt idx="749">
                  <c:v>3.2866910308482398</c:v>
                </c:pt>
                <c:pt idx="750">
                  <c:v>3.2918876734752094</c:v>
                </c:pt>
                <c:pt idx="751">
                  <c:v>3.2970862577288402</c:v>
                </c:pt>
                <c:pt idx="752">
                  <c:v>3.3022867827028302</c:v>
                </c:pt>
                <c:pt idx="753">
                  <c:v>3.3074892474908499</c:v>
                </c:pt>
                <c:pt idx="754">
                  <c:v>3.3126936511865996</c:v>
                </c:pt>
                <c:pt idx="755">
                  <c:v>3.3178999928837594</c:v>
                </c:pt>
                <c:pt idx="756">
                  <c:v>3.3231082716760105</c:v>
                </c:pt>
                <c:pt idx="757">
                  <c:v>3.3283184866570399</c:v>
                </c:pt>
                <c:pt idx="758">
                  <c:v>3.3335306369205502</c:v>
                </c:pt>
                <c:pt idx="759">
                  <c:v>3.3387447215601997</c:v>
                </c:pt>
                <c:pt idx="760">
                  <c:v>3.3439607396696998</c:v>
                </c:pt>
                <c:pt idx="761">
                  <c:v>3.3491786903427196</c:v>
                </c:pt>
                <c:pt idx="762">
                  <c:v>3.3543985726729506</c:v>
                </c:pt>
                <c:pt idx="763">
                  <c:v>3.3596203857540896</c:v>
                </c:pt>
                <c:pt idx="764">
                  <c:v>3.3648441286797994</c:v>
                </c:pt>
                <c:pt idx="765">
                  <c:v>3.370069800543789</c:v>
                </c:pt>
                <c:pt idx="766">
                  <c:v>3.3752974004397296</c:v>
                </c:pt>
                <c:pt idx="767">
                  <c:v>3.3805269274613106</c:v>
                </c:pt>
                <c:pt idx="768">
                  <c:v>3.3857583807022293</c:v>
                </c:pt>
                <c:pt idx="769">
                  <c:v>3.3909917592561505</c:v>
                </c:pt>
                <c:pt idx="770">
                  <c:v>3.3962270622167798</c:v>
                </c:pt>
                <c:pt idx="771">
                  <c:v>3.4014642886777899</c:v>
                </c:pt>
                <c:pt idx="772">
                  <c:v>3.4067034377328698</c:v>
                </c:pt>
                <c:pt idx="773">
                  <c:v>3.4119445084757101</c:v>
                </c:pt>
                <c:pt idx="774">
                  <c:v>3.4171874999999998</c:v>
                </c:pt>
                <c:pt idx="775">
                  <c:v>3.4224324113994196</c:v>
                </c:pt>
                <c:pt idx="776">
                  <c:v>3.4276792417676503</c:v>
                </c:pt>
                <c:pt idx="777">
                  <c:v>3.4329279901983796</c:v>
                </c:pt>
                <c:pt idx="778">
                  <c:v>3.4381786557853</c:v>
                </c:pt>
                <c:pt idx="779">
                  <c:v>3.4434312376221006</c:v>
                </c:pt>
                <c:pt idx="780">
                  <c:v>3.44868573480246</c:v>
                </c:pt>
                <c:pt idx="781">
                  <c:v>3.4539421464200597</c:v>
                </c:pt>
                <c:pt idx="782">
                  <c:v>3.4592004715685896</c:v>
                </c:pt>
                <c:pt idx="783">
                  <c:v>3.4644607093417501</c:v>
                </c:pt>
                <c:pt idx="784">
                  <c:v>3.4697228588332001</c:v>
                </c:pt>
                <c:pt idx="785">
                  <c:v>3.4749869191366494</c:v>
                </c:pt>
                <c:pt idx="786">
                  <c:v>3.4802528893457794</c:v>
                </c:pt>
                <c:pt idx="787">
                  <c:v>3.4855207685542604</c:v>
                </c:pt>
                <c:pt idx="788">
                  <c:v>3.4907905558558001</c:v>
                </c:pt>
                <c:pt idx="789">
                  <c:v>3.4960622503440595</c:v>
                </c:pt>
                <c:pt idx="790">
                  <c:v>3.5013358511127506</c:v>
                </c:pt>
                <c:pt idx="791">
                  <c:v>3.5066113572555504</c:v>
                </c:pt>
                <c:pt idx="792">
                  <c:v>3.5118887678661301</c:v>
                </c:pt>
                <c:pt idx="793">
                  <c:v>3.5171680820381996</c:v>
                </c:pt>
                <c:pt idx="794">
                  <c:v>3.5224492988654301</c:v>
                </c:pt>
                <c:pt idx="795">
                  <c:v>3.5277324174415106</c:v>
                </c:pt>
                <c:pt idx="796">
                  <c:v>3.5330174368601295</c:v>
                </c:pt>
                <c:pt idx="797">
                  <c:v>3.5383043562149603</c:v>
                </c:pt>
                <c:pt idx="798">
                  <c:v>3.5435931745997098</c:v>
                </c:pt>
                <c:pt idx="799">
                  <c:v>3.54888389110805</c:v>
                </c:pt>
                <c:pt idx="800">
                  <c:v>3.55417650483367</c:v>
                </c:pt>
                <c:pt idx="801">
                  <c:v>3.5594710148702595</c:v>
                </c:pt>
                <c:pt idx="802">
                  <c:v>3.5647674203115001</c:v>
                </c:pt>
                <c:pt idx="803">
                  <c:v>3.5700657202510797</c:v>
                </c:pt>
                <c:pt idx="804">
                  <c:v>3.5753659137826896</c:v>
                </c:pt>
                <c:pt idx="805">
                  <c:v>3.5806679999999997</c:v>
                </c:pt>
                <c:pt idx="806">
                  <c:v>3.5859719779967105</c:v>
                </c:pt>
                <c:pt idx="807">
                  <c:v>3.5912778468665003</c:v>
                </c:pt>
                <c:pt idx="808">
                  <c:v>3.5965856057030594</c:v>
                </c:pt>
                <c:pt idx="809">
                  <c:v>3.6018952536000799</c:v>
                </c:pt>
                <c:pt idx="810">
                  <c:v>3.6072067896512401</c:v>
                </c:pt>
                <c:pt idx="811">
                  <c:v>3.6125202129502201</c:v>
                </c:pt>
                <c:pt idx="812">
                  <c:v>3.6178355225907199</c:v>
                </c:pt>
                <c:pt idx="813">
                  <c:v>3.6231527176664109</c:v>
                </c:pt>
                <c:pt idx="814">
                  <c:v>3.6284717972709903</c:v>
                </c:pt>
                <c:pt idx="815">
                  <c:v>3.6337927604981402</c:v>
                </c:pt>
                <c:pt idx="816">
                  <c:v>3.63911560644154</c:v>
                </c:pt>
                <c:pt idx="817">
                  <c:v>3.644440334194889</c:v>
                </c:pt>
                <c:pt idx="818">
                  <c:v>3.6497669428518704</c:v>
                </c:pt>
                <c:pt idx="819">
                  <c:v>3.6550954315061595</c:v>
                </c:pt>
                <c:pt idx="820">
                  <c:v>3.6604257992514504</c:v>
                </c:pt>
                <c:pt idx="821">
                  <c:v>3.6657580451814304</c:v>
                </c:pt>
                <c:pt idx="822">
                  <c:v>3.6710921683897797</c:v>
                </c:pt>
                <c:pt idx="823">
                  <c:v>3.6764281679701893</c:v>
                </c:pt>
                <c:pt idx="824">
                  <c:v>3.6817660430163506</c:v>
                </c:pt>
                <c:pt idx="825">
                  <c:v>3.6871057926219311</c:v>
                </c:pt>
                <c:pt idx="826">
                  <c:v>3.6924474158806295</c:v>
                </c:pt>
                <c:pt idx="827">
                  <c:v>3.6977909118861403</c:v>
                </c:pt>
                <c:pt idx="828">
                  <c:v>3.703136279732131</c:v>
                </c:pt>
                <c:pt idx="829">
                  <c:v>3.7084835185123008</c:v>
                </c:pt>
                <c:pt idx="830">
                  <c:v>3.7138326273203299</c:v>
                </c:pt>
                <c:pt idx="831">
                  <c:v>3.7191836052499099</c:v>
                </c:pt>
                <c:pt idx="832">
                  <c:v>3.7245364513947203</c:v>
                </c:pt>
                <c:pt idx="833">
                  <c:v>3.7298911648484401</c:v>
                </c:pt>
                <c:pt idx="834">
                  <c:v>3.7352477447047798</c:v>
                </c:pt>
                <c:pt idx="835">
                  <c:v>3.7406061900574001</c:v>
                </c:pt>
                <c:pt idx="836">
                  <c:v>3.7459665000000002</c:v>
                </c:pt>
                <c:pt idx="837">
                  <c:v>3.7513286736262597</c:v>
                </c:pt>
                <c:pt idx="838">
                  <c:v>3.7566927100298697</c:v>
                </c:pt>
                <c:pt idx="839">
                  <c:v>3.7620586083045198</c:v>
                </c:pt>
                <c:pt idx="840">
                  <c:v>3.7674263675438899</c:v>
                </c:pt>
                <c:pt idx="841">
                  <c:v>3.7727959868416598</c:v>
                </c:pt>
                <c:pt idx="842">
                  <c:v>3.7781674652915305</c:v>
                </c:pt>
                <c:pt idx="843">
                  <c:v>3.7835408019871806</c:v>
                </c:pt>
                <c:pt idx="844">
                  <c:v>3.7889159960222898</c:v>
                </c:pt>
                <c:pt idx="845">
                  <c:v>3.7942930464905507</c:v>
                </c:pt>
                <c:pt idx="846">
                  <c:v>3.7996719524856499</c:v>
                </c:pt>
                <c:pt idx="847">
                  <c:v>3.805052713101269</c:v>
                </c:pt>
                <c:pt idx="848">
                  <c:v>3.8104353274310996</c:v>
                </c:pt>
                <c:pt idx="849">
                  <c:v>3.8158197945688292</c:v>
                </c:pt>
                <c:pt idx="850">
                  <c:v>3.821206113608139</c:v>
                </c:pt>
                <c:pt idx="851">
                  <c:v>3.8265942836427098</c:v>
                </c:pt>
                <c:pt idx="852">
                  <c:v>3.8319843037662396</c:v>
                </c:pt>
                <c:pt idx="853">
                  <c:v>3.8373761730723999</c:v>
                </c:pt>
                <c:pt idx="854">
                  <c:v>3.8427698906548997</c:v>
                </c:pt>
                <c:pt idx="855">
                  <c:v>3.8481654556074001</c:v>
                </c:pt>
                <c:pt idx="856">
                  <c:v>3.8535628670235997</c:v>
                </c:pt>
                <c:pt idx="857">
                  <c:v>3.8589621239971792</c:v>
                </c:pt>
                <c:pt idx="858">
                  <c:v>3.8643632256218301</c:v>
                </c:pt>
                <c:pt idx="859">
                  <c:v>3.8697661709912397</c:v>
                </c:pt>
                <c:pt idx="860">
                  <c:v>3.8751709591990897</c:v>
                </c:pt>
                <c:pt idx="861">
                  <c:v>3.8805775893390599</c:v>
                </c:pt>
                <c:pt idx="862">
                  <c:v>3.88598606050485</c:v>
                </c:pt>
                <c:pt idx="863">
                  <c:v>3.8913963717901399</c:v>
                </c:pt>
                <c:pt idx="864">
                  <c:v>3.8968085222886093</c:v>
                </c:pt>
                <c:pt idx="865">
                  <c:v>3.9022225110939495</c:v>
                </c:pt>
                <c:pt idx="866">
                  <c:v>3.9076383372998595</c:v>
                </c:pt>
                <c:pt idx="867">
                  <c:v>3.9130559999999996</c:v>
                </c:pt>
                <c:pt idx="868">
                  <c:v>3.918475498288069</c:v>
                </c:pt>
                <c:pt idx="869">
                  <c:v>3.92389683125776</c:v>
                </c:pt>
                <c:pt idx="870">
                  <c:v>3.9293199980027498</c:v>
                </c:pt>
                <c:pt idx="871">
                  <c:v>3.9347449976167295</c:v>
                </c:pt>
                <c:pt idx="872">
                  <c:v>3.94017182919338</c:v>
                </c:pt>
                <c:pt idx="873">
                  <c:v>3.9456004918263901</c:v>
                </c:pt>
                <c:pt idx="874">
                  <c:v>3.9510309846094493</c:v>
                </c:pt>
                <c:pt idx="875">
                  <c:v>3.9564633066362296</c:v>
                </c:pt>
                <c:pt idx="876">
                  <c:v>3.9618974570004402</c:v>
                </c:pt>
                <c:pt idx="877">
                  <c:v>3.9673334347957399</c:v>
                </c:pt>
                <c:pt idx="878">
                  <c:v>3.9727712391158394</c:v>
                </c:pt>
                <c:pt idx="879">
                  <c:v>3.97821086905441</c:v>
                </c:pt>
                <c:pt idx="880">
                  <c:v>3.9836523237051495</c:v>
                </c:pt>
                <c:pt idx="881">
                  <c:v>3.9890956021617301</c:v>
                </c:pt>
                <c:pt idx="882">
                  <c:v>3.9945407035178397</c:v>
                </c:pt>
                <c:pt idx="883">
                  <c:v>3.9999876268671799</c:v>
                </c:pt>
                <c:pt idx="884">
                  <c:v>4.0054363713034089</c:v>
                </c:pt>
                <c:pt idx="885">
                  <c:v>4.010886935920249</c:v>
                </c:pt>
                <c:pt idx="886">
                  <c:v>4.0163393198113502</c:v>
                </c:pt>
                <c:pt idx="887">
                  <c:v>4.0217935220704204</c:v>
                </c:pt>
                <c:pt idx="888">
                  <c:v>4.02724954179115</c:v>
                </c:pt>
                <c:pt idx="889">
                  <c:v>4.0327073780671991</c:v>
                </c:pt>
                <c:pt idx="890">
                  <c:v>4.0381670299922803</c:v>
                </c:pt>
                <c:pt idx="891">
                  <c:v>4.0436284966600713</c:v>
                </c:pt>
                <c:pt idx="892">
                  <c:v>4.0490917771642403</c:v>
                </c:pt>
                <c:pt idx="893">
                  <c:v>4.0545568705984971</c:v>
                </c:pt>
                <c:pt idx="894">
                  <c:v>4.0600237760565294</c:v>
                </c:pt>
                <c:pt idx="895">
                  <c:v>4.0654924926320009</c:v>
                </c:pt>
                <c:pt idx="896">
                  <c:v>4.0709630194186213</c:v>
                </c:pt>
                <c:pt idx="897">
                  <c:v>4.0764353555100499</c:v>
                </c:pt>
                <c:pt idx="898">
                  <c:v>4.0819095000000001</c:v>
                </c:pt>
                <c:pt idx="899">
                  <c:v>4.08738545198214</c:v>
                </c:pt>
                <c:pt idx="900">
                  <c:v>4.0928632105501705</c:v>
                </c:pt>
                <c:pt idx="901">
                  <c:v>4.0983427747977599</c:v>
                </c:pt>
                <c:pt idx="902">
                  <c:v>4.1038241438186001</c:v>
                </c:pt>
                <c:pt idx="903">
                  <c:v>4.1093073167063894</c:v>
                </c:pt>
                <c:pt idx="904">
                  <c:v>4.1147922925548004</c:v>
                </c:pt>
                <c:pt idx="905">
                  <c:v>4.120279070457519</c:v>
                </c:pt>
                <c:pt idx="906">
                  <c:v>4.1257676495082389</c:v>
                </c:pt>
                <c:pt idx="907">
                  <c:v>4.1312580288006409</c:v>
                </c:pt>
                <c:pt idx="908">
                  <c:v>4.1367502074284195</c:v>
                </c:pt>
                <c:pt idx="909">
                  <c:v>4.14224418448525</c:v>
                </c:pt>
                <c:pt idx="910">
                  <c:v>4.1477399590648201</c:v>
                </c:pt>
                <c:pt idx="911">
                  <c:v>4.15323753026082</c:v>
                </c:pt>
                <c:pt idx="912">
                  <c:v>4.1587368971669285</c:v>
                </c:pt>
                <c:pt idx="913">
                  <c:v>4.1642380588768386</c:v>
                </c:pt>
                <c:pt idx="914">
                  <c:v>4.1697410144842406</c:v>
                </c:pt>
                <c:pt idx="915">
                  <c:v>4.1752457630828106</c:v>
                </c:pt>
                <c:pt idx="916">
                  <c:v>4.1807523037662397</c:v>
                </c:pt>
                <c:pt idx="917">
                  <c:v>4.1862606356282104</c:v>
                </c:pt>
                <c:pt idx="918">
                  <c:v>4.1917707577624093</c:v>
                </c:pt>
                <c:pt idx="919">
                  <c:v>4.1972826692625294</c:v>
                </c:pt>
                <c:pt idx="920">
                  <c:v>4.2027963692222494</c:v>
                </c:pt>
                <c:pt idx="921">
                  <c:v>4.208311856735258</c:v>
                </c:pt>
                <c:pt idx="922">
                  <c:v>4.21382913089524</c:v>
                </c:pt>
                <c:pt idx="923">
                  <c:v>4.2193481907958814</c:v>
                </c:pt>
                <c:pt idx="924">
                  <c:v>4.2248690355308609</c:v>
                </c:pt>
                <c:pt idx="925">
                  <c:v>4.2303916641938812</c:v>
                </c:pt>
                <c:pt idx="926">
                  <c:v>4.2359160758786203</c:v>
                </c:pt>
                <c:pt idx="927">
                  <c:v>4.2414422696787604</c:v>
                </c:pt>
                <c:pt idx="928">
                  <c:v>4.2469702446879891</c:v>
                </c:pt>
                <c:pt idx="929">
                  <c:v>4.2524999999999995</c:v>
                </c:pt>
                <c:pt idx="930">
                  <c:v>4.2580315347084694</c:v>
                </c:pt>
                <c:pt idx="931">
                  <c:v>4.2635648479070882</c:v>
                </c:pt>
                <c:pt idx="932">
                  <c:v>4.2690999386895401</c:v>
                </c:pt>
                <c:pt idx="933">
                  <c:v>4.274636806149509</c:v>
                </c:pt>
                <c:pt idx="934">
                  <c:v>4.2801754493806898</c:v>
                </c:pt>
                <c:pt idx="935">
                  <c:v>4.2857158674767586</c:v>
                </c:pt>
                <c:pt idx="936">
                  <c:v>4.2912580595314003</c:v>
                </c:pt>
                <c:pt idx="937">
                  <c:v>4.2968020246383105</c:v>
                </c:pt>
                <c:pt idx="938">
                  <c:v>4.3023477618911805</c:v>
                </c:pt>
                <c:pt idx="939">
                  <c:v>4.3078952703836695</c:v>
                </c:pt>
                <c:pt idx="940">
                  <c:v>4.3134445492094882</c:v>
                </c:pt>
                <c:pt idx="941">
                  <c:v>4.3189955974623189</c:v>
                </c:pt>
                <c:pt idx="942">
                  <c:v>4.3245484142358395</c:v>
                </c:pt>
                <c:pt idx="943">
                  <c:v>4.33010299862375</c:v>
                </c:pt>
                <c:pt idx="944">
                  <c:v>4.3356593497197098</c:v>
                </c:pt>
                <c:pt idx="945">
                  <c:v>4.3412174666174295</c:v>
                </c:pt>
                <c:pt idx="946">
                  <c:v>4.3467773484105896</c:v>
                </c:pt>
                <c:pt idx="947">
                  <c:v>4.3523389941928805</c:v>
                </c:pt>
                <c:pt idx="948">
                  <c:v>4.3579024030579694</c:v>
                </c:pt>
                <c:pt idx="949">
                  <c:v>4.363467574099559</c:v>
                </c:pt>
                <c:pt idx="950">
                  <c:v>4.369034506411329</c:v>
                </c:pt>
                <c:pt idx="951">
                  <c:v>4.3746031990869705</c:v>
                </c:pt>
                <c:pt idx="952">
                  <c:v>4.3801736512201703</c:v>
                </c:pt>
                <c:pt idx="953">
                  <c:v>4.3857458619046001</c:v>
                </c:pt>
                <c:pt idx="954">
                  <c:v>4.39131983023396</c:v>
                </c:pt>
                <c:pt idx="955">
                  <c:v>4.3968955553019393</c:v>
                </c:pt>
                <c:pt idx="956">
                  <c:v>4.4024730362022098</c:v>
                </c:pt>
                <c:pt idx="957">
                  <c:v>4.408052272028459</c:v>
                </c:pt>
                <c:pt idx="958">
                  <c:v>4.4136332618743905</c:v>
                </c:pt>
                <c:pt idx="959">
                  <c:v>4.4192160048336717</c:v>
                </c:pt>
                <c:pt idx="960">
                  <c:v>4.424800499999999</c:v>
                </c:pt>
                <c:pt idx="961">
                  <c:v>4.4303867464670494</c:v>
                </c:pt>
                <c:pt idx="962">
                  <c:v>4.4359747433285204</c:v>
                </c:pt>
                <c:pt idx="963">
                  <c:v>4.4415644896780906</c:v>
                </c:pt>
                <c:pt idx="964">
                  <c:v>4.4471559846094495</c:v>
                </c:pt>
                <c:pt idx="965">
                  <c:v>4.4527492272162696</c:v>
                </c:pt>
                <c:pt idx="966">
                  <c:v>4.45834421659226</c:v>
                </c:pt>
                <c:pt idx="967">
                  <c:v>4.4639409518310895</c:v>
                </c:pt>
                <c:pt idx="968">
                  <c:v>4.4695394320264494</c:v>
                </c:pt>
                <c:pt idx="969">
                  <c:v>4.47513965627203</c:v>
                </c:pt>
                <c:pt idx="970">
                  <c:v>4.480741623661511</c:v>
                </c:pt>
                <c:pt idx="971">
                  <c:v>4.4863453332885808</c:v>
                </c:pt>
                <c:pt idx="972">
                  <c:v>4.4919507842469208</c:v>
                </c:pt>
                <c:pt idx="973">
                  <c:v>4.4975579756302189</c:v>
                </c:pt>
                <c:pt idx="974">
                  <c:v>4.5031669065321704</c:v>
                </c:pt>
                <c:pt idx="975">
                  <c:v>4.5087775760464579</c:v>
                </c:pt>
                <c:pt idx="976">
                  <c:v>4.51438998326676</c:v>
                </c:pt>
                <c:pt idx="977">
                  <c:v>4.5200041272867582</c:v>
                </c:pt>
                <c:pt idx="978">
                  <c:v>4.5256200072001604</c:v>
                </c:pt>
                <c:pt idx="979">
                  <c:v>4.5312376221006412</c:v>
                </c:pt>
                <c:pt idx="980">
                  <c:v>4.5368569710818702</c:v>
                </c:pt>
                <c:pt idx="981">
                  <c:v>4.5424780532375602</c:v>
                </c:pt>
                <c:pt idx="982">
                  <c:v>4.5481008676613692</c:v>
                </c:pt>
                <c:pt idx="983">
                  <c:v>4.55372541344701</c:v>
                </c:pt>
                <c:pt idx="984">
                  <c:v>4.5593516896881612</c:v>
                </c:pt>
                <c:pt idx="985">
                  <c:v>4.5649796954784989</c:v>
                </c:pt>
                <c:pt idx="986">
                  <c:v>4.5706094299117206</c:v>
                </c:pt>
                <c:pt idx="987">
                  <c:v>4.5762408920815005</c:v>
                </c:pt>
                <c:pt idx="988">
                  <c:v>4.5818740810815308</c:v>
                </c:pt>
                <c:pt idx="989">
                  <c:v>4.5875089960054991</c:v>
                </c:pt>
                <c:pt idx="990">
                  <c:v>4.5931456359471001</c:v>
                </c:pt>
                <c:pt idx="991">
                  <c:v>4.5987839999999993</c:v>
                </c:pt>
                <c:pt idx="992">
                  <c:v>4.6044240872578985</c:v>
                </c:pt>
                <c:pt idx="993">
                  <c:v>4.6100658968144792</c:v>
                </c:pt>
                <c:pt idx="994">
                  <c:v>4.6157094277634201</c:v>
                </c:pt>
                <c:pt idx="995">
                  <c:v>4.6213546791984186</c:v>
                </c:pt>
                <c:pt idx="996">
                  <c:v>4.627001650213149</c:v>
                </c:pt>
                <c:pt idx="997">
                  <c:v>4.6326503399013097</c:v>
                </c:pt>
                <c:pt idx="998">
                  <c:v>4.6383007473565794</c:v>
                </c:pt>
                <c:pt idx="999">
                  <c:v>4.6439528716726493</c:v>
                </c:pt>
                <c:pt idx="1000">
                  <c:v>4.6496067119432007</c:v>
                </c:pt>
                <c:pt idx="1001">
                  <c:v>4.6552622672619295</c:v>
                </c:pt>
                <c:pt idx="1002">
                  <c:v>4.6609195367224983</c:v>
                </c:pt>
                <c:pt idx="1003">
                  <c:v>4.6665785194186187</c:v>
                </c:pt>
                <c:pt idx="1004">
                  <c:v>4.6722392144439597</c:v>
                </c:pt>
                <c:pt idx="1005">
                  <c:v>4.6779016208922188</c:v>
                </c:pt>
                <c:pt idx="1006">
                  <c:v>4.6835657378570694</c:v>
                </c:pt>
                <c:pt idx="1007">
                  <c:v>4.6892315644322098</c:v>
                </c:pt>
                <c:pt idx="1008">
                  <c:v>4.6948990997113196</c:v>
                </c:pt>
                <c:pt idx="1009">
                  <c:v>4.70056834278809</c:v>
                </c:pt>
                <c:pt idx="1010">
                  <c:v>4.7062392927562007</c:v>
                </c:pt>
                <c:pt idx="1011">
                  <c:v>4.7119119487093393</c:v>
                </c:pt>
                <c:pt idx="1012">
                  <c:v>4.7175863097411987</c:v>
                </c:pt>
                <c:pt idx="1013">
                  <c:v>4.7232623749454499</c:v>
                </c:pt>
                <c:pt idx="1014">
                  <c:v>4.7289401434157989</c:v>
                </c:pt>
                <c:pt idx="1015">
                  <c:v>4.7346196142459096</c:v>
                </c:pt>
                <c:pt idx="1016">
                  <c:v>4.7403007865294899</c:v>
                </c:pt>
                <c:pt idx="1017">
                  <c:v>4.7459836593602089</c:v>
                </c:pt>
                <c:pt idx="1018">
                  <c:v>4.7516682318317605</c:v>
                </c:pt>
                <c:pt idx="1019">
                  <c:v>4.7573545030378295</c:v>
                </c:pt>
                <c:pt idx="1020">
                  <c:v>4.763042472072101</c:v>
                </c:pt>
                <c:pt idx="1021">
                  <c:v>4.768732138028259</c:v>
                </c:pt>
                <c:pt idx="1022">
                  <c:v>4.7744235000000002</c:v>
                </c:pt>
                <c:pt idx="1023">
                  <c:v>4.7801165570809978</c:v>
                </c:pt>
                <c:pt idx="1024">
                  <c:v>4.7858113083649396</c:v>
                </c:pt>
                <c:pt idx="1025">
                  <c:v>4.7915077529455203</c:v>
                </c:pt>
                <c:pt idx="1026">
                  <c:v>4.7972058899164187</c:v>
                </c:pt>
                <c:pt idx="1027">
                  <c:v>4.8029057183713189</c:v>
                </c:pt>
                <c:pt idx="1028">
                  <c:v>4.8086072374039093</c:v>
                </c:pt>
                <c:pt idx="1029">
                  <c:v>4.8143104461078785</c:v>
                </c:pt>
                <c:pt idx="1030">
                  <c:v>4.8200153435769186</c:v>
                </c:pt>
                <c:pt idx="1031">
                  <c:v>4.8257219289046995</c:v>
                </c:pt>
                <c:pt idx="1032">
                  <c:v>4.8314302011849204</c:v>
                </c:pt>
                <c:pt idx="1033">
                  <c:v>4.83714015951126</c:v>
                </c:pt>
                <c:pt idx="1034">
                  <c:v>4.8428518029774086</c:v>
                </c:pt>
                <c:pt idx="1035">
                  <c:v>4.8485651306770494</c:v>
                </c:pt>
                <c:pt idx="1036">
                  <c:v>4.8542801417038701</c:v>
                </c:pt>
                <c:pt idx="1037">
                  <c:v>4.8599968351515601</c:v>
                </c:pt>
                <c:pt idx="1038">
                  <c:v>4.8657152101137884</c:v>
                </c:pt>
                <c:pt idx="1039">
                  <c:v>4.8714352656842701</c:v>
                </c:pt>
                <c:pt idx="1040">
                  <c:v>4.87715700095666</c:v>
                </c:pt>
                <c:pt idx="1041">
                  <c:v>4.8828804150246707</c:v>
                </c:pt>
                <c:pt idx="1042">
                  <c:v>4.8886055069819792</c:v>
                </c:pt>
                <c:pt idx="1043">
                  <c:v>4.8943322759222587</c:v>
                </c:pt>
                <c:pt idx="1044">
                  <c:v>4.9000607209392104</c:v>
                </c:pt>
                <c:pt idx="1045">
                  <c:v>4.9057908411265094</c:v>
                </c:pt>
                <c:pt idx="1046">
                  <c:v>4.9115226355778612</c:v>
                </c:pt>
                <c:pt idx="1047">
                  <c:v>4.9172561033869302</c:v>
                </c:pt>
                <c:pt idx="1048">
                  <c:v>4.9229912436474086</c:v>
                </c:pt>
                <c:pt idx="1049">
                  <c:v>4.9287280554529902</c:v>
                </c:pt>
                <c:pt idx="1050">
                  <c:v>4.9344665378973493</c:v>
                </c:pt>
                <c:pt idx="1051">
                  <c:v>4.9402066900741817</c:v>
                </c:pt>
                <c:pt idx="1052">
                  <c:v>4.9459485110771704</c:v>
                </c:pt>
                <c:pt idx="1053">
                  <c:v>4.9516920000000013</c:v>
                </c:pt>
                <c:pt idx="1054">
                  <c:v>4.9574371559363604</c:v>
                </c:pt>
                <c:pt idx="1055">
                  <c:v>4.9631839779799289</c:v>
                </c:pt>
                <c:pt idx="1056">
                  <c:v>4.9689324652244</c:v>
                </c:pt>
                <c:pt idx="1057">
                  <c:v>4.9746826167634497</c:v>
                </c:pt>
                <c:pt idx="1058">
                  <c:v>4.9804344316907798</c:v>
                </c:pt>
                <c:pt idx="1059">
                  <c:v>4.9861879091000603</c:v>
                </c:pt>
                <c:pt idx="1060">
                  <c:v>4.9919430480849902</c:v>
                </c:pt>
                <c:pt idx="1061">
                  <c:v>4.9976998477392494</c:v>
                </c:pt>
                <c:pt idx="1062">
                  <c:v>5.00345830715652</c:v>
                </c:pt>
                <c:pt idx="1063">
                  <c:v>5.0092184254305012</c:v>
                </c:pt>
                <c:pt idx="1064">
                  <c:v>5.0149802016548595</c:v>
                </c:pt>
                <c:pt idx="1065">
                  <c:v>5.020743634923301</c:v>
                </c:pt>
                <c:pt idx="1066">
                  <c:v>5.0265087243295001</c:v>
                </c:pt>
                <c:pt idx="1067">
                  <c:v>5.0322754689671401</c:v>
                </c:pt>
                <c:pt idx="1068">
                  <c:v>5.0380438679299093</c:v>
                </c:pt>
                <c:pt idx="1069">
                  <c:v>5.0438139203115</c:v>
                </c:pt>
                <c:pt idx="1070">
                  <c:v>5.0495856252055988</c:v>
                </c:pt>
                <c:pt idx="1071">
                  <c:v>5.0553589817058802</c:v>
                </c:pt>
                <c:pt idx="1072">
                  <c:v>5.0611339889060494</c:v>
                </c:pt>
                <c:pt idx="1073">
                  <c:v>5.0669106458997692</c:v>
                </c:pt>
                <c:pt idx="1074">
                  <c:v>5.0726889517807399</c:v>
                </c:pt>
                <c:pt idx="1075">
                  <c:v>5.0784689056426418</c:v>
                </c:pt>
                <c:pt idx="1076">
                  <c:v>5.0842505065791697</c:v>
                </c:pt>
                <c:pt idx="1077">
                  <c:v>5.0900337536839997</c:v>
                </c:pt>
                <c:pt idx="1078">
                  <c:v>5.0958186460508195</c:v>
                </c:pt>
                <c:pt idx="1079">
                  <c:v>5.101605182773322</c:v>
                </c:pt>
                <c:pt idx="1080">
                  <c:v>5.1073933629451798</c:v>
                </c:pt>
                <c:pt idx="1081">
                  <c:v>5.1131831856601009</c:v>
                </c:pt>
                <c:pt idx="1082">
                  <c:v>5.1189746500117481</c:v>
                </c:pt>
                <c:pt idx="1083">
                  <c:v>5.1247677550938198</c:v>
                </c:pt>
                <c:pt idx="1084">
                  <c:v>5.1305624999999999</c:v>
                </c:pt>
                <c:pt idx="1085">
                  <c:v>5.1363588838239709</c:v>
                </c:pt>
                <c:pt idx="1086">
                  <c:v>5.1421569056594292</c:v>
                </c:pt>
                <c:pt idx="1087">
                  <c:v>5.1479565646000482</c:v>
                </c:pt>
                <c:pt idx="1088">
                  <c:v>5.1537578597395193</c:v>
                </c:pt>
                <c:pt idx="1089">
                  <c:v>5.1595607901715308</c:v>
                </c:pt>
                <c:pt idx="1090">
                  <c:v>5.1653653549897589</c:v>
                </c:pt>
                <c:pt idx="1091">
                  <c:v>5.171171553287909</c:v>
                </c:pt>
                <c:pt idx="1092">
                  <c:v>5.176979384159651</c:v>
                </c:pt>
                <c:pt idx="1093">
                  <c:v>5.1827888466986689</c:v>
                </c:pt>
                <c:pt idx="1094">
                  <c:v>5.1885999399986602</c:v>
                </c:pt>
                <c:pt idx="1095">
                  <c:v>5.1944126631532992</c:v>
                </c:pt>
                <c:pt idx="1096">
                  <c:v>5.2002270152562904</c:v>
                </c:pt>
                <c:pt idx="1097">
                  <c:v>5.2060429954013019</c:v>
                </c:pt>
                <c:pt idx="1098">
                  <c:v>5.2118606026820204</c:v>
                </c:pt>
                <c:pt idx="1099">
                  <c:v>5.2176798361921399</c:v>
                </c:pt>
                <c:pt idx="1100">
                  <c:v>5.22350069502534</c:v>
                </c:pt>
                <c:pt idx="1101">
                  <c:v>5.2293231782753198</c:v>
                </c:pt>
                <c:pt idx="1102">
                  <c:v>5.2351472850357501</c:v>
                </c:pt>
                <c:pt idx="1103">
                  <c:v>5.2409730144003213</c:v>
                </c:pt>
                <c:pt idx="1104">
                  <c:v>5.2468003654627209</c:v>
                </c:pt>
                <c:pt idx="1105">
                  <c:v>5.2526293373166402</c:v>
                </c:pt>
                <c:pt idx="1106">
                  <c:v>5.258459929055749</c:v>
                </c:pt>
                <c:pt idx="1107">
                  <c:v>5.2642921397737599</c:v>
                </c:pt>
                <c:pt idx="1108">
                  <c:v>5.2701259685643302</c:v>
                </c:pt>
                <c:pt idx="1109">
                  <c:v>5.275961414521162</c:v>
                </c:pt>
                <c:pt idx="1110">
                  <c:v>5.28179847673794</c:v>
                </c:pt>
                <c:pt idx="1111">
                  <c:v>5.2876371543083502</c:v>
                </c:pt>
                <c:pt idx="1112">
                  <c:v>5.2934774463260696</c:v>
                </c:pt>
                <c:pt idx="1113">
                  <c:v>5.299319351884801</c:v>
                </c:pt>
                <c:pt idx="1114">
                  <c:v>5.3051628700782087</c:v>
                </c:pt>
                <c:pt idx="1115">
                  <c:v>5.3110080000000002</c:v>
                </c:pt>
                <c:pt idx="1116">
                  <c:v>5.3168547407438496</c:v>
                </c:pt>
                <c:pt idx="1117">
                  <c:v>5.3227030914034401</c:v>
                </c:pt>
                <c:pt idx="1118">
                  <c:v>5.3285530510724692</c:v>
                </c:pt>
                <c:pt idx="1119">
                  <c:v>5.3344046188446201</c:v>
                </c:pt>
                <c:pt idx="1120">
                  <c:v>5.3402577938135716</c:v>
                </c:pt>
                <c:pt idx="1121">
                  <c:v>5.3461125750730094</c:v>
                </c:pt>
                <c:pt idx="1122">
                  <c:v>5.3519689617166302</c:v>
                </c:pt>
                <c:pt idx="1123">
                  <c:v>5.3578269528381091</c:v>
                </c:pt>
                <c:pt idx="1124">
                  <c:v>5.3636865475311293</c:v>
                </c:pt>
                <c:pt idx="1125">
                  <c:v>5.3695477448893998</c:v>
                </c:pt>
                <c:pt idx="1126">
                  <c:v>5.3754105440065789</c:v>
                </c:pt>
                <c:pt idx="1127">
                  <c:v>5.3812749439763703</c:v>
                </c:pt>
                <c:pt idx="1128">
                  <c:v>5.3871409438924491</c:v>
                </c:pt>
                <c:pt idx="1129">
                  <c:v>5.3930085428485093</c:v>
                </c:pt>
                <c:pt idx="1130">
                  <c:v>5.3988777399382393</c:v>
                </c:pt>
                <c:pt idx="1131">
                  <c:v>5.4047485342553099</c:v>
                </c:pt>
                <c:pt idx="1132">
                  <c:v>5.4106209248934212</c:v>
                </c:pt>
                <c:pt idx="1133">
                  <c:v>5.416494910946259</c:v>
                </c:pt>
                <c:pt idx="1134">
                  <c:v>5.4223704915075004</c:v>
                </c:pt>
                <c:pt idx="1135">
                  <c:v>5.4282476656708409</c:v>
                </c:pt>
                <c:pt idx="1136">
                  <c:v>5.4341264325299603</c:v>
                </c:pt>
                <c:pt idx="1137">
                  <c:v>5.4400067911785408</c:v>
                </c:pt>
                <c:pt idx="1138">
                  <c:v>5.4458887407102798</c:v>
                </c:pt>
                <c:pt idx="1139">
                  <c:v>5.4517722802188606</c:v>
                </c:pt>
                <c:pt idx="1140">
                  <c:v>5.4576574087979601</c:v>
                </c:pt>
                <c:pt idx="1141">
                  <c:v>5.4635441255412704</c:v>
                </c:pt>
                <c:pt idx="1142">
                  <c:v>5.4694324295424801</c:v>
                </c:pt>
                <c:pt idx="1143">
                  <c:v>5.4753223198952705</c:v>
                </c:pt>
                <c:pt idx="1144">
                  <c:v>5.4812137956933329</c:v>
                </c:pt>
                <c:pt idx="1145">
                  <c:v>5.4871068560303389</c:v>
                </c:pt>
                <c:pt idx="1146">
                  <c:v>5.4930015000000001</c:v>
                </c:pt>
                <c:pt idx="1147">
                  <c:v>5.4988977266959793</c:v>
                </c:pt>
                <c:pt idx="1148">
                  <c:v>5.5047955352119793</c:v>
                </c:pt>
                <c:pt idx="1149">
                  <c:v>5.5106949246416708</c:v>
                </c:pt>
                <c:pt idx="1150">
                  <c:v>5.5165958940787494</c:v>
                </c:pt>
                <c:pt idx="1151">
                  <c:v>5.5224984426168993</c:v>
                </c:pt>
                <c:pt idx="1152">
                  <c:v>5.5284025693497991</c:v>
                </c:pt>
                <c:pt idx="1153">
                  <c:v>5.5343082733711499</c:v>
                </c:pt>
                <c:pt idx="1154">
                  <c:v>5.5402155537746305</c:v>
                </c:pt>
                <c:pt idx="1155">
                  <c:v>5.5461244096539204</c:v>
                </c:pt>
                <c:pt idx="1156">
                  <c:v>5.552034840102718</c:v>
                </c:pt>
                <c:pt idx="1157">
                  <c:v>5.5579468442146993</c:v>
                </c:pt>
                <c:pt idx="1158">
                  <c:v>5.5638604210835503</c:v>
                </c:pt>
                <c:pt idx="1159">
                  <c:v>5.5697755698029594</c:v>
                </c:pt>
                <c:pt idx="1160">
                  <c:v>5.5756922894666205</c:v>
                </c:pt>
                <c:pt idx="1161">
                  <c:v>5.5816105791681991</c:v>
                </c:pt>
                <c:pt idx="1162">
                  <c:v>5.5875304380014086</c:v>
                </c:pt>
                <c:pt idx="1163">
                  <c:v>5.5934518650599188</c:v>
                </c:pt>
                <c:pt idx="1164">
                  <c:v>5.5993748594374084</c:v>
                </c:pt>
                <c:pt idx="1165">
                  <c:v>5.6052994202275901</c:v>
                </c:pt>
                <c:pt idx="1166">
                  <c:v>5.6112255465241203</c:v>
                </c:pt>
                <c:pt idx="1167">
                  <c:v>5.6171532374206983</c:v>
                </c:pt>
                <c:pt idx="1168">
                  <c:v>5.6230824920110098</c:v>
                </c:pt>
                <c:pt idx="1169">
                  <c:v>5.6290133093887391</c:v>
                </c:pt>
                <c:pt idx="1170">
                  <c:v>5.6349456886475791</c:v>
                </c:pt>
                <c:pt idx="1171">
                  <c:v>5.6408796288812093</c:v>
                </c:pt>
                <c:pt idx="1172">
                  <c:v>5.6468151291833095</c:v>
                </c:pt>
                <c:pt idx="1173">
                  <c:v>5.6527521886475798</c:v>
                </c:pt>
                <c:pt idx="1174">
                  <c:v>5.6586908063676891</c:v>
                </c:pt>
                <c:pt idx="1175">
                  <c:v>5.664630981437349</c:v>
                </c:pt>
                <c:pt idx="1176">
                  <c:v>5.6705727129502197</c:v>
                </c:pt>
                <c:pt idx="1177">
                  <c:v>5.6765159999999995</c:v>
                </c:pt>
                <c:pt idx="1178">
                  <c:v>5.6824608416803697</c:v>
                </c:pt>
                <c:pt idx="1179">
                  <c:v>5.6884072370850287</c:v>
                </c:pt>
                <c:pt idx="1180">
                  <c:v>5.6943551853076402</c:v>
                </c:pt>
                <c:pt idx="1181">
                  <c:v>5.7003046854419104</c:v>
                </c:pt>
                <c:pt idx="1182">
                  <c:v>5.7062557365815199</c:v>
                </c:pt>
                <c:pt idx="1183">
                  <c:v>5.71220833782015</c:v>
                </c:pt>
                <c:pt idx="1184">
                  <c:v>5.7181624882514903</c:v>
                </c:pt>
                <c:pt idx="1185">
                  <c:v>5.7241181869692195</c:v>
                </c:pt>
                <c:pt idx="1186">
                  <c:v>5.7300754330670305</c:v>
                </c:pt>
                <c:pt idx="1187">
                  <c:v>5.7360342256386101</c:v>
                </c:pt>
                <c:pt idx="1188">
                  <c:v>5.7419945637776495</c:v>
                </c:pt>
                <c:pt idx="1189">
                  <c:v>5.7479564465778292</c:v>
                </c:pt>
                <c:pt idx="1190">
                  <c:v>5.7539198731328201</c:v>
                </c:pt>
                <c:pt idx="1191">
                  <c:v>5.7598848425363389</c:v>
                </c:pt>
                <c:pt idx="1192">
                  <c:v>5.7658513538820495</c:v>
                </c:pt>
                <c:pt idx="1193">
                  <c:v>5.7718194062636412</c:v>
                </c:pt>
                <c:pt idx="1194">
                  <c:v>5.7777889987747999</c:v>
                </c:pt>
                <c:pt idx="1195">
                  <c:v>5.7837601305092106</c:v>
                </c:pt>
                <c:pt idx="1196">
                  <c:v>5.7897328005605706</c:v>
                </c:pt>
                <c:pt idx="1197">
                  <c:v>5.7957070080225597</c:v>
                </c:pt>
                <c:pt idx="1198">
                  <c:v>5.801682751988861</c:v>
                </c:pt>
                <c:pt idx="1199">
                  <c:v>5.8076600315531506</c:v>
                </c:pt>
                <c:pt idx="1200">
                  <c:v>5.8136388458091401</c:v>
                </c:pt>
                <c:pt idx="1201">
                  <c:v>5.8196191938504906</c:v>
                </c:pt>
                <c:pt idx="1202">
                  <c:v>5.8256010747708995</c:v>
                </c:pt>
                <c:pt idx="1203">
                  <c:v>5.8315844876640597</c:v>
                </c:pt>
                <c:pt idx="1204">
                  <c:v>5.8375694316236411</c:v>
                </c:pt>
                <c:pt idx="1205">
                  <c:v>5.8435559057433499</c:v>
                </c:pt>
                <c:pt idx="1206">
                  <c:v>5.84954390911685</c:v>
                </c:pt>
                <c:pt idx="1207">
                  <c:v>5.8555334408378394</c:v>
                </c:pt>
                <c:pt idx="1208">
                  <c:v>5.8615244999999989</c:v>
                </c:pt>
                <c:pt idx="1209">
                  <c:v>5.8675170856970187</c:v>
                </c:pt>
                <c:pt idx="1210">
                  <c:v>5.8735111970225899</c:v>
                </c:pt>
                <c:pt idx="1211">
                  <c:v>5.8795068330703897</c:v>
                </c:pt>
                <c:pt idx="1212">
                  <c:v>5.8855039929341109</c:v>
                </c:pt>
                <c:pt idx="1213">
                  <c:v>5.8915026757074296</c:v>
                </c:pt>
                <c:pt idx="1214">
                  <c:v>5.8975028804840397</c:v>
                </c:pt>
                <c:pt idx="1215">
                  <c:v>5.90350460635762</c:v>
                </c:pt>
                <c:pt idx="1216">
                  <c:v>5.9095078524218705</c:v>
                </c:pt>
                <c:pt idx="1217">
                  <c:v>5.9155126177704691</c:v>
                </c:pt>
                <c:pt idx="1218">
                  <c:v>5.921518901497099</c:v>
                </c:pt>
                <c:pt idx="1219">
                  <c:v>5.927526702695439</c:v>
                </c:pt>
                <c:pt idx="1220">
                  <c:v>5.9335360204591998</c:v>
                </c:pt>
                <c:pt idx="1221">
                  <c:v>5.9395468538820406</c:v>
                </c:pt>
                <c:pt idx="1222">
                  <c:v>5.9455592020576704</c:v>
                </c:pt>
                <c:pt idx="1223">
                  <c:v>5.9515730640797599</c:v>
                </c:pt>
                <c:pt idx="1224">
                  <c:v>5.9575884390419889</c:v>
                </c:pt>
                <c:pt idx="1225">
                  <c:v>5.9636053260380697</c:v>
                </c:pt>
                <c:pt idx="1226">
                  <c:v>5.9696237241616616</c:v>
                </c:pt>
                <c:pt idx="1227">
                  <c:v>5.9756436325064612</c:v>
                </c:pt>
                <c:pt idx="1228">
                  <c:v>5.9816650501661606</c:v>
                </c:pt>
                <c:pt idx="1229">
                  <c:v>5.9876879762344295</c:v>
                </c:pt>
                <c:pt idx="1230">
                  <c:v>5.9937124098049708</c:v>
                </c:pt>
                <c:pt idx="1231">
                  <c:v>5.9997383499714703</c:v>
                </c:pt>
                <c:pt idx="1232">
                  <c:v>6.0057657958276005</c:v>
                </c:pt>
                <c:pt idx="1233">
                  <c:v>6.0117947464670491</c:v>
                </c:pt>
                <c:pt idx="1234">
                  <c:v>6.0178252009835189</c:v>
                </c:pt>
                <c:pt idx="1235">
                  <c:v>6.0238571584706797</c:v>
                </c:pt>
                <c:pt idx="1236">
                  <c:v>6.02989061802222</c:v>
                </c:pt>
                <c:pt idx="1237">
                  <c:v>6.0359255787318293</c:v>
                </c:pt>
                <c:pt idx="1238">
                  <c:v>6.0419620396932006</c:v>
                </c:pt>
                <c:pt idx="1239">
                  <c:v>6.048</c:v>
                </c:pt>
                <c:pt idx="1240">
                  <c:v>6.0540394587459287</c:v>
                </c:pt>
                <c:pt idx="1241">
                  <c:v>6.0600804150246708</c:v>
                </c:pt>
                <c:pt idx="1242">
                  <c:v>6.0661228679299084</c:v>
                </c:pt>
                <c:pt idx="1243">
                  <c:v>6.0721668165553391</c:v>
                </c:pt>
                <c:pt idx="1244">
                  <c:v>6.0782122599946309</c:v>
                </c:pt>
                <c:pt idx="1245">
                  <c:v>6.0842591973414804</c:v>
                </c:pt>
                <c:pt idx="1246">
                  <c:v>6.0903076276895698</c:v>
                </c:pt>
                <c:pt idx="1247">
                  <c:v>6.0963575501325895</c:v>
                </c:pt>
                <c:pt idx="1248">
                  <c:v>6.10240896376422</c:v>
                </c:pt>
                <c:pt idx="1249">
                  <c:v>6.1084618676781588</c:v>
                </c:pt>
                <c:pt idx="1250">
                  <c:v>6.1145162609680774</c:v>
                </c:pt>
                <c:pt idx="1251">
                  <c:v>6.1205721427276698</c:v>
                </c:pt>
                <c:pt idx="1252">
                  <c:v>6.1266295120506209</c:v>
                </c:pt>
                <c:pt idx="1253">
                  <c:v>6.1326883680306095</c:v>
                </c:pt>
                <c:pt idx="1254">
                  <c:v>6.1387487097613409</c:v>
                </c:pt>
                <c:pt idx="1255">
                  <c:v>6.1448105363364771</c:v>
                </c:pt>
                <c:pt idx="1256">
                  <c:v>6.1508738468497182</c:v>
                </c:pt>
                <c:pt idx="1257">
                  <c:v>6.156938640394749</c:v>
                </c:pt>
                <c:pt idx="1258">
                  <c:v>6.1630049160652476</c:v>
                </c:pt>
                <c:pt idx="1259">
                  <c:v>6.1690726729549201</c:v>
                </c:pt>
                <c:pt idx="1260">
                  <c:v>6.1751419101574294</c:v>
                </c:pt>
                <c:pt idx="1261">
                  <c:v>6.1812126267664693</c:v>
                </c:pt>
                <c:pt idx="1262">
                  <c:v>6.1872848218757381</c:v>
                </c:pt>
                <c:pt idx="1263">
                  <c:v>6.1933584945789004</c:v>
                </c:pt>
                <c:pt idx="1264">
                  <c:v>6.19943364396965</c:v>
                </c:pt>
                <c:pt idx="1265">
                  <c:v>6.2055102691416888</c:v>
                </c:pt>
                <c:pt idx="1266">
                  <c:v>6.2115883691886795</c:v>
                </c:pt>
                <c:pt idx="1267">
                  <c:v>6.2176679432043205</c:v>
                </c:pt>
                <c:pt idx="1268">
                  <c:v>6.2237489902823011</c:v>
                </c:pt>
                <c:pt idx="1269">
                  <c:v>6.2298315095162993</c:v>
                </c:pt>
                <c:pt idx="1270">
                  <c:v>6.2359154999999991</c:v>
                </c:pt>
                <c:pt idx="1271">
                  <c:v>6.2420009608270988</c:v>
                </c:pt>
                <c:pt idx="1272">
                  <c:v>6.2480878910912701</c:v>
                </c:pt>
                <c:pt idx="1273">
                  <c:v>6.2541762898862086</c:v>
                </c:pt>
                <c:pt idx="1274">
                  <c:v>6.2602661563056001</c:v>
                </c:pt>
                <c:pt idx="1275">
                  <c:v>6.2663574894431218</c:v>
                </c:pt>
                <c:pt idx="1276">
                  <c:v>6.27245028839247</c:v>
                </c:pt>
                <c:pt idx="1277">
                  <c:v>6.27854455224732</c:v>
                </c:pt>
                <c:pt idx="1278">
                  <c:v>6.284640280101371</c:v>
                </c:pt>
                <c:pt idx="1279">
                  <c:v>6.2907374710482991</c:v>
                </c:pt>
                <c:pt idx="1280">
                  <c:v>6.2968361241817998</c:v>
                </c:pt>
                <c:pt idx="1281">
                  <c:v>6.3029362385955476</c:v>
                </c:pt>
                <c:pt idx="1282">
                  <c:v>6.3090378133832399</c:v>
                </c:pt>
                <c:pt idx="1283">
                  <c:v>6.3151408476385482</c:v>
                </c:pt>
                <c:pt idx="1284">
                  <c:v>6.3212453404551701</c:v>
                </c:pt>
                <c:pt idx="1285">
                  <c:v>6.3273512909267886</c:v>
                </c:pt>
                <c:pt idx="1286">
                  <c:v>6.3334586981470897</c:v>
                </c:pt>
                <c:pt idx="1287">
                  <c:v>6.3395675612097602</c:v>
                </c:pt>
                <c:pt idx="1288">
                  <c:v>6.3456778792084885</c:v>
                </c:pt>
                <c:pt idx="1289">
                  <c:v>6.3517896512369489</c:v>
                </c:pt>
                <c:pt idx="1290">
                  <c:v>6.3579028763888381</c:v>
                </c:pt>
                <c:pt idx="1291">
                  <c:v>6.3640175537578481</c:v>
                </c:pt>
                <c:pt idx="1292">
                  <c:v>6.3701336824376504</c:v>
                </c:pt>
                <c:pt idx="1293">
                  <c:v>6.37625126152194</c:v>
                </c:pt>
                <c:pt idx="1294">
                  <c:v>6.3823702901043902</c:v>
                </c:pt>
                <c:pt idx="1295">
                  <c:v>6.388490767278709</c:v>
                </c:pt>
                <c:pt idx="1296">
                  <c:v>6.39461269213857</c:v>
                </c:pt>
                <c:pt idx="1297">
                  <c:v>6.40073606377765</c:v>
                </c:pt>
                <c:pt idx="1298">
                  <c:v>6.406860881289651</c:v>
                </c:pt>
                <c:pt idx="1299">
                  <c:v>6.4129871437682491</c:v>
                </c:pt>
                <c:pt idx="1300">
                  <c:v>6.4191148503071389</c:v>
                </c:pt>
                <c:pt idx="1301">
                  <c:v>6.4252440000000002</c:v>
                </c:pt>
                <c:pt idx="1302">
                  <c:v>6.4313745919405205</c:v>
                </c:pt>
                <c:pt idx="1303">
                  <c:v>6.4375066252223805</c:v>
                </c:pt>
                <c:pt idx="1304">
                  <c:v>6.443640098939281</c:v>
                </c:pt>
                <c:pt idx="1305">
                  <c:v>6.4497750121848911</c:v>
                </c:pt>
                <c:pt idx="1306">
                  <c:v>6.4559113640528993</c:v>
                </c:pt>
                <c:pt idx="1307">
                  <c:v>6.4620491536370004</c:v>
                </c:pt>
                <c:pt idx="1308">
                  <c:v>6.4681883800308801</c:v>
                </c:pt>
                <c:pt idx="1309">
                  <c:v>6.4743290423282209</c:v>
                </c:pt>
                <c:pt idx="1310">
                  <c:v>6.4804711396227006</c:v>
                </c:pt>
                <c:pt idx="1311">
                  <c:v>6.4866146710080201</c:v>
                </c:pt>
                <c:pt idx="1312">
                  <c:v>6.492759635577861</c:v>
                </c:pt>
                <c:pt idx="1313">
                  <c:v>6.4989060324258991</c:v>
                </c:pt>
                <c:pt idx="1314">
                  <c:v>6.5050538606458295</c:v>
                </c:pt>
                <c:pt idx="1315">
                  <c:v>6.5112031193313413</c:v>
                </c:pt>
                <c:pt idx="1316">
                  <c:v>6.517353807576109</c:v>
                </c:pt>
                <c:pt idx="1317">
                  <c:v>6.52350592447383</c:v>
                </c:pt>
                <c:pt idx="1318">
                  <c:v>6.5296594691181902</c:v>
                </c:pt>
                <c:pt idx="1319">
                  <c:v>6.53581444060287</c:v>
                </c:pt>
                <c:pt idx="1320">
                  <c:v>6.5419708380215491</c:v>
                </c:pt>
                <c:pt idx="1321">
                  <c:v>6.5481286604679294</c:v>
                </c:pt>
                <c:pt idx="1322">
                  <c:v>6.554287907035679</c:v>
                </c:pt>
                <c:pt idx="1323">
                  <c:v>6.5604485768184979</c:v>
                </c:pt>
                <c:pt idx="1324">
                  <c:v>6.5666106689100694</c:v>
                </c:pt>
                <c:pt idx="1325">
                  <c:v>6.5727741824040811</c:v>
                </c:pt>
                <c:pt idx="1326">
                  <c:v>6.5789391163942099</c:v>
                </c:pt>
                <c:pt idx="1327">
                  <c:v>6.5851054699741498</c:v>
                </c:pt>
                <c:pt idx="1328">
                  <c:v>6.5912732422375901</c:v>
                </c:pt>
                <c:pt idx="1329">
                  <c:v>6.5974424322781999</c:v>
                </c:pt>
                <c:pt idx="1330">
                  <c:v>6.6036130391896899</c:v>
                </c:pt>
                <c:pt idx="1331">
                  <c:v>6.6097850620657193</c:v>
                </c:pt>
                <c:pt idx="1332">
                  <c:v>6.6159584999999987</c:v>
                </c:pt>
                <c:pt idx="1333">
                  <c:v>6.6221333520861982</c:v>
                </c:pt>
                <c:pt idx="1334">
                  <c:v>6.6283096174180089</c:v>
                </c:pt>
                <c:pt idx="1335">
                  <c:v>6.6344872950891203</c:v>
                </c:pt>
                <c:pt idx="1336">
                  <c:v>6.640666384193211</c:v>
                </c:pt>
                <c:pt idx="1337">
                  <c:v>6.6468468838239705</c:v>
                </c:pt>
                <c:pt idx="1338">
                  <c:v>6.65302879307509</c:v>
                </c:pt>
                <c:pt idx="1339">
                  <c:v>6.65921211104025</c:v>
                </c:pt>
                <c:pt idx="1340">
                  <c:v>6.6653968368131293</c:v>
                </c:pt>
                <c:pt idx="1341">
                  <c:v>6.6715829694874289</c:v>
                </c:pt>
                <c:pt idx="1342">
                  <c:v>6.6777705081568293</c:v>
                </c:pt>
                <c:pt idx="1343">
                  <c:v>6.6839594519150092</c:v>
                </c:pt>
                <c:pt idx="1344">
                  <c:v>6.6901497998556598</c:v>
                </c:pt>
                <c:pt idx="1345">
                  <c:v>6.6963415510724698</c:v>
                </c:pt>
                <c:pt idx="1346">
                  <c:v>6.7025347046591301</c:v>
                </c:pt>
                <c:pt idx="1347">
                  <c:v>6.70872925970931</c:v>
                </c:pt>
                <c:pt idx="1348">
                  <c:v>6.7149252153167085</c:v>
                </c:pt>
                <c:pt idx="1349">
                  <c:v>6.7211225705750088</c:v>
                </c:pt>
                <c:pt idx="1350">
                  <c:v>6.7273213245778898</c:v>
                </c:pt>
                <c:pt idx="1351">
                  <c:v>6.7335214764190496</c:v>
                </c:pt>
                <c:pt idx="1352">
                  <c:v>6.7397230251921725</c:v>
                </c:pt>
                <c:pt idx="1353">
                  <c:v>6.7459259699909389</c:v>
                </c:pt>
                <c:pt idx="1354">
                  <c:v>6.7521303099090293</c:v>
                </c:pt>
                <c:pt idx="1355">
                  <c:v>6.7583360440401501</c:v>
                </c:pt>
                <c:pt idx="1356">
                  <c:v>6.7645431714779587</c:v>
                </c:pt>
                <c:pt idx="1357">
                  <c:v>6.7707516913161712</c:v>
                </c:pt>
                <c:pt idx="1358">
                  <c:v>6.7769616026484503</c:v>
                </c:pt>
                <c:pt idx="1359">
                  <c:v>6.7831729045684899</c:v>
                </c:pt>
                <c:pt idx="1360">
                  <c:v>6.7893855961699794</c:v>
                </c:pt>
                <c:pt idx="1361">
                  <c:v>6.7955996765466091</c:v>
                </c:pt>
                <c:pt idx="1362">
                  <c:v>6.8018151447920498</c:v>
                </c:pt>
                <c:pt idx="1363">
                  <c:v>6.808031999999999</c:v>
                </c:pt>
                <c:pt idx="1364">
                  <c:v>6.8142502412641397</c:v>
                </c:pt>
                <c:pt idx="1365">
                  <c:v>6.8204698676781588</c:v>
                </c:pt>
                <c:pt idx="1366">
                  <c:v>6.8266908783357385</c:v>
                </c:pt>
                <c:pt idx="1367">
                  <c:v>6.8329132723305692</c:v>
                </c:pt>
                <c:pt idx="1368">
                  <c:v>6.8391370487563394</c:v>
                </c:pt>
                <c:pt idx="1369">
                  <c:v>6.845362206706719</c:v>
                </c:pt>
                <c:pt idx="1370">
                  <c:v>6.8515887452754187</c:v>
                </c:pt>
                <c:pt idx="1371">
                  <c:v>6.8578166635561084</c:v>
                </c:pt>
                <c:pt idx="1372">
                  <c:v>6.8640459606424784</c:v>
                </c:pt>
                <c:pt idx="1373">
                  <c:v>6.8702766356282101</c:v>
                </c:pt>
                <c:pt idx="1374">
                  <c:v>6.8765086876070001</c:v>
                </c:pt>
                <c:pt idx="1375">
                  <c:v>6.8827421156725208</c:v>
                </c:pt>
                <c:pt idx="1376">
                  <c:v>6.8889769189184591</c:v>
                </c:pt>
                <c:pt idx="1377">
                  <c:v>6.8952130964385203</c:v>
                </c:pt>
                <c:pt idx="1378">
                  <c:v>6.9014506473263699</c:v>
                </c:pt>
                <c:pt idx="1379">
                  <c:v>6.9076895706757089</c:v>
                </c:pt>
                <c:pt idx="1380">
                  <c:v>6.9139298655802097</c:v>
                </c:pt>
                <c:pt idx="1381">
                  <c:v>6.9201715311335601</c:v>
                </c:pt>
                <c:pt idx="1382">
                  <c:v>6.9264145664294583</c:v>
                </c:pt>
                <c:pt idx="1383">
                  <c:v>6.9326589705615804</c:v>
                </c:pt>
                <c:pt idx="1384">
                  <c:v>6.9389047426236106</c:v>
                </c:pt>
                <c:pt idx="1385">
                  <c:v>6.9451518817092399</c:v>
                </c:pt>
                <c:pt idx="1386">
                  <c:v>6.9514003869121508</c:v>
                </c:pt>
                <c:pt idx="1387">
                  <c:v>6.9576502573260388</c:v>
                </c:pt>
                <c:pt idx="1388">
                  <c:v>6.963901492044581</c:v>
                </c:pt>
                <c:pt idx="1389">
                  <c:v>6.9701540901614596</c:v>
                </c:pt>
                <c:pt idx="1390">
                  <c:v>6.9764080507703712</c:v>
                </c:pt>
                <c:pt idx="1391">
                  <c:v>6.982663372964991</c:v>
                </c:pt>
                <c:pt idx="1392">
                  <c:v>6.9889200558390101</c:v>
                </c:pt>
                <c:pt idx="1393">
                  <c:v>6.9951780984861198</c:v>
                </c:pt>
                <c:pt idx="1394">
                  <c:v>7.0014374999999998</c:v>
                </c:pt>
                <c:pt idx="1395">
                  <c:v>7.0076982594743402</c:v>
                </c:pt>
                <c:pt idx="1396">
                  <c:v>7.01396037600282</c:v>
                </c:pt>
                <c:pt idx="1397">
                  <c:v>7.0202238486791302</c:v>
                </c:pt>
                <c:pt idx="1398">
                  <c:v>7.0264886765969585</c:v>
                </c:pt>
                <c:pt idx="1399">
                  <c:v>7.0327548588499882</c:v>
                </c:pt>
                <c:pt idx="1400">
                  <c:v>7.0390223945319113</c:v>
                </c:pt>
                <c:pt idx="1401">
                  <c:v>7.0452912827364003</c:v>
                </c:pt>
                <c:pt idx="1402">
                  <c:v>7.05156152255715</c:v>
                </c:pt>
                <c:pt idx="1403">
                  <c:v>7.0578331130878498</c:v>
                </c:pt>
                <c:pt idx="1404">
                  <c:v>7.0641060534221696</c:v>
                </c:pt>
                <c:pt idx="1405">
                  <c:v>7.070380342653821</c:v>
                </c:pt>
                <c:pt idx="1406">
                  <c:v>7.0766559798764694</c:v>
                </c:pt>
                <c:pt idx="1407">
                  <c:v>7.0829329641838097</c:v>
                </c:pt>
                <c:pt idx="1408">
                  <c:v>7.0892112946695311</c:v>
                </c:pt>
                <c:pt idx="1409">
                  <c:v>7.095490970427309</c:v>
                </c:pt>
                <c:pt idx="1410">
                  <c:v>7.1017719905508407</c:v>
                </c:pt>
                <c:pt idx="1411">
                  <c:v>7.1080543541337988</c:v>
                </c:pt>
                <c:pt idx="1412">
                  <c:v>7.1143380602698789</c:v>
                </c:pt>
                <c:pt idx="1413">
                  <c:v>7.1206231080527704</c:v>
                </c:pt>
                <c:pt idx="1414">
                  <c:v>7.1269094965761495</c:v>
                </c:pt>
                <c:pt idx="1415">
                  <c:v>7.1331972249337099</c:v>
                </c:pt>
                <c:pt idx="1416">
                  <c:v>7.1394862922191304</c:v>
                </c:pt>
                <c:pt idx="1417">
                  <c:v>7.1457766975260988</c:v>
                </c:pt>
                <c:pt idx="1418">
                  <c:v>7.1520684399483097</c:v>
                </c:pt>
                <c:pt idx="1419">
                  <c:v>7.1583615185794391</c:v>
                </c:pt>
                <c:pt idx="1420">
                  <c:v>7.1646559325131793</c:v>
                </c:pt>
                <c:pt idx="1421">
                  <c:v>7.1709516808432099</c:v>
                </c:pt>
                <c:pt idx="1422">
                  <c:v>7.1772487626632211</c:v>
                </c:pt>
                <c:pt idx="1423">
                  <c:v>7.1835471770668988</c:v>
                </c:pt>
                <c:pt idx="1424">
                  <c:v>7.1898469231479298</c:v>
                </c:pt>
                <c:pt idx="1425">
                  <c:v>7.196148</c:v>
                </c:pt>
                <c:pt idx="1426">
                  <c:v>7.2024504067167889</c:v>
                </c:pt>
                <c:pt idx="1427">
                  <c:v>7.2087541423920003</c:v>
                </c:pt>
                <c:pt idx="1428">
                  <c:v>7.2150592061192995</c:v>
                </c:pt>
                <c:pt idx="1429">
                  <c:v>7.2213655969923805</c:v>
                </c:pt>
                <c:pt idx="1430">
                  <c:v>7.2276733141049307</c:v>
                </c:pt>
                <c:pt idx="1431">
                  <c:v>7.2339823565506398</c:v>
                </c:pt>
                <c:pt idx="1432">
                  <c:v>7.240292723423182</c:v>
                </c:pt>
                <c:pt idx="1433">
                  <c:v>7.2466044138162502</c:v>
                </c:pt>
                <c:pt idx="1434">
                  <c:v>7.2529174268235392</c:v>
                </c:pt>
                <c:pt idx="1435">
                  <c:v>7.2592317615387199</c:v>
                </c:pt>
                <c:pt idx="1436">
                  <c:v>7.2655474170554886</c:v>
                </c:pt>
                <c:pt idx="1437">
                  <c:v>7.2718643924675206</c:v>
                </c:pt>
                <c:pt idx="1438">
                  <c:v>7.2781826868685204</c:v>
                </c:pt>
                <c:pt idx="1439">
                  <c:v>7.28450229935215</c:v>
                </c:pt>
                <c:pt idx="1440">
                  <c:v>7.2908232290121209</c:v>
                </c:pt>
                <c:pt idx="1441">
                  <c:v>7.2971454749421003</c:v>
                </c:pt>
                <c:pt idx="1442">
                  <c:v>7.3034690362357795</c:v>
                </c:pt>
                <c:pt idx="1443">
                  <c:v>7.3097939119868407</c:v>
                </c:pt>
                <c:pt idx="1444">
                  <c:v>7.3161201012889796</c:v>
                </c:pt>
                <c:pt idx="1445">
                  <c:v>7.3224476032358794</c:v>
                </c:pt>
                <c:pt idx="1446">
                  <c:v>7.3287764169212188</c:v>
                </c:pt>
                <c:pt idx="1447">
                  <c:v>7.3351065414386891</c:v>
                </c:pt>
                <c:pt idx="1448">
                  <c:v>7.3414379758819797</c:v>
                </c:pt>
                <c:pt idx="1449">
                  <c:v>7.3477707193447701</c:v>
                </c:pt>
                <c:pt idx="1450">
                  <c:v>7.3541047709207481</c:v>
                </c:pt>
                <c:pt idx="1451">
                  <c:v>7.3604401297036004</c:v>
                </c:pt>
                <c:pt idx="1452">
                  <c:v>7.3667767947870209</c:v>
                </c:pt>
                <c:pt idx="1453">
                  <c:v>7.3731147652646802</c:v>
                </c:pt>
                <c:pt idx="1454">
                  <c:v>7.3794540402302697</c:v>
                </c:pt>
                <c:pt idx="1455">
                  <c:v>7.3857946187774788</c:v>
                </c:pt>
                <c:pt idx="1456">
                  <c:v>7.3921364999999986</c:v>
                </c:pt>
                <c:pt idx="1457">
                  <c:v>7.3984796829915105</c:v>
                </c:pt>
                <c:pt idx="1458">
                  <c:v>7.4048241668456889</c:v>
                </c:pt>
                <c:pt idx="1459">
                  <c:v>7.4111699506562401</c:v>
                </c:pt>
                <c:pt idx="1460">
                  <c:v>7.4175170335168294</c:v>
                </c:pt>
                <c:pt idx="1461">
                  <c:v>7.4238654145211607</c:v>
                </c:pt>
                <c:pt idx="1462">
                  <c:v>7.4302150927629205</c:v>
                </c:pt>
                <c:pt idx="1463">
                  <c:v>7.4365660673357699</c:v>
                </c:pt>
                <c:pt idx="1464">
                  <c:v>7.4429183373334187</c:v>
                </c:pt>
                <c:pt idx="1465">
                  <c:v>7.449271901849551</c:v>
                </c:pt>
                <c:pt idx="1466">
                  <c:v>7.4556267599778501</c:v>
                </c:pt>
                <c:pt idx="1467">
                  <c:v>7.4619829108119893</c:v>
                </c:pt>
                <c:pt idx="1468">
                  <c:v>7.4683403534456705</c:v>
                </c:pt>
                <c:pt idx="1469">
                  <c:v>7.4746990869725813</c:v>
                </c:pt>
                <c:pt idx="1470">
                  <c:v>7.4810591104863908</c:v>
                </c:pt>
                <c:pt idx="1471">
                  <c:v>7.4874204230807999</c:v>
                </c:pt>
                <c:pt idx="1472">
                  <c:v>7.49378302384949</c:v>
                </c:pt>
                <c:pt idx="1473">
                  <c:v>7.5001469118861399</c:v>
                </c:pt>
                <c:pt idx="1474">
                  <c:v>7.5065120862844497</c:v>
                </c:pt>
                <c:pt idx="1475">
                  <c:v>7.5128785461380883</c:v>
                </c:pt>
                <c:pt idx="1476">
                  <c:v>7.5192462905407709</c:v>
                </c:pt>
                <c:pt idx="1477">
                  <c:v>7.5256153185861487</c:v>
                </c:pt>
                <c:pt idx="1478">
                  <c:v>7.531985629367929</c:v>
                </c:pt>
                <c:pt idx="1479">
                  <c:v>7.5383572219797896</c:v>
                </c:pt>
                <c:pt idx="1480">
                  <c:v>7.54473009551542</c:v>
                </c:pt>
                <c:pt idx="1481">
                  <c:v>7.5511042490685085</c:v>
                </c:pt>
                <c:pt idx="1482">
                  <c:v>7.5574796817327403</c:v>
                </c:pt>
                <c:pt idx="1483">
                  <c:v>7.5638563926017897</c:v>
                </c:pt>
                <c:pt idx="1484">
                  <c:v>7.5702343807693611</c:v>
                </c:pt>
                <c:pt idx="1485">
                  <c:v>7.5766136453291315</c:v>
                </c:pt>
                <c:pt idx="1486">
                  <c:v>7.5829941853747806</c:v>
                </c:pt>
                <c:pt idx="1487">
                  <c:v>7.5893759999999997</c:v>
                </c:pt>
                <c:pt idx="1488">
                  <c:v>7.5957590882984798</c:v>
                </c:pt>
                <c:pt idx="1489">
                  <c:v>7.6021434493638997</c:v>
                </c:pt>
                <c:pt idx="1490">
                  <c:v>7.6085290822899498</c:v>
                </c:pt>
                <c:pt idx="1491">
                  <c:v>7.6149159861703186</c:v>
                </c:pt>
                <c:pt idx="1492">
                  <c:v>7.6213041600986893</c:v>
                </c:pt>
                <c:pt idx="1493">
                  <c:v>7.6276936031687397</c:v>
                </c:pt>
                <c:pt idx="1494">
                  <c:v>7.6340843144741699</c:v>
                </c:pt>
                <c:pt idx="1495">
                  <c:v>7.6404762931086596</c:v>
                </c:pt>
                <c:pt idx="1496">
                  <c:v>7.6468695381658893</c:v>
                </c:pt>
                <c:pt idx="1497">
                  <c:v>7.6532640487395494</c:v>
                </c:pt>
                <c:pt idx="1498">
                  <c:v>7.6596598239233309</c:v>
                </c:pt>
                <c:pt idx="1499">
                  <c:v>7.666056862810918</c:v>
                </c:pt>
                <c:pt idx="1500">
                  <c:v>7.6724551644959886</c:v>
                </c:pt>
                <c:pt idx="1501">
                  <c:v>7.6788547280722392</c:v>
                </c:pt>
                <c:pt idx="1502">
                  <c:v>7.6852555526333495</c:v>
                </c:pt>
                <c:pt idx="1503">
                  <c:v>7.691657637272999</c:v>
                </c:pt>
                <c:pt idx="1504">
                  <c:v>7.6980609810848906</c:v>
                </c:pt>
                <c:pt idx="1505">
                  <c:v>7.7044655831627002</c:v>
                </c:pt>
                <c:pt idx="1506">
                  <c:v>7.7108714426001104</c:v>
                </c:pt>
                <c:pt idx="1507">
                  <c:v>7.7172785584908201</c:v>
                </c:pt>
                <c:pt idx="1508">
                  <c:v>7.7236869299284994</c:v>
                </c:pt>
                <c:pt idx="1509">
                  <c:v>7.7300965560068491</c:v>
                </c:pt>
                <c:pt idx="1510">
                  <c:v>7.7365074358195409</c:v>
                </c:pt>
                <c:pt idx="1511">
                  <c:v>7.7429195684602687</c:v>
                </c:pt>
                <c:pt idx="1512">
                  <c:v>7.7493329530227308</c:v>
                </c:pt>
                <c:pt idx="1513">
                  <c:v>7.7557475886005802</c:v>
                </c:pt>
                <c:pt idx="1514">
                  <c:v>7.7621634742875401</c:v>
                </c:pt>
                <c:pt idx="1515">
                  <c:v>7.7685806091772687</c:v>
                </c:pt>
                <c:pt idx="1516">
                  <c:v>7.7749989923634599</c:v>
                </c:pt>
                <c:pt idx="1517">
                  <c:v>7.7814186229398103</c:v>
                </c:pt>
                <c:pt idx="1518">
                  <c:v>7.7878394999999996</c:v>
                </c:pt>
                <c:pt idx="1519">
                  <c:v>7.7942616226377099</c:v>
                </c:pt>
                <c:pt idx="1520">
                  <c:v>7.80068498994663</c:v>
                </c:pt>
                <c:pt idx="1521">
                  <c:v>7.8071096010204393</c:v>
                </c:pt>
                <c:pt idx="1522">
                  <c:v>7.8135354549528397</c:v>
                </c:pt>
                <c:pt idx="1523">
                  <c:v>7.8199625508374995</c:v>
                </c:pt>
                <c:pt idx="1524">
                  <c:v>7.8263908877681203</c:v>
                </c:pt>
                <c:pt idx="1525">
                  <c:v>7.8328204648383704</c:v>
                </c:pt>
                <c:pt idx="1526">
                  <c:v>7.8392512811419612</c:v>
                </c:pt>
                <c:pt idx="1527">
                  <c:v>7.8456833357725504</c:v>
                </c:pt>
                <c:pt idx="1528">
                  <c:v>7.8521166278238388</c:v>
                </c:pt>
                <c:pt idx="1529">
                  <c:v>7.8585511563895087</c:v>
                </c:pt>
                <c:pt idx="1530">
                  <c:v>7.8649869205632585</c:v>
                </c:pt>
                <c:pt idx="1531">
                  <c:v>7.8714239194387599</c:v>
                </c:pt>
                <c:pt idx="1532">
                  <c:v>7.8778621521097003</c:v>
                </c:pt>
                <c:pt idx="1533">
                  <c:v>7.8843016176697693</c:v>
                </c:pt>
                <c:pt idx="1534">
                  <c:v>7.890742315212651</c:v>
                </c:pt>
                <c:pt idx="1535">
                  <c:v>7.8971842438320285</c:v>
                </c:pt>
                <c:pt idx="1536">
                  <c:v>7.903627402621602</c:v>
                </c:pt>
                <c:pt idx="1537">
                  <c:v>7.9100717906750404</c:v>
                </c:pt>
                <c:pt idx="1538">
                  <c:v>7.9165174070860296</c:v>
                </c:pt>
                <c:pt idx="1539">
                  <c:v>7.9229642509482687</c:v>
                </c:pt>
                <c:pt idx="1540">
                  <c:v>7.9294123213554393</c:v>
                </c:pt>
                <c:pt idx="1541">
                  <c:v>7.9358616174012306</c:v>
                </c:pt>
                <c:pt idx="1542">
                  <c:v>7.9423121381793198</c:v>
                </c:pt>
                <c:pt idx="1543">
                  <c:v>7.9487638827833917</c:v>
                </c:pt>
                <c:pt idx="1544">
                  <c:v>7.9552168503071394</c:v>
                </c:pt>
                <c:pt idx="1545">
                  <c:v>7.9616710398442505</c:v>
                </c:pt>
                <c:pt idx="1546">
                  <c:v>7.9681264504883993</c:v>
                </c:pt>
                <c:pt idx="1547">
                  <c:v>7.9745830813332903</c:v>
                </c:pt>
                <c:pt idx="1548">
                  <c:v>7.9810409314725907</c:v>
                </c:pt>
                <c:pt idx="1549">
                  <c:v>7.9874999999999998</c:v>
                </c:pt>
                <c:pt idx="1550">
                  <c:v>7.9939602860091998</c:v>
                </c:pt>
                <c:pt idx="1551">
                  <c:v>8.0004217885938669</c:v>
                </c:pt>
                <c:pt idx="1552">
                  <c:v>8.0068845068477135</c:v>
                </c:pt>
                <c:pt idx="1553">
                  <c:v>8.0133484398643908</c:v>
                </c:pt>
                <c:pt idx="1554">
                  <c:v>8.0198135867376106</c:v>
                </c:pt>
                <c:pt idx="1555">
                  <c:v>8.0262799465610399</c:v>
                </c:pt>
                <c:pt idx="1556">
                  <c:v>8.0327475184283834</c:v>
                </c:pt>
                <c:pt idx="1557">
                  <c:v>8.0392163014333189</c:v>
                </c:pt>
                <c:pt idx="1558">
                  <c:v>8.0456862946695313</c:v>
                </c:pt>
                <c:pt idx="1559">
                  <c:v>8.0521574972307093</c:v>
                </c:pt>
                <c:pt idx="1560">
                  <c:v>8.0586299082105288</c:v>
                </c:pt>
                <c:pt idx="1561">
                  <c:v>8.0651035267027016</c:v>
                </c:pt>
                <c:pt idx="1562">
                  <c:v>8.0715783518008788</c:v>
                </c:pt>
                <c:pt idx="1563">
                  <c:v>8.0780543825987685</c:v>
                </c:pt>
                <c:pt idx="1564">
                  <c:v>8.0845316181900593</c:v>
                </c:pt>
                <c:pt idx="1565">
                  <c:v>8.0910100576684201</c:v>
                </c:pt>
                <c:pt idx="1566">
                  <c:v>8.0974897001275501</c:v>
                </c:pt>
                <c:pt idx="1567">
                  <c:v>8.1039705446611379</c:v>
                </c:pt>
                <c:pt idx="1568">
                  <c:v>8.1104525903628595</c:v>
                </c:pt>
                <c:pt idx="1569">
                  <c:v>8.1169358363264124</c:v>
                </c:pt>
                <c:pt idx="1570">
                  <c:v>8.1234202816454602</c:v>
                </c:pt>
                <c:pt idx="1571">
                  <c:v>8.1299059254137074</c:v>
                </c:pt>
                <c:pt idx="1572">
                  <c:v>8.1363927667248479</c:v>
                </c:pt>
                <c:pt idx="1573">
                  <c:v>8.1428808046725489</c:v>
                </c:pt>
                <c:pt idx="1574">
                  <c:v>8.1493700383505061</c:v>
                </c:pt>
                <c:pt idx="1575">
                  <c:v>8.155860466852408</c:v>
                </c:pt>
                <c:pt idx="1576">
                  <c:v>8.1623520892719306</c:v>
                </c:pt>
                <c:pt idx="1577">
                  <c:v>8.1688449047027607</c:v>
                </c:pt>
                <c:pt idx="1578">
                  <c:v>8.1753389122385993</c:v>
                </c:pt>
                <c:pt idx="1579">
                  <c:v>8.1818341109731101</c:v>
                </c:pt>
                <c:pt idx="1580">
                  <c:v>8.1883304999999993</c:v>
                </c:pt>
                <c:pt idx="1581">
                  <c:v>8.1948280784129377</c:v>
                </c:pt>
                <c:pt idx="1582">
                  <c:v>8.2013268453056281</c:v>
                </c:pt>
                <c:pt idx="1583">
                  <c:v>8.2078267997717376</c:v>
                </c:pt>
                <c:pt idx="1584">
                  <c:v>8.2143279409049672</c:v>
                </c:pt>
                <c:pt idx="1585">
                  <c:v>8.2208302677990002</c:v>
                </c:pt>
                <c:pt idx="1586">
                  <c:v>8.227333779547509</c:v>
                </c:pt>
                <c:pt idx="1587">
                  <c:v>8.2338384752442</c:v>
                </c:pt>
                <c:pt idx="1588">
                  <c:v>8.2403443539827492</c:v>
                </c:pt>
                <c:pt idx="1589">
                  <c:v>8.2468514148568381</c:v>
                </c:pt>
                <c:pt idx="1590">
                  <c:v>8.2533596569601606</c:v>
                </c:pt>
                <c:pt idx="1591">
                  <c:v>8.2598690793863909</c:v>
                </c:pt>
                <c:pt idx="1592">
                  <c:v>8.2663796812292301</c:v>
                </c:pt>
                <c:pt idx="1593">
                  <c:v>8.2728914615823577</c:v>
                </c:pt>
                <c:pt idx="1594">
                  <c:v>8.2794044195394623</c:v>
                </c:pt>
                <c:pt idx="1595">
                  <c:v>8.28591855419422</c:v>
                </c:pt>
                <c:pt idx="1596">
                  <c:v>8.2924338646403317</c:v>
                </c:pt>
                <c:pt idx="1597">
                  <c:v>8.2989503499714665</c:v>
                </c:pt>
                <c:pt idx="1598">
                  <c:v>8.3054680092813324</c:v>
                </c:pt>
                <c:pt idx="1599">
                  <c:v>8.3119868416635896</c:v>
                </c:pt>
                <c:pt idx="1600">
                  <c:v>8.3185068462119425</c:v>
                </c:pt>
                <c:pt idx="1601">
                  <c:v>8.325028022020069</c:v>
                </c:pt>
                <c:pt idx="1602">
                  <c:v>8.3315503681816701</c:v>
                </c:pt>
                <c:pt idx="1603">
                  <c:v>8.3380738837904058</c:v>
                </c:pt>
                <c:pt idx="1604">
                  <c:v>8.3445985679399808</c:v>
                </c:pt>
                <c:pt idx="1605">
                  <c:v>8.3511244197240817</c:v>
                </c:pt>
                <c:pt idx="1606">
                  <c:v>8.3576514382363793</c:v>
                </c:pt>
                <c:pt idx="1607">
                  <c:v>8.3641796225705782</c:v>
                </c:pt>
                <c:pt idx="1608">
                  <c:v>8.3707089718203509</c:v>
                </c:pt>
                <c:pt idx="1609">
                  <c:v>8.3772394850793894</c:v>
                </c:pt>
                <c:pt idx="1610">
                  <c:v>8.3837711614413788</c:v>
                </c:pt>
                <c:pt idx="1611">
                  <c:v>8.3903040000000004</c:v>
                </c:pt>
                <c:pt idx="1612">
                  <c:v>8.3968379998489535</c:v>
                </c:pt>
                <c:pt idx="1613">
                  <c:v>8.4033731600818982</c:v>
                </c:pt>
                <c:pt idx="1614">
                  <c:v>8.4099094797925602</c:v>
                </c:pt>
                <c:pt idx="1615">
                  <c:v>8.4164469580745944</c:v>
                </c:pt>
                <c:pt idx="1616">
                  <c:v>8.4229855940216911</c:v>
                </c:pt>
                <c:pt idx="1617">
                  <c:v>8.4295253867275406</c:v>
                </c:pt>
                <c:pt idx="1618">
                  <c:v>8.4360663352858207</c:v>
                </c:pt>
                <c:pt idx="1619">
                  <c:v>8.4426084387902396</c:v>
                </c:pt>
                <c:pt idx="1620">
                  <c:v>8.4491516963344591</c:v>
                </c:pt>
                <c:pt idx="1621">
                  <c:v>8.4556961070121925</c:v>
                </c:pt>
                <c:pt idx="1622">
                  <c:v>8.4622416699170895</c:v>
                </c:pt>
                <c:pt idx="1623">
                  <c:v>8.468788384142858</c:v>
                </c:pt>
                <c:pt idx="1624">
                  <c:v>8.4753362487831936</c:v>
                </c:pt>
                <c:pt idx="1625">
                  <c:v>8.48188526293176</c:v>
                </c:pt>
                <c:pt idx="1626">
                  <c:v>8.4884354256822512</c:v>
                </c:pt>
                <c:pt idx="1627">
                  <c:v>8.4949867361283644</c:v>
                </c:pt>
                <c:pt idx="1628">
                  <c:v>8.5015391933637705</c:v>
                </c:pt>
                <c:pt idx="1629">
                  <c:v>8.508092796482158</c:v>
                </c:pt>
                <c:pt idx="1630">
                  <c:v>8.5146475445772207</c:v>
                </c:pt>
                <c:pt idx="1631">
                  <c:v>8.5212034367426401</c:v>
                </c:pt>
                <c:pt idx="1632">
                  <c:v>8.5277604720720976</c:v>
                </c:pt>
                <c:pt idx="1633">
                  <c:v>8.5343186496592889</c:v>
                </c:pt>
                <c:pt idx="1634">
                  <c:v>8.5408779685978988</c:v>
                </c:pt>
                <c:pt idx="1635">
                  <c:v>8.5474384279816107</c:v>
                </c:pt>
                <c:pt idx="1636">
                  <c:v>8.5540000269041006</c:v>
                </c:pt>
                <c:pt idx="1637">
                  <c:v>8.5605627644590605</c:v>
                </c:pt>
                <c:pt idx="1638">
                  <c:v>8.5671266397401897</c:v>
                </c:pt>
                <c:pt idx="1639">
                  <c:v>8.5736916518411608</c:v>
                </c:pt>
                <c:pt idx="1640">
                  <c:v>8.5802577998556604</c:v>
                </c:pt>
                <c:pt idx="1641">
                  <c:v>8.5868250828773789</c:v>
                </c:pt>
                <c:pt idx="1642">
                  <c:v>8.5933934999999995</c:v>
                </c:pt>
                <c:pt idx="1643">
                  <c:v>8.5999630503172106</c:v>
                </c:pt>
                <c:pt idx="1644">
                  <c:v>8.6065337329226921</c:v>
                </c:pt>
                <c:pt idx="1645">
                  <c:v>8.6131055469101376</c:v>
                </c:pt>
                <c:pt idx="1646">
                  <c:v>8.6196784913732287</c:v>
                </c:pt>
                <c:pt idx="1647">
                  <c:v>8.6262525654056592</c:v>
                </c:pt>
                <c:pt idx="1648">
                  <c:v>8.6328277681010999</c:v>
                </c:pt>
                <c:pt idx="1649">
                  <c:v>8.6394040985532534</c:v>
                </c:pt>
                <c:pt idx="1650">
                  <c:v>8.6459815558557906</c:v>
                </c:pt>
                <c:pt idx="1651">
                  <c:v>8.6525601391024125</c:v>
                </c:pt>
                <c:pt idx="1652">
                  <c:v>8.6591398473868022</c:v>
                </c:pt>
                <c:pt idx="1653">
                  <c:v>8.6657206798026323</c:v>
                </c:pt>
                <c:pt idx="1654">
                  <c:v>8.6723026354435895</c:v>
                </c:pt>
                <c:pt idx="1655">
                  <c:v>8.6788857134033801</c:v>
                </c:pt>
                <c:pt idx="1656">
                  <c:v>8.6854699127756714</c:v>
                </c:pt>
                <c:pt idx="1657">
                  <c:v>8.6920552326541607</c:v>
                </c:pt>
                <c:pt idx="1658">
                  <c:v>8.698641672132517</c:v>
                </c:pt>
                <c:pt idx="1659">
                  <c:v>8.7052292303044503</c:v>
                </c:pt>
                <c:pt idx="1660">
                  <c:v>8.7118179062636401</c:v>
                </c:pt>
                <c:pt idx="1661">
                  <c:v>8.7184076991037607</c:v>
                </c:pt>
                <c:pt idx="1662">
                  <c:v>8.7249986079184971</c:v>
                </c:pt>
                <c:pt idx="1663">
                  <c:v>8.7315906318015486</c:v>
                </c:pt>
                <c:pt idx="1664">
                  <c:v>8.7381837698465983</c:v>
                </c:pt>
                <c:pt idx="1665">
                  <c:v>8.7447780211473258</c:v>
                </c:pt>
                <c:pt idx="1666">
                  <c:v>8.7513733847974162</c:v>
                </c:pt>
                <c:pt idx="1667">
                  <c:v>8.7579698598905686</c:v>
                </c:pt>
                <c:pt idx="1668">
                  <c:v>8.7645674455204574</c:v>
                </c:pt>
                <c:pt idx="1669">
                  <c:v>8.7711661407807675</c:v>
                </c:pt>
                <c:pt idx="1670">
                  <c:v>8.7777659447651999</c:v>
                </c:pt>
                <c:pt idx="1671">
                  <c:v>8.78436685656742</c:v>
                </c:pt>
                <c:pt idx="1672">
                  <c:v>8.7909688752811288</c:v>
                </c:pt>
                <c:pt idx="1673">
                  <c:v>8.7975719999999988</c:v>
                </c:pt>
                <c:pt idx="1674">
                  <c:v>8.8041762298177293</c:v>
                </c:pt>
                <c:pt idx="1675">
                  <c:v>8.8107815638280016</c:v>
                </c:pt>
                <c:pt idx="1676">
                  <c:v>8.8173880011244989</c:v>
                </c:pt>
                <c:pt idx="1677">
                  <c:v>8.8239955408009116</c:v>
                </c:pt>
                <c:pt idx="1678">
                  <c:v>8.83060418195093</c:v>
                </c:pt>
                <c:pt idx="1679">
                  <c:v>8.8372139236682195</c:v>
                </c:pt>
                <c:pt idx="1680">
                  <c:v>8.8438247650464881</c:v>
                </c:pt>
                <c:pt idx="1681">
                  <c:v>8.8504367051794226</c:v>
                </c:pt>
                <c:pt idx="1682">
                  <c:v>8.857049743160692</c:v>
                </c:pt>
                <c:pt idx="1683">
                  <c:v>8.8636638780839814</c:v>
                </c:pt>
                <c:pt idx="1684">
                  <c:v>8.8702791090430004</c:v>
                </c:pt>
                <c:pt idx="1685">
                  <c:v>8.87689543513142</c:v>
                </c:pt>
                <c:pt idx="1686">
                  <c:v>8.8835128554429232</c:v>
                </c:pt>
                <c:pt idx="1687">
                  <c:v>8.8901313690712005</c:v>
                </c:pt>
                <c:pt idx="1688">
                  <c:v>8.8967509751099314</c:v>
                </c:pt>
                <c:pt idx="1689">
                  <c:v>8.9033716726528169</c:v>
                </c:pt>
                <c:pt idx="1690">
                  <c:v>8.9099934607935261</c:v>
                </c:pt>
                <c:pt idx="1691">
                  <c:v>8.9166163386257615</c:v>
                </c:pt>
                <c:pt idx="1692">
                  <c:v>8.9232403052431906</c:v>
                </c:pt>
                <c:pt idx="1693">
                  <c:v>8.9298653597395194</c:v>
                </c:pt>
                <c:pt idx="1694">
                  <c:v>8.9364915012084207</c:v>
                </c:pt>
                <c:pt idx="1695">
                  <c:v>8.9431187287435758</c:v>
                </c:pt>
                <c:pt idx="1696">
                  <c:v>8.9497470414386893</c:v>
                </c:pt>
                <c:pt idx="1697">
                  <c:v>8.9563764383874318</c:v>
                </c:pt>
                <c:pt idx="1698">
                  <c:v>8.9630069186834938</c:v>
                </c:pt>
                <c:pt idx="1699">
                  <c:v>8.9696384814205601</c:v>
                </c:pt>
                <c:pt idx="1700">
                  <c:v>8.9762711256923176</c:v>
                </c:pt>
                <c:pt idx="1701">
                  <c:v>8.9829048505924618</c:v>
                </c:pt>
                <c:pt idx="1702">
                  <c:v>8.9895396552146636</c:v>
                </c:pt>
                <c:pt idx="1703">
                  <c:v>8.9961755386526097</c:v>
                </c:pt>
                <c:pt idx="1704">
                  <c:v>9.002812500000001</c:v>
                </c:pt>
                <c:pt idx="1705">
                  <c:v>9.0094505383505119</c:v>
                </c:pt>
                <c:pt idx="1706">
                  <c:v>9.0160896527978203</c:v>
                </c:pt>
                <c:pt idx="1707">
                  <c:v>9.0227298424356306</c:v>
                </c:pt>
                <c:pt idx="1708">
                  <c:v>9.0293711063576261</c:v>
                </c:pt>
                <c:pt idx="1709">
                  <c:v>9.0360134436574757</c:v>
                </c:pt>
                <c:pt idx="1710">
                  <c:v>9.0426568534288911</c:v>
                </c:pt>
                <c:pt idx="1711">
                  <c:v>9.0493013347655289</c:v>
                </c:pt>
                <c:pt idx="1712">
                  <c:v>9.0559468867611024</c:v>
                </c:pt>
                <c:pt idx="1713">
                  <c:v>9.0625935085092841</c:v>
                </c:pt>
                <c:pt idx="1714">
                  <c:v>9.0692411991037591</c:v>
                </c:pt>
                <c:pt idx="1715">
                  <c:v>9.0758899576382142</c:v>
                </c:pt>
                <c:pt idx="1716">
                  <c:v>9.0825397832063413</c:v>
                </c:pt>
                <c:pt idx="1717">
                  <c:v>9.0891906749018201</c:v>
                </c:pt>
                <c:pt idx="1718">
                  <c:v>9.0958426318183321</c:v>
                </c:pt>
                <c:pt idx="1719">
                  <c:v>9.1024956530495817</c:v>
                </c:pt>
                <c:pt idx="1720">
                  <c:v>9.1091497376892434</c:v>
                </c:pt>
                <c:pt idx="1721">
                  <c:v>9.1158048848309896</c:v>
                </c:pt>
                <c:pt idx="1722">
                  <c:v>9.1224610935685302</c:v>
                </c:pt>
                <c:pt idx="1723">
                  <c:v>9.129118362995527</c:v>
                </c:pt>
                <c:pt idx="1724">
                  <c:v>9.1357766922057007</c:v>
                </c:pt>
                <c:pt idx="1725">
                  <c:v>9.1424360802927094</c:v>
                </c:pt>
                <c:pt idx="1726">
                  <c:v>9.1490965263502417</c:v>
                </c:pt>
                <c:pt idx="1727">
                  <c:v>9.1557580294719898</c:v>
                </c:pt>
                <c:pt idx="1728">
                  <c:v>9.1624205887516421</c:v>
                </c:pt>
                <c:pt idx="1729">
                  <c:v>9.1690842032828712</c:v>
                </c:pt>
                <c:pt idx="1730">
                  <c:v>9.1757488721593798</c:v>
                </c:pt>
                <c:pt idx="1731">
                  <c:v>9.1824145944748423</c:v>
                </c:pt>
                <c:pt idx="1732">
                  <c:v>9.1890813693229507</c:v>
                </c:pt>
                <c:pt idx="1733">
                  <c:v>9.1957491957973918</c:v>
                </c:pt>
                <c:pt idx="1734">
                  <c:v>9.2024180729918399</c:v>
                </c:pt>
                <c:pt idx="1735">
                  <c:v>9.2090880000000013</c:v>
                </c:pt>
                <c:pt idx="1736">
                  <c:v>9.2157589759155485</c:v>
                </c:pt>
                <c:pt idx="1737">
                  <c:v>9.2224309998321594</c:v>
                </c:pt>
                <c:pt idx="1738">
                  <c:v>9.2291040708435403</c:v>
                </c:pt>
                <c:pt idx="1739">
                  <c:v>9.2357781880433674</c:v>
                </c:pt>
                <c:pt idx="1740">
                  <c:v>9.2424533505253308</c:v>
                </c:pt>
                <c:pt idx="1741">
                  <c:v>9.2491295573830996</c:v>
                </c:pt>
                <c:pt idx="1742">
                  <c:v>9.2558068077103819</c:v>
                </c:pt>
                <c:pt idx="1743">
                  <c:v>9.2624851006008502</c:v>
                </c:pt>
                <c:pt idx="1744">
                  <c:v>9.2691644351482019</c:v>
                </c:pt>
                <c:pt idx="1745">
                  <c:v>9.2758448104461113</c:v>
                </c:pt>
                <c:pt idx="1746">
                  <c:v>9.2825262255882723</c:v>
                </c:pt>
                <c:pt idx="1747">
                  <c:v>9.2892086796683593</c:v>
                </c:pt>
                <c:pt idx="1748">
                  <c:v>9.2958921717800695</c:v>
                </c:pt>
                <c:pt idx="1749">
                  <c:v>9.3025767010170917</c:v>
                </c:pt>
                <c:pt idx="1750">
                  <c:v>9.3092622664731</c:v>
                </c:pt>
                <c:pt idx="1751">
                  <c:v>9.3159488672417918</c:v>
                </c:pt>
                <c:pt idx="1752">
                  <c:v>9.3226365024168416</c:v>
                </c:pt>
                <c:pt idx="1753">
                  <c:v>9.3293251710919378</c:v>
                </c:pt>
                <c:pt idx="1754">
                  <c:v>9.3360148723607796</c:v>
                </c:pt>
                <c:pt idx="1755">
                  <c:v>9.3427056053170396</c:v>
                </c:pt>
                <c:pt idx="1756">
                  <c:v>9.3493973690544099</c:v>
                </c:pt>
                <c:pt idx="1757">
                  <c:v>9.3560901626665807</c:v>
                </c:pt>
                <c:pt idx="1758">
                  <c:v>9.3627839852472228</c:v>
                </c:pt>
                <c:pt idx="1759">
                  <c:v>9.3694788358900318</c:v>
                </c:pt>
                <c:pt idx="1760">
                  <c:v>9.3761747136887035</c:v>
                </c:pt>
                <c:pt idx="1761">
                  <c:v>9.3828716177368996</c:v>
                </c:pt>
                <c:pt idx="1762">
                  <c:v>9.3895695471283336</c:v>
                </c:pt>
                <c:pt idx="1763">
                  <c:v>9.3962685009566709</c:v>
                </c:pt>
                <c:pt idx="1764">
                  <c:v>9.4029684783156</c:v>
                </c:pt>
                <c:pt idx="1765">
                  <c:v>9.4096694782988202</c:v>
                </c:pt>
                <c:pt idx="1766">
                  <c:v>9.4163714999999986</c:v>
                </c:pt>
                <c:pt idx="1767">
                  <c:v>9.4230745425128379</c:v>
                </c:pt>
                <c:pt idx="1768">
                  <c:v>9.4297786049310179</c:v>
                </c:pt>
                <c:pt idx="1769">
                  <c:v>9.4364836863482324</c:v>
                </c:pt>
                <c:pt idx="1770">
                  <c:v>9.4431897858581486</c:v>
                </c:pt>
                <c:pt idx="1771">
                  <c:v>9.4498969025544604</c:v>
                </c:pt>
                <c:pt idx="1772">
                  <c:v>9.4566050355308597</c:v>
                </c:pt>
                <c:pt idx="1773">
                  <c:v>9.4633141838810406</c:v>
                </c:pt>
                <c:pt idx="1774">
                  <c:v>9.4700243466986702</c:v>
                </c:pt>
                <c:pt idx="1775">
                  <c:v>9.4767355230774424</c:v>
                </c:pt>
                <c:pt idx="1776">
                  <c:v>9.4834477121110421</c:v>
                </c:pt>
                <c:pt idx="1777">
                  <c:v>9.4901609128931579</c:v>
                </c:pt>
                <c:pt idx="1778">
                  <c:v>9.4968751245174676</c:v>
                </c:pt>
                <c:pt idx="1779">
                  <c:v>9.5035903460776705</c:v>
                </c:pt>
                <c:pt idx="1780">
                  <c:v>9.5103065766674515</c:v>
                </c:pt>
                <c:pt idx="1781">
                  <c:v>9.5170238153804778</c:v>
                </c:pt>
                <c:pt idx="1782">
                  <c:v>9.5237420613104575</c:v>
                </c:pt>
                <c:pt idx="1783">
                  <c:v>9.5304613135510685</c:v>
                </c:pt>
                <c:pt idx="1784">
                  <c:v>9.5371815711959993</c:v>
                </c:pt>
                <c:pt idx="1785">
                  <c:v>9.5439028333389295</c:v>
                </c:pt>
                <c:pt idx="1786">
                  <c:v>9.5506250990735495</c:v>
                </c:pt>
                <c:pt idx="1787">
                  <c:v>9.5573483674935389</c:v>
                </c:pt>
                <c:pt idx="1788">
                  <c:v>9.564072637692588</c:v>
                </c:pt>
                <c:pt idx="1789">
                  <c:v>9.5707979087643924</c:v>
                </c:pt>
                <c:pt idx="1790">
                  <c:v>9.5775241798026318</c:v>
                </c:pt>
                <c:pt idx="1791">
                  <c:v>9.5842514499009788</c:v>
                </c:pt>
                <c:pt idx="1792">
                  <c:v>9.5909797181531289</c:v>
                </c:pt>
                <c:pt idx="1793">
                  <c:v>9.597708983652776</c:v>
                </c:pt>
                <c:pt idx="1794">
                  <c:v>9.6044392454936123</c:v>
                </c:pt>
                <c:pt idx="1795">
                  <c:v>9.6111705027692906</c:v>
                </c:pt>
                <c:pt idx="1796">
                  <c:v>9.6179027545735263</c:v>
                </c:pt>
                <c:pt idx="1797">
                  <c:v>9.6246360000000006</c:v>
                </c:pt>
                <c:pt idx="1798">
                  <c:v>9.631370238142388</c:v>
                </c:pt>
                <c:pt idx="1799">
                  <c:v>9.6381054680943858</c:v>
                </c:pt>
                <c:pt idx="1800">
                  <c:v>9.6448416889496809</c:v>
                </c:pt>
                <c:pt idx="1801">
                  <c:v>9.6515788998019509</c:v>
                </c:pt>
                <c:pt idx="1802">
                  <c:v>9.6583170997448899</c:v>
                </c:pt>
                <c:pt idx="1803">
                  <c:v>9.6650562878721704</c:v>
                </c:pt>
                <c:pt idx="1804">
                  <c:v>9.6717964632774986</c:v>
                </c:pt>
                <c:pt idx="1805">
                  <c:v>9.678537625054549</c:v>
                </c:pt>
                <c:pt idx="1806">
                  <c:v>9.6852797722969992</c:v>
                </c:pt>
                <c:pt idx="1807">
                  <c:v>9.6920229040985486</c:v>
                </c:pt>
                <c:pt idx="1808">
                  <c:v>9.6987670195528874</c:v>
                </c:pt>
                <c:pt idx="1809">
                  <c:v>9.7055121177536794</c:v>
                </c:pt>
                <c:pt idx="1810">
                  <c:v>9.7122581977946378</c:v>
                </c:pt>
                <c:pt idx="1811">
                  <c:v>9.7190052587694318</c:v>
                </c:pt>
                <c:pt idx="1812">
                  <c:v>9.7257532997717426</c:v>
                </c:pt>
                <c:pt idx="1813">
                  <c:v>9.7325023198952714</c:v>
                </c:pt>
                <c:pt idx="1814">
                  <c:v>9.7392523182336905</c:v>
                </c:pt>
                <c:pt idx="1815">
                  <c:v>9.7460032938806993</c:v>
                </c:pt>
                <c:pt idx="1816">
                  <c:v>9.7527552459299844</c:v>
                </c:pt>
                <c:pt idx="1817">
                  <c:v>9.7595081734752096</c:v>
                </c:pt>
                <c:pt idx="1818">
                  <c:v>9.7662620756100775</c:v>
                </c:pt>
                <c:pt idx="1819">
                  <c:v>9.7730169514282821</c:v>
                </c:pt>
                <c:pt idx="1820">
                  <c:v>9.7797728000234994</c:v>
                </c:pt>
                <c:pt idx="1821">
                  <c:v>9.7865296204894108</c:v>
                </c:pt>
                <c:pt idx="1822">
                  <c:v>9.7932874119197102</c:v>
                </c:pt>
                <c:pt idx="1823">
                  <c:v>9.8000461734080826</c:v>
                </c:pt>
                <c:pt idx="1824">
                  <c:v>9.8068059040482023</c:v>
                </c:pt>
                <c:pt idx="1825">
                  <c:v>9.8135666029337703</c:v>
                </c:pt>
                <c:pt idx="1826">
                  <c:v>9.8203282691584679</c:v>
                </c:pt>
                <c:pt idx="1827">
                  <c:v>9.8270909018159927</c:v>
                </c:pt>
                <c:pt idx="1828">
                  <c:v>9.8338545000000011</c:v>
                </c:pt>
                <c:pt idx="1829">
                  <c:v>9.8406190628041994</c:v>
                </c:pt>
                <c:pt idx="1830">
                  <c:v>9.8473845893222798</c:v>
                </c:pt>
                <c:pt idx="1831">
                  <c:v>9.8541510786479112</c:v>
                </c:pt>
                <c:pt idx="1832">
                  <c:v>9.8609185298747892</c:v>
                </c:pt>
                <c:pt idx="1833">
                  <c:v>9.8676869420966113</c:v>
                </c:pt>
                <c:pt idx="1834">
                  <c:v>9.8744563144070341</c:v>
                </c:pt>
                <c:pt idx="1835">
                  <c:v>9.8812266458997691</c:v>
                </c:pt>
                <c:pt idx="1836">
                  <c:v>9.8879979356684924</c:v>
                </c:pt>
                <c:pt idx="1837">
                  <c:v>9.894770182806889</c:v>
                </c:pt>
                <c:pt idx="1838">
                  <c:v>9.9015433864086511</c:v>
                </c:pt>
                <c:pt idx="1839">
                  <c:v>9.9083175455674493</c:v>
                </c:pt>
                <c:pt idx="1840">
                  <c:v>9.9150926593769935</c:v>
                </c:pt>
                <c:pt idx="1841">
                  <c:v>9.9218687269309473</c:v>
                </c:pt>
                <c:pt idx="1842">
                  <c:v>9.928645747323019</c:v>
                </c:pt>
                <c:pt idx="1843">
                  <c:v>9.9354237196468702</c:v>
                </c:pt>
                <c:pt idx="1844">
                  <c:v>9.9422026429962091</c:v>
                </c:pt>
                <c:pt idx="1845">
                  <c:v>9.9489825164647012</c:v>
                </c:pt>
                <c:pt idx="1846">
                  <c:v>9.9557633391460527</c:v>
                </c:pt>
                <c:pt idx="1847">
                  <c:v>9.9625451101339326</c:v>
                </c:pt>
                <c:pt idx="1848">
                  <c:v>9.9693278285220419</c:v>
                </c:pt>
                <c:pt idx="1849">
                  <c:v>9.9761114934040496</c:v>
                </c:pt>
                <c:pt idx="1850">
                  <c:v>9.9828961038736512</c:v>
                </c:pt>
                <c:pt idx="1851">
                  <c:v>9.9896816590245425</c:v>
                </c:pt>
                <c:pt idx="1852">
                  <c:v>9.9964681579503907</c:v>
                </c:pt>
                <c:pt idx="1853">
                  <c:v>10.003255599744902</c:v>
                </c:pt>
                <c:pt idx="1854">
                  <c:v>10.010043983501699</c:v>
                </c:pt>
                <c:pt idx="1855">
                  <c:v>10.016833308314602</c:v>
                </c:pt>
                <c:pt idx="1856">
                  <c:v>10.023623573277202</c:v>
                </c:pt>
                <c:pt idx="1857">
                  <c:v>10.030414777483102</c:v>
                </c:pt>
                <c:pt idx="1858">
                  <c:v>10.0372069200262</c:v>
                </c:pt>
                <c:pt idx="1859">
                  <c:v>10.043999999999999</c:v>
                </c:pt>
                <c:pt idx="1860">
                  <c:v>10.050794016498303</c:v>
                </c:pt>
                <c:pt idx="1861">
                  <c:v>10.0575889686147</c:v>
                </c:pt>
                <c:pt idx="1862">
                  <c:v>10.064384855442901</c:v>
                </c:pt>
                <c:pt idx="1863">
                  <c:v>10.0711816760767</c:v>
                </c:pt>
                <c:pt idx="1864">
                  <c:v>10.0779794296096</c:v>
                </c:pt>
                <c:pt idx="1865">
                  <c:v>10.084778115135398</c:v>
                </c:pt>
                <c:pt idx="1866">
                  <c:v>10.091577731747799</c:v>
                </c:pt>
                <c:pt idx="1867">
                  <c:v>10.098378278540498</c:v>
                </c:pt>
                <c:pt idx="1868">
                  <c:v>10.1051797546071</c:v>
                </c:pt>
                <c:pt idx="1869">
                  <c:v>10.1119821590413</c:v>
                </c:pt>
                <c:pt idx="1870">
                  <c:v>10.118785490936901</c:v>
                </c:pt>
                <c:pt idx="1871">
                  <c:v>10.125589749387402</c:v>
                </c:pt>
                <c:pt idx="1872">
                  <c:v>10.132394933486601</c:v>
                </c:pt>
                <c:pt idx="1873">
                  <c:v>10.1392010423282</c:v>
                </c:pt>
                <c:pt idx="1874">
                  <c:v>10.1460080750059</c:v>
                </c:pt>
                <c:pt idx="1875">
                  <c:v>10.152816030613302</c:v>
                </c:pt>
                <c:pt idx="1876">
                  <c:v>10.159624908244101</c:v>
                </c:pt>
                <c:pt idx="1877">
                  <c:v>10.166434706992002</c:v>
                </c:pt>
                <c:pt idx="1878">
                  <c:v>10.173245425950798</c:v>
                </c:pt>
                <c:pt idx="1879">
                  <c:v>10.180057064213999</c:v>
                </c:pt>
                <c:pt idx="1880">
                  <c:v>10.186869620875401</c:v>
                </c:pt>
                <c:pt idx="1881">
                  <c:v>10.193683095028701</c:v>
                </c:pt>
                <c:pt idx="1882">
                  <c:v>10.200497485767499</c:v>
                </c:pt>
                <c:pt idx="1883">
                  <c:v>10.207312792185601</c:v>
                </c:pt>
                <c:pt idx="1884">
                  <c:v>10.214129013376498</c:v>
                </c:pt>
                <c:pt idx="1885">
                  <c:v>10.220946148434098</c:v>
                </c:pt>
                <c:pt idx="1886">
                  <c:v>10.227764196451901</c:v>
                </c:pt>
                <c:pt idx="1887">
                  <c:v>10.234583156523801</c:v>
                </c:pt>
                <c:pt idx="1888">
                  <c:v>10.241403027743299</c:v>
                </c:pt>
                <c:pt idx="1889">
                  <c:v>10.248223809204097</c:v>
                </c:pt>
                <c:pt idx="1890">
                  <c:v>10.255045500000001</c:v>
                </c:pt>
                <c:pt idx="1891">
                  <c:v>10.2618680992246</c:v>
                </c:pt>
                <c:pt idx="1892">
                  <c:v>10.268691605971599</c:v>
                </c:pt>
                <c:pt idx="1893">
                  <c:v>10.275516019334704</c:v>
                </c:pt>
                <c:pt idx="1894">
                  <c:v>10.282341338407599</c:v>
                </c:pt>
                <c:pt idx="1895">
                  <c:v>10.2891675622839</c:v>
                </c:pt>
                <c:pt idx="1896">
                  <c:v>10.2959946900574</c:v>
                </c:pt>
                <c:pt idx="1897">
                  <c:v>10.3028227208217</c:v>
                </c:pt>
                <c:pt idx="1898">
                  <c:v>10.309651653670603</c:v>
                </c:pt>
                <c:pt idx="1899">
                  <c:v>10.316481487697599</c:v>
                </c:pt>
                <c:pt idx="1900">
                  <c:v>10.3233122219966</c:v>
                </c:pt>
                <c:pt idx="1901">
                  <c:v>10.330143855661102</c:v>
                </c:pt>
                <c:pt idx="1902">
                  <c:v>10.336976387784899</c:v>
                </c:pt>
                <c:pt idx="1903">
                  <c:v>10.343809817461604</c:v>
                </c:pt>
                <c:pt idx="1904">
                  <c:v>10.350644143785004</c:v>
                </c:pt>
                <c:pt idx="1905">
                  <c:v>10.357479365848702</c:v>
                </c:pt>
                <c:pt idx="1906">
                  <c:v>10.364315482746498</c:v>
                </c:pt>
                <c:pt idx="1907">
                  <c:v>10.3711524935719</c:v>
                </c:pt>
                <c:pt idx="1908">
                  <c:v>10.377990397418701</c:v>
                </c:pt>
                <c:pt idx="1909">
                  <c:v>10.3848291933806</c:v>
                </c:pt>
                <c:pt idx="1910">
                  <c:v>10.391668880551197</c:v>
                </c:pt>
                <c:pt idx="1911">
                  <c:v>10.398509458024204</c:v>
                </c:pt>
                <c:pt idx="1912">
                  <c:v>10.4053509248934</c:v>
                </c:pt>
                <c:pt idx="1913">
                  <c:v>10.412193280252399</c:v>
                </c:pt>
                <c:pt idx="1914">
                  <c:v>10.419036523194901</c:v>
                </c:pt>
                <c:pt idx="1915">
                  <c:v>10.425880652814602</c:v>
                </c:pt>
                <c:pt idx="1916">
                  <c:v>10.432725668205199</c:v>
                </c:pt>
                <c:pt idx="1917">
                  <c:v>10.4395715684603</c:v>
                </c:pt>
                <c:pt idx="1918">
                  <c:v>10.4464183526736</c:v>
                </c:pt>
                <c:pt idx="1919">
                  <c:v>10.453266019938903</c:v>
                </c:pt>
                <c:pt idx="1920">
                  <c:v>10.460114569349802</c:v>
                </c:pt>
                <c:pt idx="1921">
                  <c:v>10.466964000000003</c:v>
                </c:pt>
                <c:pt idx="1922">
                  <c:v>10.473814310983201</c:v>
                </c:pt>
                <c:pt idx="1923">
                  <c:v>10.480665501393</c:v>
                </c:pt>
                <c:pt idx="1924">
                  <c:v>10.487517570323302</c:v>
                </c:pt>
                <c:pt idx="1925">
                  <c:v>10.4943705168675</c:v>
                </c:pt>
                <c:pt idx="1926">
                  <c:v>10.501224340119498</c:v>
                </c:pt>
                <c:pt idx="1927">
                  <c:v>10.5080790391729</c:v>
                </c:pt>
                <c:pt idx="1928">
                  <c:v>10.514934613121401</c:v>
                </c:pt>
                <c:pt idx="1929">
                  <c:v>10.521791061058698</c:v>
                </c:pt>
                <c:pt idx="1930">
                  <c:v>10.528648382078499</c:v>
                </c:pt>
                <c:pt idx="1931">
                  <c:v>10.535506575274402</c:v>
                </c:pt>
                <c:pt idx="1932">
                  <c:v>10.542365639740202</c:v>
                </c:pt>
                <c:pt idx="1933">
                  <c:v>10.549225574569499</c:v>
                </c:pt>
                <c:pt idx="1934">
                  <c:v>10.556086378856003</c:v>
                </c:pt>
                <c:pt idx="1935">
                  <c:v>10.5629480516935</c:v>
                </c:pt>
                <c:pt idx="1936">
                  <c:v>10.5698105921755</c:v>
                </c:pt>
                <c:pt idx="1937">
                  <c:v>10.576673999395799</c:v>
                </c:pt>
                <c:pt idx="1938">
                  <c:v>10.583538272448102</c:v>
                </c:pt>
                <c:pt idx="1939">
                  <c:v>10.590403410426001</c:v>
                </c:pt>
                <c:pt idx="1940">
                  <c:v>10.5972694124232</c:v>
                </c:pt>
                <c:pt idx="1941">
                  <c:v>10.604136277533502</c:v>
                </c:pt>
                <c:pt idx="1942">
                  <c:v>10.611004004850498</c:v>
                </c:pt>
                <c:pt idx="1943">
                  <c:v>10.6178725934678</c:v>
                </c:pt>
                <c:pt idx="1944">
                  <c:v>10.6247420424793</c:v>
                </c:pt>
                <c:pt idx="1945">
                  <c:v>10.631612350978498</c:v>
                </c:pt>
                <c:pt idx="1946">
                  <c:v>10.6384835180591</c:v>
                </c:pt>
                <c:pt idx="1947">
                  <c:v>10.645355542814897</c:v>
                </c:pt>
                <c:pt idx="1948">
                  <c:v>10.652228424339601</c:v>
                </c:pt>
                <c:pt idx="1949">
                  <c:v>10.6591021617267</c:v>
                </c:pt>
                <c:pt idx="1950">
                  <c:v>10.66597675407</c:v>
                </c:pt>
                <c:pt idx="1951">
                  <c:v>10.672852200463202</c:v>
                </c:pt>
                <c:pt idx="1952">
                  <c:v>10.6797285</c:v>
                </c:pt>
                <c:pt idx="1953">
                  <c:v>10.686605651774</c:v>
                </c:pt>
                <c:pt idx="1954">
                  <c:v>10.693483654879001</c:v>
                </c:pt>
                <c:pt idx="1955">
                  <c:v>10.700362508408602</c:v>
                </c:pt>
                <c:pt idx="1956">
                  <c:v>10.707242211456499</c:v>
                </c:pt>
                <c:pt idx="1957">
                  <c:v>10.714122763116396</c:v>
                </c:pt>
                <c:pt idx="1958">
                  <c:v>10.721004162481998</c:v>
                </c:pt>
                <c:pt idx="1959">
                  <c:v>10.727886408646899</c:v>
                </c:pt>
                <c:pt idx="1960">
                  <c:v>10.7347695007049</c:v>
                </c:pt>
                <c:pt idx="1961">
                  <c:v>10.741653437749701</c:v>
                </c:pt>
                <c:pt idx="1962">
                  <c:v>10.748538218874801</c:v>
                </c:pt>
                <c:pt idx="1963">
                  <c:v>10.7554238431741</c:v>
                </c:pt>
                <c:pt idx="1964">
                  <c:v>10.762310309741199</c:v>
                </c:pt>
                <c:pt idx="1965">
                  <c:v>10.769197617669802</c:v>
                </c:pt>
                <c:pt idx="1966">
                  <c:v>10.776085766053498</c:v>
                </c:pt>
                <c:pt idx="1967">
                  <c:v>10.7829747539861</c:v>
                </c:pt>
                <c:pt idx="1968">
                  <c:v>10.789864580561202</c:v>
                </c:pt>
                <c:pt idx="1969">
                  <c:v>10.7967552448726</c:v>
                </c:pt>
                <c:pt idx="1970">
                  <c:v>10.803646746013902</c:v>
                </c:pt>
                <c:pt idx="1971">
                  <c:v>10.810539083078801</c:v>
                </c:pt>
                <c:pt idx="1972">
                  <c:v>10.817432255161004</c:v>
                </c:pt>
                <c:pt idx="1973">
                  <c:v>10.824326261354098</c:v>
                </c:pt>
                <c:pt idx="1974">
                  <c:v>10.831221100751897</c:v>
                </c:pt>
                <c:pt idx="1975">
                  <c:v>10.8381167724481</c:v>
                </c:pt>
                <c:pt idx="1976">
                  <c:v>10.845013275536202</c:v>
                </c:pt>
                <c:pt idx="1977">
                  <c:v>10.851910609110099</c:v>
                </c:pt>
                <c:pt idx="1978">
                  <c:v>10.8588087722634</c:v>
                </c:pt>
                <c:pt idx="1979">
                  <c:v>10.865707764089802</c:v>
                </c:pt>
                <c:pt idx="1980">
                  <c:v>10.872607583683003</c:v>
                </c:pt>
                <c:pt idx="1981">
                  <c:v>10.879508230136604</c:v>
                </c:pt>
                <c:pt idx="1982">
                  <c:v>10.886409702544402</c:v>
                </c:pt>
                <c:pt idx="1983">
                  <c:v>10.893312</c:v>
                </c:pt>
                <c:pt idx="1984">
                  <c:v>10.900215121597098</c:v>
                </c:pt>
                <c:pt idx="1985">
                  <c:v>10.9071190664295</c:v>
                </c:pt>
                <c:pt idx="1986">
                  <c:v>10.914023833590701</c:v>
                </c:pt>
                <c:pt idx="1987">
                  <c:v>10.920929422174499</c:v>
                </c:pt>
                <c:pt idx="1988">
                  <c:v>10.9278358312745</c:v>
                </c:pt>
                <c:pt idx="1989">
                  <c:v>10.934743059984601</c:v>
                </c:pt>
                <c:pt idx="1990">
                  <c:v>10.941651107398201</c:v>
                </c:pt>
                <c:pt idx="1991">
                  <c:v>10.948559972609202</c:v>
                </c:pt>
                <c:pt idx="1992">
                  <c:v>10.955469654711203</c:v>
                </c:pt>
                <c:pt idx="1993">
                  <c:v>10.962380152797802</c:v>
                </c:pt>
                <c:pt idx="1994">
                  <c:v>10.9692914659629</c:v>
                </c:pt>
                <c:pt idx="1995">
                  <c:v>10.976203593300001</c:v>
                </c:pt>
                <c:pt idx="1996">
                  <c:v>10.983116533902903</c:v>
                </c:pt>
                <c:pt idx="1997">
                  <c:v>10.990030286865201</c:v>
                </c:pt>
                <c:pt idx="1998">
                  <c:v>10.996944851280604</c:v>
                </c:pt>
                <c:pt idx="1999">
                  <c:v>11.0038602262428</c:v>
                </c:pt>
                <c:pt idx="2000">
                  <c:v>11.010776410845599</c:v>
                </c:pt>
                <c:pt idx="2001">
                  <c:v>11.017693404182499</c:v>
                </c:pt>
                <c:pt idx="2002">
                  <c:v>11.0246112053473</c:v>
                </c:pt>
                <c:pt idx="2003">
                  <c:v>11.0315298134336</c:v>
                </c:pt>
                <c:pt idx="2004">
                  <c:v>11.038449227535201</c:v>
                </c:pt>
                <c:pt idx="2005">
                  <c:v>11.045369446745701</c:v>
                </c:pt>
                <c:pt idx="2006">
                  <c:v>11.0522904701588</c:v>
                </c:pt>
                <c:pt idx="2007">
                  <c:v>11.059212296868203</c:v>
                </c:pt>
                <c:pt idx="2008">
                  <c:v>11.066134925967601</c:v>
                </c:pt>
                <c:pt idx="2009">
                  <c:v>11.0730583565506</c:v>
                </c:pt>
                <c:pt idx="2010">
                  <c:v>11.0799825877111</c:v>
                </c:pt>
                <c:pt idx="2011">
                  <c:v>11.086907618542503</c:v>
                </c:pt>
                <c:pt idx="2012">
                  <c:v>11.0938334481387</c:v>
                </c:pt>
                <c:pt idx="2013">
                  <c:v>11.1007600755933</c:v>
                </c:pt>
                <c:pt idx="2014">
                  <c:v>11.107687500000003</c:v>
                </c:pt>
                <c:pt idx="2015">
                  <c:v>11.114615720452496</c:v>
                </c:pt>
                <c:pt idx="2016">
                  <c:v>11.121544736044402</c:v>
                </c:pt>
                <c:pt idx="2017">
                  <c:v>11.128474545869603</c:v>
                </c:pt>
                <c:pt idx="2018">
                  <c:v>11.1354051490215</c:v>
                </c:pt>
                <c:pt idx="2019">
                  <c:v>11.142336544594</c:v>
                </c:pt>
                <c:pt idx="2020">
                  <c:v>11.149268731680698</c:v>
                </c:pt>
                <c:pt idx="2021">
                  <c:v>11.156201709375299</c:v>
                </c:pt>
                <c:pt idx="2022">
                  <c:v>11.163135476771499</c:v>
                </c:pt>
                <c:pt idx="2023">
                  <c:v>11.170070032963</c:v>
                </c:pt>
                <c:pt idx="2024">
                  <c:v>11.1770053770434</c:v>
                </c:pt>
                <c:pt idx="2025">
                  <c:v>11.1839415081065</c:v>
                </c:pt>
                <c:pt idx="2026">
                  <c:v>11.190878425245899</c:v>
                </c:pt>
                <c:pt idx="2027">
                  <c:v>11.197816127555299</c:v>
                </c:pt>
                <c:pt idx="2028">
                  <c:v>11.204754614128401</c:v>
                </c:pt>
                <c:pt idx="2029">
                  <c:v>11.211693884058898</c:v>
                </c:pt>
                <c:pt idx="2030">
                  <c:v>11.218633936440501</c:v>
                </c:pt>
                <c:pt idx="2031">
                  <c:v>11.225574770366903</c:v>
                </c:pt>
                <c:pt idx="2032">
                  <c:v>11.232516384931699</c:v>
                </c:pt>
                <c:pt idx="2033">
                  <c:v>11.239458779228602</c:v>
                </c:pt>
                <c:pt idx="2034">
                  <c:v>11.246401952351398</c:v>
                </c:pt>
                <c:pt idx="2035">
                  <c:v>11.253345903393598</c:v>
                </c:pt>
                <c:pt idx="2036">
                  <c:v>11.2602906314491</c:v>
                </c:pt>
                <c:pt idx="2037">
                  <c:v>11.2672361356114</c:v>
                </c:pt>
                <c:pt idx="2038">
                  <c:v>11.2741824149743</c:v>
                </c:pt>
                <c:pt idx="2039">
                  <c:v>11.281129468631496</c:v>
                </c:pt>
                <c:pt idx="2040">
                  <c:v>11.288077295676498</c:v>
                </c:pt>
                <c:pt idx="2041">
                  <c:v>11.295025895203302</c:v>
                </c:pt>
                <c:pt idx="2042">
                  <c:v>11.3019752663053</c:v>
                </c:pt>
                <c:pt idx="2043">
                  <c:v>11.308925408076298</c:v>
                </c:pt>
                <c:pt idx="2044">
                  <c:v>11.315876319610002</c:v>
                </c:pt>
                <c:pt idx="2045">
                  <c:v>11.322828000000001</c:v>
                </c:pt>
                <c:pt idx="2046">
                  <c:v>11.329780448340102</c:v>
                </c:pt>
                <c:pt idx="2047">
                  <c:v>11.336733663723901</c:v>
                </c:pt>
                <c:pt idx="2048">
                  <c:v>11.343687645245202</c:v>
                </c:pt>
                <c:pt idx="2049">
                  <c:v>11.350642391997601</c:v>
                </c:pt>
                <c:pt idx="2050">
                  <c:v>11.357597903074803</c:v>
                </c:pt>
                <c:pt idx="2051">
                  <c:v>11.364554177570401</c:v>
                </c:pt>
                <c:pt idx="2052">
                  <c:v>11.371511214578202</c:v>
                </c:pt>
                <c:pt idx="2053">
                  <c:v>11.378469013191902</c:v>
                </c:pt>
                <c:pt idx="2054">
                  <c:v>11.385427572505103</c:v>
                </c:pt>
                <c:pt idx="2055">
                  <c:v>11.392386891611604</c:v>
                </c:pt>
                <c:pt idx="2056">
                  <c:v>11.399346969604904</c:v>
                </c:pt>
                <c:pt idx="2057">
                  <c:v>11.406307805578901</c:v>
                </c:pt>
                <c:pt idx="2058">
                  <c:v>11.413269398627103</c:v>
                </c:pt>
                <c:pt idx="2059">
                  <c:v>11.4202317478433</c:v>
                </c:pt>
                <c:pt idx="2060">
                  <c:v>11.427194852321202</c:v>
                </c:pt>
                <c:pt idx="2061">
                  <c:v>11.434158711154398</c:v>
                </c:pt>
                <c:pt idx="2062">
                  <c:v>11.441123323436596</c:v>
                </c:pt>
                <c:pt idx="2063">
                  <c:v>11.448088688261601</c:v>
                </c:pt>
                <c:pt idx="2064">
                  <c:v>11.455054804722904</c:v>
                </c:pt>
                <c:pt idx="2065">
                  <c:v>11.4620216719143</c:v>
                </c:pt>
                <c:pt idx="2066">
                  <c:v>11.468989288929501</c:v>
                </c:pt>
                <c:pt idx="2067">
                  <c:v>11.475957654862201</c:v>
                </c:pt>
                <c:pt idx="2068">
                  <c:v>11.482926768806001</c:v>
                </c:pt>
                <c:pt idx="2069">
                  <c:v>11.489896629854702</c:v>
                </c:pt>
                <c:pt idx="2070">
                  <c:v>11.496867237101801</c:v>
                </c:pt>
                <c:pt idx="2071">
                  <c:v>11.503838589641202</c:v>
                </c:pt>
                <c:pt idx="2072">
                  <c:v>11.510810686566399</c:v>
                </c:pt>
                <c:pt idx="2073">
                  <c:v>11.517783526971202</c:v>
                </c:pt>
                <c:pt idx="2074">
                  <c:v>11.5247571099493</c:v>
                </c:pt>
                <c:pt idx="2075">
                  <c:v>11.531731434594301</c:v>
                </c:pt>
                <c:pt idx="2076">
                  <c:v>11.5387065</c:v>
                </c:pt>
                <c:pt idx="2077">
                  <c:v>11.545682305260001</c:v>
                </c:pt>
                <c:pt idx="2078">
                  <c:v>11.552658849468003</c:v>
                </c:pt>
                <c:pt idx="2079">
                  <c:v>11.559636131717603</c:v>
                </c:pt>
                <c:pt idx="2080">
                  <c:v>11.566614151102701</c:v>
                </c:pt>
                <c:pt idx="2081">
                  <c:v>11.573592906716803</c:v>
                </c:pt>
                <c:pt idx="2082">
                  <c:v>11.5805723976537</c:v>
                </c:pt>
                <c:pt idx="2083">
                  <c:v>11.587552623006902</c:v>
                </c:pt>
                <c:pt idx="2084">
                  <c:v>11.594533581870399</c:v>
                </c:pt>
                <c:pt idx="2085">
                  <c:v>11.601515273337602</c:v>
                </c:pt>
                <c:pt idx="2086">
                  <c:v>11.608497696502301</c:v>
                </c:pt>
                <c:pt idx="2087">
                  <c:v>11.615480850458203</c:v>
                </c:pt>
                <c:pt idx="2088">
                  <c:v>11.622464734299001</c:v>
                </c:pt>
                <c:pt idx="2089">
                  <c:v>11.629449347118301</c:v>
                </c:pt>
                <c:pt idx="2090">
                  <c:v>11.636434688009802</c:v>
                </c:pt>
                <c:pt idx="2091">
                  <c:v>11.6434207560673</c:v>
                </c:pt>
                <c:pt idx="2092">
                  <c:v>11.650407550384303</c:v>
                </c:pt>
                <c:pt idx="2093">
                  <c:v>11.657395070054701</c:v>
                </c:pt>
                <c:pt idx="2094">
                  <c:v>11.664383314172101</c:v>
                </c:pt>
                <c:pt idx="2095">
                  <c:v>11.671372281830097</c:v>
                </c:pt>
                <c:pt idx="2096">
                  <c:v>11.678361972122497</c:v>
                </c:pt>
                <c:pt idx="2097">
                  <c:v>11.685352384142902</c:v>
                </c:pt>
                <c:pt idx="2098">
                  <c:v>11.692343516985002</c:v>
                </c:pt>
                <c:pt idx="2099">
                  <c:v>11.699335369742499</c:v>
                </c:pt>
                <c:pt idx="2100">
                  <c:v>11.706327941509198</c:v>
                </c:pt>
                <c:pt idx="2101">
                  <c:v>11.713321231378599</c:v>
                </c:pt>
                <c:pt idx="2102">
                  <c:v>11.720315238444501</c:v>
                </c:pt>
                <c:pt idx="2103">
                  <c:v>11.727309961800499</c:v>
                </c:pt>
                <c:pt idx="2104">
                  <c:v>11.734305400540396</c:v>
                </c:pt>
                <c:pt idx="2105">
                  <c:v>11.741301553757797</c:v>
                </c:pt>
                <c:pt idx="2106">
                  <c:v>11.748298420546497</c:v>
                </c:pt>
                <c:pt idx="2107">
                  <c:v>11.755296000000001</c:v>
                </c:pt>
                <c:pt idx="2108">
                  <c:v>11.7622942912121</c:v>
                </c:pt>
                <c:pt idx="2109">
                  <c:v>11.769293293276499</c:v>
                </c:pt>
                <c:pt idx="2110">
                  <c:v>11.776293005286799</c:v>
                </c:pt>
                <c:pt idx="2111">
                  <c:v>11.783293426336797</c:v>
                </c:pt>
                <c:pt idx="2112">
                  <c:v>11.7902945555201</c:v>
                </c:pt>
                <c:pt idx="2113">
                  <c:v>11.797296391930399</c:v>
                </c:pt>
                <c:pt idx="2114">
                  <c:v>11.804298934661499</c:v>
                </c:pt>
                <c:pt idx="2115">
                  <c:v>11.8113021828069</c:v>
                </c:pt>
                <c:pt idx="2116">
                  <c:v>11.8183061354604</c:v>
                </c:pt>
                <c:pt idx="2117">
                  <c:v>11.8253107917156</c:v>
                </c:pt>
                <c:pt idx="2118">
                  <c:v>11.832316150666301</c:v>
                </c:pt>
                <c:pt idx="2119">
                  <c:v>11.839322211406103</c:v>
                </c:pt>
                <c:pt idx="2120">
                  <c:v>11.846328973028799</c:v>
                </c:pt>
                <c:pt idx="2121">
                  <c:v>11.853336434627904</c:v>
                </c:pt>
                <c:pt idx="2122">
                  <c:v>11.860344595297203</c:v>
                </c:pt>
                <c:pt idx="2123">
                  <c:v>11.867353454130399</c:v>
                </c:pt>
                <c:pt idx="2124">
                  <c:v>11.874363010221202</c:v>
                </c:pt>
                <c:pt idx="2125">
                  <c:v>11.8813732626632</c:v>
                </c:pt>
                <c:pt idx="2126">
                  <c:v>11.888384210550202</c:v>
                </c:pt>
                <c:pt idx="2127">
                  <c:v>11.895395852975701</c:v>
                </c:pt>
                <c:pt idx="2128">
                  <c:v>11.902408189033602</c:v>
                </c:pt>
                <c:pt idx="2129">
                  <c:v>11.909421217817501</c:v>
                </c:pt>
                <c:pt idx="2130">
                  <c:v>11.916434938421004</c:v>
                </c:pt>
                <c:pt idx="2131">
                  <c:v>11.923449349937904</c:v>
                </c:pt>
                <c:pt idx="2132">
                  <c:v>11.930464451461901</c:v>
                </c:pt>
                <c:pt idx="2133">
                  <c:v>11.937480242086501</c:v>
                </c:pt>
                <c:pt idx="2134">
                  <c:v>11.944496720905599</c:v>
                </c:pt>
                <c:pt idx="2135">
                  <c:v>11.951513887012903</c:v>
                </c:pt>
                <c:pt idx="2136">
                  <c:v>11.958531739501902</c:v>
                </c:pt>
                <c:pt idx="2137">
                  <c:v>11.965550277466305</c:v>
                </c:pt>
                <c:pt idx="2138">
                  <c:v>11.972569500000004</c:v>
                </c:pt>
                <c:pt idx="2139">
                  <c:v>11.979589406196501</c:v>
                </c:pt>
                <c:pt idx="2140">
                  <c:v>11.986609995149502</c:v>
                </c:pt>
                <c:pt idx="2141">
                  <c:v>11.9936312659528</c:v>
                </c:pt>
                <c:pt idx="2142">
                  <c:v>12.000653217700002</c:v>
                </c:pt>
                <c:pt idx="2143">
                  <c:v>12.0076758494847</c:v>
                </c:pt>
                <c:pt idx="2144">
                  <c:v>12.014699160400799</c:v>
                </c:pt>
                <c:pt idx="2145">
                  <c:v>12.021723149541799</c:v>
                </c:pt>
                <c:pt idx="2146">
                  <c:v>12.0287478160015</c:v>
                </c:pt>
                <c:pt idx="2147">
                  <c:v>12.035773158873498</c:v>
                </c:pt>
                <c:pt idx="2148">
                  <c:v>12.042799177251499</c:v>
                </c:pt>
                <c:pt idx="2149">
                  <c:v>12.0498258702293</c:v>
                </c:pt>
                <c:pt idx="2150">
                  <c:v>12.056853236900402</c:v>
                </c:pt>
                <c:pt idx="2151">
                  <c:v>12.063881276358602</c:v>
                </c:pt>
                <c:pt idx="2152">
                  <c:v>12.0709099876976</c:v>
                </c:pt>
                <c:pt idx="2153">
                  <c:v>12.0779393700111</c:v>
                </c:pt>
                <c:pt idx="2154">
                  <c:v>12.084969422392698</c:v>
                </c:pt>
                <c:pt idx="2155">
                  <c:v>12.092000143936099</c:v>
                </c:pt>
                <c:pt idx="2156">
                  <c:v>12.099031533735001</c:v>
                </c:pt>
                <c:pt idx="2157">
                  <c:v>12.106063590883203</c:v>
                </c:pt>
                <c:pt idx="2158">
                  <c:v>12.113096314474202</c:v>
                </c:pt>
                <c:pt idx="2159">
                  <c:v>12.120129703601798</c:v>
                </c:pt>
                <c:pt idx="2160">
                  <c:v>12.127163757359599</c:v>
                </c:pt>
                <c:pt idx="2161">
                  <c:v>12.134198474841398</c:v>
                </c:pt>
                <c:pt idx="2162">
                  <c:v>12.141233855140801</c:v>
                </c:pt>
                <c:pt idx="2163">
                  <c:v>12.148269897351598</c:v>
                </c:pt>
                <c:pt idx="2164">
                  <c:v>12.155306600567302</c:v>
                </c:pt>
                <c:pt idx="2165">
                  <c:v>12.1623439638817</c:v>
                </c:pt>
                <c:pt idx="2166">
                  <c:v>12.169381986388499</c:v>
                </c:pt>
                <c:pt idx="2167">
                  <c:v>12.1764206671814</c:v>
                </c:pt>
                <c:pt idx="2168">
                  <c:v>12.183460005354</c:v>
                </c:pt>
                <c:pt idx="2169">
                  <c:v>12.1905</c:v>
                </c:pt>
                <c:pt idx="2170">
                  <c:v>12.197540650213202</c:v>
                </c:pt>
                <c:pt idx="2171">
                  <c:v>12.2045819550871</c:v>
                </c:pt>
                <c:pt idx="2172">
                  <c:v>12.211623913715599</c:v>
                </c:pt>
                <c:pt idx="2173">
                  <c:v>12.2186665251922</c:v>
                </c:pt>
                <c:pt idx="2174">
                  <c:v>12.225709788610699</c:v>
                </c:pt>
                <c:pt idx="2175">
                  <c:v>12.232753703064699</c:v>
                </c:pt>
                <c:pt idx="2176">
                  <c:v>12.239798267647902</c:v>
                </c:pt>
                <c:pt idx="2177">
                  <c:v>12.246843481454096</c:v>
                </c:pt>
                <c:pt idx="2178">
                  <c:v>12.253889343576899</c:v>
                </c:pt>
                <c:pt idx="2179">
                  <c:v>12.26093585311</c:v>
                </c:pt>
                <c:pt idx="2180">
                  <c:v>12.2679830091471</c:v>
                </c:pt>
                <c:pt idx="2181">
                  <c:v>12.275030810781802</c:v>
                </c:pt>
                <c:pt idx="2182">
                  <c:v>12.282079257107904</c:v>
                </c:pt>
                <c:pt idx="2183">
                  <c:v>12.289128347218998</c:v>
                </c:pt>
                <c:pt idx="2184">
                  <c:v>12.296178080208799</c:v>
                </c:pt>
                <c:pt idx="2185">
                  <c:v>12.303228455170999</c:v>
                </c:pt>
                <c:pt idx="2186">
                  <c:v>12.310279471199401</c:v>
                </c:pt>
                <c:pt idx="2187">
                  <c:v>12.317331127387501</c:v>
                </c:pt>
                <c:pt idx="2188">
                  <c:v>12.324383422828999</c:v>
                </c:pt>
                <c:pt idx="2189">
                  <c:v>12.331436356617802</c:v>
                </c:pt>
                <c:pt idx="2190">
                  <c:v>12.338489927847302</c:v>
                </c:pt>
                <c:pt idx="2191">
                  <c:v>12.345544135611402</c:v>
                </c:pt>
                <c:pt idx="2192">
                  <c:v>12.352598979003703</c:v>
                </c:pt>
                <c:pt idx="2193">
                  <c:v>12.359654457117903</c:v>
                </c:pt>
                <c:pt idx="2194">
                  <c:v>12.366710569047704</c:v>
                </c:pt>
                <c:pt idx="2195">
                  <c:v>12.373767313886704</c:v>
                </c:pt>
                <c:pt idx="2196">
                  <c:v>12.380824690728701</c:v>
                </c:pt>
                <c:pt idx="2197">
                  <c:v>12.387882698667404</c:v>
                </c:pt>
                <c:pt idx="2198">
                  <c:v>12.3949413367963</c:v>
                </c:pt>
                <c:pt idx="2199">
                  <c:v>12.402000604209304</c:v>
                </c:pt>
                <c:pt idx="2200">
                  <c:v>12.409060500000002</c:v>
                </c:pt>
                <c:pt idx="2201">
                  <c:v>12.416121023262098</c:v>
                </c:pt>
                <c:pt idx="2202">
                  <c:v>12.423182173089202</c:v>
                </c:pt>
                <c:pt idx="2203">
                  <c:v>12.430243948575098</c:v>
                </c:pt>
                <c:pt idx="2204">
                  <c:v>12.437306348813401</c:v>
                </c:pt>
                <c:pt idx="2205">
                  <c:v>12.444369372897897</c:v>
                </c:pt>
                <c:pt idx="2206">
                  <c:v>12.451433019922103</c:v>
                </c:pt>
                <c:pt idx="2207">
                  <c:v>12.458497288979904</c:v>
                </c:pt>
                <c:pt idx="2208">
                  <c:v>12.465562179164804</c:v>
                </c:pt>
                <c:pt idx="2209">
                  <c:v>12.4726276895707</c:v>
                </c:pt>
                <c:pt idx="2210">
                  <c:v>12.479693819291102</c:v>
                </c:pt>
                <c:pt idx="2211">
                  <c:v>12.486760567419703</c:v>
                </c:pt>
                <c:pt idx="2212">
                  <c:v>12.4938279330503</c:v>
                </c:pt>
                <c:pt idx="2213">
                  <c:v>12.5008959152764</c:v>
                </c:pt>
                <c:pt idx="2214">
                  <c:v>12.507964513191903</c:v>
                </c:pt>
                <c:pt idx="2215">
                  <c:v>12.515033725890399</c:v>
                </c:pt>
                <c:pt idx="2216">
                  <c:v>12.5221035524655</c:v>
                </c:pt>
                <c:pt idx="2217">
                  <c:v>12.529173992010998</c:v>
                </c:pt>
                <c:pt idx="2218">
                  <c:v>12.5362450436206</c:v>
                </c:pt>
                <c:pt idx="2219">
                  <c:v>12.543316706387801</c:v>
                </c:pt>
                <c:pt idx="2220">
                  <c:v>12.550388979406502</c:v>
                </c:pt>
                <c:pt idx="2221">
                  <c:v>12.5574618617703</c:v>
                </c:pt>
                <c:pt idx="2222">
                  <c:v>12.564535352572902</c:v>
                </c:pt>
                <c:pt idx="2223">
                  <c:v>12.571609450908001</c:v>
                </c:pt>
                <c:pt idx="2224">
                  <c:v>12.578684155869201</c:v>
                </c:pt>
                <c:pt idx="2225">
                  <c:v>12.5857594665503</c:v>
                </c:pt>
                <c:pt idx="2226">
                  <c:v>12.592835382044901</c:v>
                </c:pt>
                <c:pt idx="2227">
                  <c:v>12.599911901446699</c:v>
                </c:pt>
                <c:pt idx="2228">
                  <c:v>12.606989023849502</c:v>
                </c:pt>
                <c:pt idx="2229">
                  <c:v>12.614066748346801</c:v>
                </c:pt>
                <c:pt idx="2230">
                  <c:v>12.621145074032398</c:v>
                </c:pt>
                <c:pt idx="2231">
                  <c:v>12.628223999999998</c:v>
                </c:pt>
                <c:pt idx="2232">
                  <c:v>12.6353035253432</c:v>
                </c:pt>
                <c:pt idx="2233">
                  <c:v>12.642383649155798</c:v>
                </c:pt>
                <c:pt idx="2234">
                  <c:v>12.649464370531399</c:v>
                </c:pt>
                <c:pt idx="2235">
                  <c:v>12.656545688563702</c:v>
                </c:pt>
                <c:pt idx="2236">
                  <c:v>12.663627602346303</c:v>
                </c:pt>
                <c:pt idx="2237">
                  <c:v>12.670710110973101</c:v>
                </c:pt>
                <c:pt idx="2238">
                  <c:v>12.677793213537599</c:v>
                </c:pt>
                <c:pt idx="2239">
                  <c:v>12.6848769091336</c:v>
                </c:pt>
                <c:pt idx="2240">
                  <c:v>12.691961196854797</c:v>
                </c:pt>
                <c:pt idx="2241">
                  <c:v>12.699046075794701</c:v>
                </c:pt>
                <c:pt idx="2242">
                  <c:v>12.706131545047199</c:v>
                </c:pt>
                <c:pt idx="2243">
                  <c:v>12.713217603705798</c:v>
                </c:pt>
                <c:pt idx="2244">
                  <c:v>12.7203042508644</c:v>
                </c:pt>
                <c:pt idx="2245">
                  <c:v>12.727391485616497</c:v>
                </c:pt>
                <c:pt idx="2246">
                  <c:v>12.734479307055798</c:v>
                </c:pt>
                <c:pt idx="2247">
                  <c:v>12.741567714276098</c:v>
                </c:pt>
                <c:pt idx="2248">
                  <c:v>12.748656706371099</c:v>
                </c:pt>
                <c:pt idx="2249">
                  <c:v>12.755746282434302</c:v>
                </c:pt>
                <c:pt idx="2250">
                  <c:v>12.7628364415595</c:v>
                </c:pt>
                <c:pt idx="2251">
                  <c:v>12.769927182840497</c:v>
                </c:pt>
                <c:pt idx="2252">
                  <c:v>12.777018505370698</c:v>
                </c:pt>
                <c:pt idx="2253">
                  <c:v>12.784110408244098</c:v>
                </c:pt>
                <c:pt idx="2254">
                  <c:v>12.791202890554198</c:v>
                </c:pt>
                <c:pt idx="2255">
                  <c:v>12.798295951394698</c:v>
                </c:pt>
                <c:pt idx="2256">
                  <c:v>12.805389589859402</c:v>
                </c:pt>
                <c:pt idx="2257">
                  <c:v>12.812483805041804</c:v>
                </c:pt>
                <c:pt idx="2258">
                  <c:v>12.819578596035702</c:v>
                </c:pt>
                <c:pt idx="2259">
                  <c:v>12.826673961934798</c:v>
                </c:pt>
                <c:pt idx="2260">
                  <c:v>12.833769901832801</c:v>
                </c:pt>
                <c:pt idx="2261">
                  <c:v>12.840866414823301</c:v>
                </c:pt>
                <c:pt idx="2262">
                  <c:v>12.847963500000001</c:v>
                </c:pt>
                <c:pt idx="2263">
                  <c:v>12.855061156456602</c:v>
                </c:pt>
                <c:pt idx="2264">
                  <c:v>12.862159383286901</c:v>
                </c:pt>
                <c:pt idx="2265">
                  <c:v>12.869258179584401</c:v>
                </c:pt>
                <c:pt idx="2266">
                  <c:v>12.876357544443001</c:v>
                </c:pt>
                <c:pt idx="2267">
                  <c:v>12.883457476956101</c:v>
                </c:pt>
                <c:pt idx="2268">
                  <c:v>12.890557976217602</c:v>
                </c:pt>
                <c:pt idx="2269">
                  <c:v>12.897659041321202</c:v>
                </c:pt>
                <c:pt idx="2270">
                  <c:v>12.904760671360499</c:v>
                </c:pt>
                <c:pt idx="2271">
                  <c:v>12.911862865429201</c:v>
                </c:pt>
                <c:pt idx="2272">
                  <c:v>12.918965622620901</c:v>
                </c:pt>
                <c:pt idx="2273">
                  <c:v>12.926068942029501</c:v>
                </c:pt>
                <c:pt idx="2274">
                  <c:v>12.933172822748499</c:v>
                </c:pt>
                <c:pt idx="2275">
                  <c:v>12.940277263871598</c:v>
                </c:pt>
                <c:pt idx="2276">
                  <c:v>12.9473822644926</c:v>
                </c:pt>
                <c:pt idx="2277">
                  <c:v>12.954487823705104</c:v>
                </c:pt>
                <c:pt idx="2278">
                  <c:v>12.961593940602899</c:v>
                </c:pt>
                <c:pt idx="2279">
                  <c:v>12.9687006142795</c:v>
                </c:pt>
                <c:pt idx="2280">
                  <c:v>12.975807843828704</c:v>
                </c:pt>
                <c:pt idx="2281">
                  <c:v>12.982915628344102</c:v>
                </c:pt>
                <c:pt idx="2282">
                  <c:v>12.990023966919498</c:v>
                </c:pt>
                <c:pt idx="2283">
                  <c:v>12.997132858648603</c:v>
                </c:pt>
                <c:pt idx="2284">
                  <c:v>13.004242302625</c:v>
                </c:pt>
                <c:pt idx="2285">
                  <c:v>13.011352297942302</c:v>
                </c:pt>
                <c:pt idx="2286">
                  <c:v>13.018462843694399</c:v>
                </c:pt>
                <c:pt idx="2287">
                  <c:v>13.025573938974899</c:v>
                </c:pt>
                <c:pt idx="2288">
                  <c:v>13.0326855828774</c:v>
                </c:pt>
                <c:pt idx="2289">
                  <c:v>13.0397977744957</c:v>
                </c:pt>
                <c:pt idx="2290">
                  <c:v>13.0469105129234</c:v>
                </c:pt>
                <c:pt idx="2291">
                  <c:v>13.054023797254198</c:v>
                </c:pt>
                <c:pt idx="2292">
                  <c:v>13.061137626581901</c:v>
                </c:pt>
                <c:pt idx="2293">
                  <c:v>13.068251999999999</c:v>
                </c:pt>
                <c:pt idx="2294">
                  <c:v>13.075366916602304</c:v>
                </c:pt>
                <c:pt idx="2295">
                  <c:v>13.082482375482504</c:v>
                </c:pt>
                <c:pt idx="2296">
                  <c:v>13.089598375734301</c:v>
                </c:pt>
                <c:pt idx="2297">
                  <c:v>13.096714916451301</c:v>
                </c:pt>
                <c:pt idx="2298">
                  <c:v>13.103831996727202</c:v>
                </c:pt>
                <c:pt idx="2299">
                  <c:v>13.1109496156557</c:v>
                </c:pt>
                <c:pt idx="2300">
                  <c:v>13.118067772330596</c:v>
                </c:pt>
                <c:pt idx="2301">
                  <c:v>13.125186465845402</c:v>
                </c:pt>
                <c:pt idx="2302">
                  <c:v>13.132305695293898</c:v>
                </c:pt>
                <c:pt idx="2303">
                  <c:v>13.139425459769702</c:v>
                </c:pt>
                <c:pt idx="2304">
                  <c:v>13.146545758366599</c:v>
                </c:pt>
                <c:pt idx="2305">
                  <c:v>13.153666590178204</c:v>
                </c:pt>
                <c:pt idx="2306">
                  <c:v>13.160787954298302</c:v>
                </c:pt>
                <c:pt idx="2307">
                  <c:v>13.167909849820402</c:v>
                </c:pt>
                <c:pt idx="2308">
                  <c:v>13.175032275838303</c:v>
                </c:pt>
                <c:pt idx="2309">
                  <c:v>13.182155231445702</c:v>
                </c:pt>
                <c:pt idx="2310">
                  <c:v>13.189278715736299</c:v>
                </c:pt>
                <c:pt idx="2311">
                  <c:v>13.196402727803703</c:v>
                </c:pt>
                <c:pt idx="2312">
                  <c:v>13.203527266741602</c:v>
                </c:pt>
                <c:pt idx="2313">
                  <c:v>13.2106523316438</c:v>
                </c:pt>
                <c:pt idx="2314">
                  <c:v>13.217777921603798</c:v>
                </c:pt>
                <c:pt idx="2315">
                  <c:v>13.224904035715499</c:v>
                </c:pt>
                <c:pt idx="2316">
                  <c:v>13.2320306730724</c:v>
                </c:pt>
                <c:pt idx="2317">
                  <c:v>13.239157832768301</c:v>
                </c:pt>
                <c:pt idx="2318">
                  <c:v>13.246285513896799</c:v>
                </c:pt>
                <c:pt idx="2319">
                  <c:v>13.2534137155517</c:v>
                </c:pt>
                <c:pt idx="2320">
                  <c:v>13.260542436826604</c:v>
                </c:pt>
                <c:pt idx="2321">
                  <c:v>13.267671676815098</c:v>
                </c:pt>
                <c:pt idx="2322">
                  <c:v>13.274801434611097</c:v>
                </c:pt>
                <c:pt idx="2323">
                  <c:v>13.2819317093082</c:v>
                </c:pt>
                <c:pt idx="2324">
                  <c:v>13.2890625</c:v>
                </c:pt>
                <c:pt idx="2325">
                  <c:v>13.2961938057803</c:v>
                </c:pt>
                <c:pt idx="2326">
                  <c:v>13.3033256257427</c:v>
                </c:pt>
                <c:pt idx="2327">
                  <c:v>13.310457958980903</c:v>
                </c:pt>
                <c:pt idx="2328">
                  <c:v>13.317590804588601</c:v>
                </c:pt>
                <c:pt idx="2329">
                  <c:v>13.324724161659597</c:v>
                </c:pt>
                <c:pt idx="2330">
                  <c:v>13.3318580292874</c:v>
                </c:pt>
                <c:pt idx="2331">
                  <c:v>13.3389924065657</c:v>
                </c:pt>
                <c:pt idx="2332">
                  <c:v>13.346127292588402</c:v>
                </c:pt>
                <c:pt idx="2333">
                  <c:v>13.353262686448902</c:v>
                </c:pt>
                <c:pt idx="2334">
                  <c:v>13.3603985872411</c:v>
                </c:pt>
                <c:pt idx="2335">
                  <c:v>13.367534994058603</c:v>
                </c:pt>
                <c:pt idx="2336">
                  <c:v>13.374671905995099</c:v>
                </c:pt>
                <c:pt idx="2337">
                  <c:v>13.381809322144301</c:v>
                </c:pt>
                <c:pt idx="2338">
                  <c:v>13.3889472415998</c:v>
                </c:pt>
                <c:pt idx="2339">
                  <c:v>13.3960856634554</c:v>
                </c:pt>
                <c:pt idx="2340">
                  <c:v>13.403224586804702</c:v>
                </c:pt>
                <c:pt idx="2341">
                  <c:v>13.4103640107415</c:v>
                </c:pt>
                <c:pt idx="2342">
                  <c:v>13.4175039343594</c:v>
                </c:pt>
                <c:pt idx="2343">
                  <c:v>13.424644356752001</c:v>
                </c:pt>
                <c:pt idx="2344">
                  <c:v>13.431785277013201</c:v>
                </c:pt>
                <c:pt idx="2345">
                  <c:v>13.438926694236498</c:v>
                </c:pt>
                <c:pt idx="2346">
                  <c:v>13.446068607515699</c:v>
                </c:pt>
                <c:pt idx="2347">
                  <c:v>13.453211015944401</c:v>
                </c:pt>
                <c:pt idx="2348">
                  <c:v>13.4603539186164</c:v>
                </c:pt>
                <c:pt idx="2349">
                  <c:v>13.467497314625204</c:v>
                </c:pt>
                <c:pt idx="2350">
                  <c:v>13.474641203064701</c:v>
                </c:pt>
                <c:pt idx="2351">
                  <c:v>13.481785583028401</c:v>
                </c:pt>
                <c:pt idx="2352">
                  <c:v>13.4889304536102</c:v>
                </c:pt>
                <c:pt idx="2353">
                  <c:v>13.4960758139035</c:v>
                </c:pt>
                <c:pt idx="2354">
                  <c:v>13.503221663002201</c:v>
                </c:pt>
                <c:pt idx="2355">
                  <c:v>13.510367999999998</c:v>
                </c:pt>
                <c:pt idx="2356">
                  <c:v>13.517514823990499</c:v>
                </c:pt>
                <c:pt idx="2357">
                  <c:v>13.524662134067302</c:v>
                </c:pt>
                <c:pt idx="2358">
                  <c:v>13.5318099293243</c:v>
                </c:pt>
                <c:pt idx="2359">
                  <c:v>13.538958208854998</c:v>
                </c:pt>
                <c:pt idx="2360">
                  <c:v>13.546106971753202</c:v>
                </c:pt>
                <c:pt idx="2361">
                  <c:v>13.553256217112601</c:v>
                </c:pt>
                <c:pt idx="2362">
                  <c:v>13.560405944026702</c:v>
                </c:pt>
                <c:pt idx="2363">
                  <c:v>13.567556151589402</c:v>
                </c:pt>
                <c:pt idx="2364">
                  <c:v>13.574706838894304</c:v>
                </c:pt>
                <c:pt idx="2365">
                  <c:v>13.581858005035098</c:v>
                </c:pt>
                <c:pt idx="2366">
                  <c:v>13.589009649105401</c:v>
                </c:pt>
                <c:pt idx="2367">
                  <c:v>13.596161770199098</c:v>
                </c:pt>
                <c:pt idx="2368">
                  <c:v>13.603314367409602</c:v>
                </c:pt>
                <c:pt idx="2369">
                  <c:v>13.610467439830799</c:v>
                </c:pt>
                <c:pt idx="2370">
                  <c:v>13.617620986556298</c:v>
                </c:pt>
                <c:pt idx="2371">
                  <c:v>13.624775006679901</c:v>
                </c:pt>
                <c:pt idx="2372">
                  <c:v>13.631929499295099</c:v>
                </c:pt>
                <c:pt idx="2373">
                  <c:v>13.639084463495699</c:v>
                </c:pt>
                <c:pt idx="2374">
                  <c:v>13.646239898375303</c:v>
                </c:pt>
                <c:pt idx="2375">
                  <c:v>13.6533958030278</c:v>
                </c:pt>
                <c:pt idx="2376">
                  <c:v>13.660552176546602</c:v>
                </c:pt>
                <c:pt idx="2377">
                  <c:v>13.667709018025601</c:v>
                </c:pt>
                <c:pt idx="2378">
                  <c:v>13.6748663265584</c:v>
                </c:pt>
                <c:pt idx="2379">
                  <c:v>13.6820241012386</c:v>
                </c:pt>
                <c:pt idx="2380">
                  <c:v>13.6891823411601</c:v>
                </c:pt>
                <c:pt idx="2381">
                  <c:v>13.696341045416398</c:v>
                </c:pt>
                <c:pt idx="2382">
                  <c:v>13.703500213101302</c:v>
                </c:pt>
                <c:pt idx="2383">
                  <c:v>13.710659843308402</c:v>
                </c:pt>
                <c:pt idx="2384">
                  <c:v>13.717819935131399</c:v>
                </c:pt>
                <c:pt idx="2385">
                  <c:v>13.724980487664098</c:v>
                </c:pt>
                <c:pt idx="2386">
                  <c:v>13.732141499999999</c:v>
                </c:pt>
                <c:pt idx="2387">
                  <c:v>13.739302971232901</c:v>
                </c:pt>
                <c:pt idx="2388">
                  <c:v>13.746464900456498</c:v>
                </c:pt>
                <c:pt idx="2389">
                  <c:v>13.7536272867645</c:v>
                </c:pt>
                <c:pt idx="2390">
                  <c:v>13.760790129250401</c:v>
                </c:pt>
                <c:pt idx="2391">
                  <c:v>13.7679534270082</c:v>
                </c:pt>
                <c:pt idx="2392">
                  <c:v>13.7751171791313</c:v>
                </c:pt>
                <c:pt idx="2393">
                  <c:v>13.782281384713498</c:v>
                </c:pt>
                <c:pt idx="2394">
                  <c:v>13.789446042848502</c:v>
                </c:pt>
                <c:pt idx="2395">
                  <c:v>13.796611152629998</c:v>
                </c:pt>
                <c:pt idx="2396">
                  <c:v>13.803776713151599</c:v>
                </c:pt>
                <c:pt idx="2397">
                  <c:v>13.8109427235071</c:v>
                </c:pt>
                <c:pt idx="2398">
                  <c:v>13.818109182790097</c:v>
                </c:pt>
                <c:pt idx="2399">
                  <c:v>13.825276090094302</c:v>
                </c:pt>
                <c:pt idx="2400">
                  <c:v>13.8324434445134</c:v>
                </c:pt>
                <c:pt idx="2401">
                  <c:v>13.8396112451411</c:v>
                </c:pt>
                <c:pt idx="2402">
                  <c:v>13.846779491071098</c:v>
                </c:pt>
                <c:pt idx="2403">
                  <c:v>13.853948181397101</c:v>
                </c:pt>
                <c:pt idx="2404">
                  <c:v>13.861117315212599</c:v>
                </c:pt>
                <c:pt idx="2405">
                  <c:v>13.868286891611602</c:v>
                </c:pt>
                <c:pt idx="2406">
                  <c:v>13.875456909687504</c:v>
                </c:pt>
                <c:pt idx="2407">
                  <c:v>13.8826273685341</c:v>
                </c:pt>
                <c:pt idx="2408">
                  <c:v>13.889798267245101</c:v>
                </c:pt>
                <c:pt idx="2409">
                  <c:v>13.896969604914203</c:v>
                </c:pt>
                <c:pt idx="2410">
                  <c:v>13.904141380635098</c:v>
                </c:pt>
                <c:pt idx="2411">
                  <c:v>13.911313593501401</c:v>
                </c:pt>
                <c:pt idx="2412">
                  <c:v>13.918486242606802</c:v>
                </c:pt>
                <c:pt idx="2413">
                  <c:v>13.925659327045102</c:v>
                </c:pt>
                <c:pt idx="2414">
                  <c:v>13.932832845909802</c:v>
                </c:pt>
                <c:pt idx="2415">
                  <c:v>13.940006798294799</c:v>
                </c:pt>
                <c:pt idx="2416">
                  <c:v>13.947181183293596</c:v>
                </c:pt>
                <c:pt idx="2417">
                  <c:v>13.954356000000002</c:v>
                </c:pt>
                <c:pt idx="2418">
                  <c:v>13.961531247507601</c:v>
                </c:pt>
                <c:pt idx="2419">
                  <c:v>13.968706924910199</c:v>
                </c:pt>
                <c:pt idx="2420">
                  <c:v>13.975883031301402</c:v>
                </c:pt>
                <c:pt idx="2421">
                  <c:v>13.983059565774902</c:v>
                </c:pt>
                <c:pt idx="2422">
                  <c:v>13.990236527424402</c:v>
                </c:pt>
                <c:pt idx="2423">
                  <c:v>13.997413915343602</c:v>
                </c:pt>
                <c:pt idx="2424">
                  <c:v>14.004591728626099</c:v>
                </c:pt>
                <c:pt idx="2425">
                  <c:v>14.0117699663657</c:v>
                </c:pt>
                <c:pt idx="2426">
                  <c:v>14.018948627655998</c:v>
                </c:pt>
                <c:pt idx="2427">
                  <c:v>14.026127711590698</c:v>
                </c:pt>
                <c:pt idx="2428">
                  <c:v>14.033307217263602</c:v>
                </c:pt>
                <c:pt idx="2429">
                  <c:v>14.040487143768301</c:v>
                </c:pt>
                <c:pt idx="2430">
                  <c:v>14.047667490198398</c:v>
                </c:pt>
                <c:pt idx="2431">
                  <c:v>14.054848255647702</c:v>
                </c:pt>
                <c:pt idx="2432">
                  <c:v>14.062029439209802</c:v>
                </c:pt>
                <c:pt idx="2433">
                  <c:v>14.0692110399785</c:v>
                </c:pt>
                <c:pt idx="2434">
                  <c:v>14.076393057047401</c:v>
                </c:pt>
                <c:pt idx="2435">
                  <c:v>14.083575489510299</c:v>
                </c:pt>
                <c:pt idx="2436">
                  <c:v>14.0907583364607</c:v>
                </c:pt>
                <c:pt idx="2437">
                  <c:v>14.097941596992399</c:v>
                </c:pt>
                <c:pt idx="2438">
                  <c:v>14.1051252701991</c:v>
                </c:pt>
                <c:pt idx="2439">
                  <c:v>14.1123093551744</c:v>
                </c:pt>
                <c:pt idx="2440">
                  <c:v>14.1194938510121</c:v>
                </c:pt>
                <c:pt idx="2441">
                  <c:v>14.126678756805701</c:v>
                </c:pt>
                <c:pt idx="2442">
                  <c:v>14.133864071649199</c:v>
                </c:pt>
                <c:pt idx="2443">
                  <c:v>14.141049794635999</c:v>
                </c:pt>
                <c:pt idx="2444">
                  <c:v>14.148235924859899</c:v>
                </c:pt>
                <c:pt idx="2445">
                  <c:v>14.155422461414499</c:v>
                </c:pt>
                <c:pt idx="2446">
                  <c:v>14.162609403393599</c:v>
                </c:pt>
                <c:pt idx="2447">
                  <c:v>14.169796749890899</c:v>
                </c:pt>
                <c:pt idx="2448">
                  <c:v>14.176984500000001</c:v>
                </c:pt>
                <c:pt idx="2449">
                  <c:v>14.184172652814601</c:v>
                </c:pt>
                <c:pt idx="2450">
                  <c:v>14.191361207428399</c:v>
                </c:pt>
                <c:pt idx="2451">
                  <c:v>14.198550162935097</c:v>
                </c:pt>
                <c:pt idx="2452">
                  <c:v>14.205739518428404</c:v>
                </c:pt>
                <c:pt idx="2453">
                  <c:v>14.212929273001899</c:v>
                </c:pt>
                <c:pt idx="2454">
                  <c:v>14.220119425749401</c:v>
                </c:pt>
                <c:pt idx="2455">
                  <c:v>14.227309975764499</c:v>
                </c:pt>
                <c:pt idx="2456">
                  <c:v>14.234500922140898</c:v>
                </c:pt>
                <c:pt idx="2457">
                  <c:v>14.241692263972299</c:v>
                </c:pt>
                <c:pt idx="2458">
                  <c:v>14.248884000352499</c:v>
                </c:pt>
                <c:pt idx="2459">
                  <c:v>14.2560761303749</c:v>
                </c:pt>
                <c:pt idx="2460">
                  <c:v>14.263268653133498</c:v>
                </c:pt>
                <c:pt idx="2461">
                  <c:v>14.270461567721799</c:v>
                </c:pt>
                <c:pt idx="2462">
                  <c:v>14.2776548732335</c:v>
                </c:pt>
                <c:pt idx="2463">
                  <c:v>14.284848568762399</c:v>
                </c:pt>
                <c:pt idx="2464">
                  <c:v>14.292042653402001</c:v>
                </c:pt>
                <c:pt idx="2465">
                  <c:v>14.299237126246203</c:v>
                </c:pt>
                <c:pt idx="2466">
                  <c:v>14.306431986388501</c:v>
                </c:pt>
                <c:pt idx="2467">
                  <c:v>14.313627232922702</c:v>
                </c:pt>
                <c:pt idx="2468">
                  <c:v>14.3208228649424</c:v>
                </c:pt>
                <c:pt idx="2469">
                  <c:v>14.328018881541398</c:v>
                </c:pt>
                <c:pt idx="2470">
                  <c:v>14.3352152818133</c:v>
                </c:pt>
                <c:pt idx="2471">
                  <c:v>14.3424120648518</c:v>
                </c:pt>
                <c:pt idx="2472">
                  <c:v>14.349609229750602</c:v>
                </c:pt>
                <c:pt idx="2473">
                  <c:v>14.356806775603404</c:v>
                </c:pt>
                <c:pt idx="2474">
                  <c:v>14.3640047015038</c:v>
                </c:pt>
                <c:pt idx="2475">
                  <c:v>14.371203006545599</c:v>
                </c:pt>
                <c:pt idx="2476">
                  <c:v>14.3784016898224</c:v>
                </c:pt>
                <c:pt idx="2477">
                  <c:v>14.385600750428004</c:v>
                </c:pt>
                <c:pt idx="2478">
                  <c:v>14.392800187455903</c:v>
                </c:pt>
                <c:pt idx="2479">
                  <c:v>14.4</c:v>
                </c:pt>
                <c:pt idx="2480">
                  <c:v>14.407200187153798</c:v>
                </c:pt>
                <c:pt idx="2481">
                  <c:v>14.414400748011101</c:v>
                </c:pt>
                <c:pt idx="2482">
                  <c:v>14.421601681665598</c:v>
                </c:pt>
                <c:pt idx="2483">
                  <c:v>14.428802987210901</c:v>
                </c:pt>
                <c:pt idx="2484">
                  <c:v>14.4360046637407</c:v>
                </c:pt>
                <c:pt idx="2485">
                  <c:v>14.4432067103488</c:v>
                </c:pt>
                <c:pt idx="2486">
                  <c:v>14.450409126128704</c:v>
                </c:pt>
                <c:pt idx="2487">
                  <c:v>14.457611910174203</c:v>
                </c:pt>
                <c:pt idx="2488">
                  <c:v>14.464815061578999</c:v>
                </c:pt>
                <c:pt idx="2489">
                  <c:v>14.472018579436702</c:v>
                </c:pt>
                <c:pt idx="2490">
                  <c:v>14.479222462841101</c:v>
                </c:pt>
                <c:pt idx="2491">
                  <c:v>14.486426710885802</c:v>
                </c:pt>
                <c:pt idx="2492">
                  <c:v>14.493631322664601</c:v>
                </c:pt>
                <c:pt idx="2493">
                  <c:v>14.500836297271002</c:v>
                </c:pt>
                <c:pt idx="2494">
                  <c:v>14.508041633798801</c:v>
                </c:pt>
                <c:pt idx="2495">
                  <c:v>14.515247331341701</c:v>
                </c:pt>
                <c:pt idx="2496">
                  <c:v>14.5224533889933</c:v>
                </c:pt>
                <c:pt idx="2497">
                  <c:v>14.529659805847402</c:v>
                </c:pt>
                <c:pt idx="2498">
                  <c:v>14.5368665809976</c:v>
                </c:pt>
                <c:pt idx="2499">
                  <c:v>14.544073713537598</c:v>
                </c:pt>
                <c:pt idx="2500">
                  <c:v>14.551281202561199</c:v>
                </c:pt>
                <c:pt idx="2501">
                  <c:v>14.558489047161904</c:v>
                </c:pt>
                <c:pt idx="2502">
                  <c:v>14.565697246433501</c:v>
                </c:pt>
                <c:pt idx="2503">
                  <c:v>14.572905799469602</c:v>
                </c:pt>
                <c:pt idx="2504">
                  <c:v>14.580114705364</c:v>
                </c:pt>
                <c:pt idx="2505">
                  <c:v>14.587323963210396</c:v>
                </c:pt>
                <c:pt idx="2506">
                  <c:v>14.594533572102302</c:v>
                </c:pt>
                <c:pt idx="2507">
                  <c:v>14.6017435311336</c:v>
                </c:pt>
                <c:pt idx="2508">
                  <c:v>14.608953839397801</c:v>
                </c:pt>
                <c:pt idx="2509">
                  <c:v>14.6161644959887</c:v>
                </c:pt>
                <c:pt idx="2510">
                  <c:v>14.623375499999998</c:v>
                </c:pt>
                <c:pt idx="2511">
                  <c:v>14.630586850525303</c:v>
                </c:pt>
                <c:pt idx="2512">
                  <c:v>14.637798546658399</c:v>
                </c:pt>
                <c:pt idx="2513">
                  <c:v>14.6450105874929</c:v>
                </c:pt>
                <c:pt idx="2514">
                  <c:v>14.6522229721225</c:v>
                </c:pt>
                <c:pt idx="2515">
                  <c:v>14.659435699640804</c:v>
                </c:pt>
                <c:pt idx="2516">
                  <c:v>14.6666487691417</c:v>
                </c:pt>
                <c:pt idx="2517">
                  <c:v>14.6738621797187</c:v>
                </c:pt>
                <c:pt idx="2518">
                  <c:v>14.6810759304656</c:v>
                </c:pt>
                <c:pt idx="2519">
                  <c:v>14.688290020475998</c:v>
                </c:pt>
                <c:pt idx="2520">
                  <c:v>14.695504448843602</c:v>
                </c:pt>
                <c:pt idx="2521">
                  <c:v>14.702719214662102</c:v>
                </c:pt>
                <c:pt idx="2522">
                  <c:v>14.709934317025304</c:v>
                </c:pt>
                <c:pt idx="2523">
                  <c:v>14.7171497550267</c:v>
                </c:pt>
                <c:pt idx="2524">
                  <c:v>14.724365527760098</c:v>
                </c:pt>
                <c:pt idx="2525">
                  <c:v>14.731581634319101</c:v>
                </c:pt>
                <c:pt idx="2526">
                  <c:v>14.738798073797499</c:v>
                </c:pt>
                <c:pt idx="2527">
                  <c:v>14.7460148452888</c:v>
                </c:pt>
                <c:pt idx="2528">
                  <c:v>14.753231947886899</c:v>
                </c:pt>
                <c:pt idx="2529">
                  <c:v>14.760449380685401</c:v>
                </c:pt>
                <c:pt idx="2530">
                  <c:v>14.767667142777999</c:v>
                </c:pt>
                <c:pt idx="2531">
                  <c:v>14.7748852332584</c:v>
                </c:pt>
                <c:pt idx="2532">
                  <c:v>14.782103651220202</c:v>
                </c:pt>
                <c:pt idx="2533">
                  <c:v>14.789322395757099</c:v>
                </c:pt>
                <c:pt idx="2534">
                  <c:v>14.7965414659629</c:v>
                </c:pt>
                <c:pt idx="2535">
                  <c:v>14.803760860931202</c:v>
                </c:pt>
                <c:pt idx="2536">
                  <c:v>14.810980579755604</c:v>
                </c:pt>
                <c:pt idx="2537">
                  <c:v>14.818200621529998</c:v>
                </c:pt>
                <c:pt idx="2538">
                  <c:v>14.825420985347902</c:v>
                </c:pt>
                <c:pt idx="2539">
                  <c:v>14.832641670303103</c:v>
                </c:pt>
                <c:pt idx="2540">
                  <c:v>14.839862675489204</c:v>
                </c:pt>
                <c:pt idx="2541">
                  <c:v>14.847084000000002</c:v>
                </c:pt>
                <c:pt idx="2542">
                  <c:v>14.8543056429291</c:v>
                </c:pt>
                <c:pt idx="2543">
                  <c:v>14.861527603370099</c:v>
                </c:pt>
                <c:pt idx="2544">
                  <c:v>14.868749880416901</c:v>
                </c:pt>
                <c:pt idx="2545">
                  <c:v>14.875972473163001</c:v>
                </c:pt>
                <c:pt idx="2546">
                  <c:v>14.883195380702199</c:v>
                </c:pt>
                <c:pt idx="2547">
                  <c:v>14.890418602128202</c:v>
                </c:pt>
                <c:pt idx="2548">
                  <c:v>14.8976421365345</c:v>
                </c:pt>
                <c:pt idx="2549">
                  <c:v>14.904865983014998</c:v>
                </c:pt>
                <c:pt idx="2550">
                  <c:v>14.912090140663302</c:v>
                </c:pt>
                <c:pt idx="2551">
                  <c:v>14.919314608573099</c:v>
                </c:pt>
                <c:pt idx="2552">
                  <c:v>14.926539385838002</c:v>
                </c:pt>
                <c:pt idx="2553">
                  <c:v>14.933764471551799</c:v>
                </c:pt>
                <c:pt idx="2554">
                  <c:v>14.940989864808202</c:v>
                </c:pt>
                <c:pt idx="2555">
                  <c:v>14.948215564700698</c:v>
                </c:pt>
                <c:pt idx="2556">
                  <c:v>14.955441570323206</c:v>
                </c:pt>
                <c:pt idx="2557">
                  <c:v>14.962667880769402</c:v>
                </c:pt>
                <c:pt idx="2558">
                  <c:v>14.969894495132802</c:v>
                </c:pt>
                <c:pt idx="2559">
                  <c:v>14.977121412507101</c:v>
                </c:pt>
                <c:pt idx="2560">
                  <c:v>14.984348631986199</c:v>
                </c:pt>
                <c:pt idx="2561">
                  <c:v>14.991576152663599</c:v>
                </c:pt>
                <c:pt idx="2562">
                  <c:v>14.998803973633001</c:v>
                </c:pt>
                <c:pt idx="2563">
                  <c:v>15.006032093988102</c:v>
                </c:pt>
                <c:pt idx="2564">
                  <c:v>15.013260512822702</c:v>
                </c:pt>
                <c:pt idx="2565">
                  <c:v>15.020489229230302</c:v>
                </c:pt>
                <c:pt idx="2566">
                  <c:v>15.027718242304701</c:v>
                </c:pt>
                <c:pt idx="2567">
                  <c:v>15.0349475511396</c:v>
                </c:pt>
                <c:pt idx="2568">
                  <c:v>15.0421771548286</c:v>
                </c:pt>
                <c:pt idx="2569">
                  <c:v>15.049407052465503</c:v>
                </c:pt>
                <c:pt idx="2570">
                  <c:v>15.056637243143904</c:v>
                </c:pt>
                <c:pt idx="2571">
                  <c:v>15.063867725957499</c:v>
                </c:pt>
                <c:pt idx="2572">
                  <c:v>15.0710985</c:v>
                </c:pt>
                <c:pt idx="2573">
                  <c:v>15.078329564365101</c:v>
                </c:pt>
                <c:pt idx="2574">
                  <c:v>15.085560918146404</c:v>
                </c:pt>
                <c:pt idx="2575">
                  <c:v>15.092792560437701</c:v>
                </c:pt>
                <c:pt idx="2576">
                  <c:v>15.100024490332698</c:v>
                </c:pt>
                <c:pt idx="2577">
                  <c:v>15.1072567069249</c:v>
                </c:pt>
                <c:pt idx="2578">
                  <c:v>15.114489209308203</c:v>
                </c:pt>
                <c:pt idx="2579">
                  <c:v>15.121721996576099</c:v>
                </c:pt>
                <c:pt idx="2580">
                  <c:v>15.128955067822499</c:v>
                </c:pt>
                <c:pt idx="2581">
                  <c:v>15.136188422140901</c:v>
                </c:pt>
                <c:pt idx="2582">
                  <c:v>15.1434220586251</c:v>
                </c:pt>
                <c:pt idx="2583">
                  <c:v>15.150655976368702</c:v>
                </c:pt>
                <c:pt idx="2584">
                  <c:v>15.1578901744654</c:v>
                </c:pt>
                <c:pt idx="2585">
                  <c:v>15.165124652009002</c:v>
                </c:pt>
                <c:pt idx="2586">
                  <c:v>15.172359408093</c:v>
                </c:pt>
                <c:pt idx="2587">
                  <c:v>15.1795944418113</c:v>
                </c:pt>
                <c:pt idx="2588">
                  <c:v>15.186829752257401</c:v>
                </c:pt>
                <c:pt idx="2589">
                  <c:v>15.1940653385251</c:v>
                </c:pt>
                <c:pt idx="2590">
                  <c:v>15.201301199707999</c:v>
                </c:pt>
                <c:pt idx="2591">
                  <c:v>15.2085373348998</c:v>
                </c:pt>
                <c:pt idx="2592">
                  <c:v>15.215773743194298</c:v>
                </c:pt>
                <c:pt idx="2593">
                  <c:v>15.223010423684999</c:v>
                </c:pt>
                <c:pt idx="2594">
                  <c:v>15.2302473754657</c:v>
                </c:pt>
                <c:pt idx="2595">
                  <c:v>15.237484597630202</c:v>
                </c:pt>
                <c:pt idx="2596">
                  <c:v>15.244722089271898</c:v>
                </c:pt>
                <c:pt idx="2597">
                  <c:v>15.251959849484702</c:v>
                </c:pt>
                <c:pt idx="2598">
                  <c:v>15.259197877362302</c:v>
                </c:pt>
                <c:pt idx="2599">
                  <c:v>15.266436171998304</c:v>
                </c:pt>
                <c:pt idx="2600">
                  <c:v>15.273674732486302</c:v>
                </c:pt>
                <c:pt idx="2601">
                  <c:v>15.280913557920202</c:v>
                </c:pt>
                <c:pt idx="2602">
                  <c:v>15.288152647393499</c:v>
                </c:pt>
                <c:pt idx="2603">
                  <c:v>15.295392</c:v>
                </c:pt>
                <c:pt idx="2604">
                  <c:v>15.302631614833304</c:v>
                </c:pt>
                <c:pt idx="2605">
                  <c:v>15.3098714909872</c:v>
                </c:pt>
                <c:pt idx="2606">
                  <c:v>15.317111627555301</c:v>
                </c:pt>
                <c:pt idx="2607">
                  <c:v>15.324352023631301</c:v>
                </c:pt>
                <c:pt idx="2608">
                  <c:v>15.331592678308901</c:v>
                </c:pt>
                <c:pt idx="2609">
                  <c:v>15.3388335906818</c:v>
                </c:pt>
                <c:pt idx="2610">
                  <c:v>15.346074759843599</c:v>
                </c:pt>
                <c:pt idx="2611">
                  <c:v>15.353316184888103</c:v>
                </c:pt>
                <c:pt idx="2612">
                  <c:v>15.360557864908904</c:v>
                </c:pt>
                <c:pt idx="2613">
                  <c:v>15.367799798999702</c:v>
                </c:pt>
                <c:pt idx="2614">
                  <c:v>15.375041986254201</c:v>
                </c:pt>
                <c:pt idx="2615">
                  <c:v>15.382284425766201</c:v>
                </c:pt>
                <c:pt idx="2616">
                  <c:v>15.389527116629203</c:v>
                </c:pt>
                <c:pt idx="2617">
                  <c:v>15.396770057937001</c:v>
                </c:pt>
                <c:pt idx="2618">
                  <c:v>15.404013248783199</c:v>
                </c:pt>
                <c:pt idx="2619">
                  <c:v>15.4112566882616</c:v>
                </c:pt>
                <c:pt idx="2620">
                  <c:v>15.418500375465701</c:v>
                </c:pt>
                <c:pt idx="2621">
                  <c:v>15.425744309489403</c:v>
                </c:pt>
                <c:pt idx="2622">
                  <c:v>15.4329884894263</c:v>
                </c:pt>
                <c:pt idx="2623">
                  <c:v>15.4402329143701</c:v>
                </c:pt>
                <c:pt idx="2624">
                  <c:v>15.447477583414498</c:v>
                </c:pt>
                <c:pt idx="2625">
                  <c:v>15.454722495653099</c:v>
                </c:pt>
                <c:pt idx="2626">
                  <c:v>15.4619676501796</c:v>
                </c:pt>
                <c:pt idx="2627">
                  <c:v>15.469213046087702</c:v>
                </c:pt>
                <c:pt idx="2628">
                  <c:v>15.4764586824712</c:v>
                </c:pt>
                <c:pt idx="2629">
                  <c:v>15.483704558423703</c:v>
                </c:pt>
                <c:pt idx="2630">
                  <c:v>15.4909506730388</c:v>
                </c:pt>
                <c:pt idx="2631">
                  <c:v>15.498197025410398</c:v>
                </c:pt>
                <c:pt idx="2632">
                  <c:v>15.505443614631904</c:v>
                </c:pt>
                <c:pt idx="2633">
                  <c:v>15.512690439797302</c:v>
                </c:pt>
                <c:pt idx="2634">
                  <c:v>15.519937500000001</c:v>
                </c:pt>
                <c:pt idx="2635">
                  <c:v>15.5271847943339</c:v>
                </c:pt>
                <c:pt idx="2636">
                  <c:v>15.534432321892499</c:v>
                </c:pt>
                <c:pt idx="2637">
                  <c:v>15.5416800817697</c:v>
                </c:pt>
                <c:pt idx="2638">
                  <c:v>15.548928073058999</c:v>
                </c:pt>
                <c:pt idx="2639">
                  <c:v>15.556176294854101</c:v>
                </c:pt>
                <c:pt idx="2640">
                  <c:v>15.563424746248902</c:v>
                </c:pt>
                <c:pt idx="2641">
                  <c:v>15.570673426336798</c:v>
                </c:pt>
                <c:pt idx="2642">
                  <c:v>15.577922334211699</c:v>
                </c:pt>
                <c:pt idx="2643">
                  <c:v>15.585171468967101</c:v>
                </c:pt>
                <c:pt idx="2644">
                  <c:v>15.592420829696902</c:v>
                </c:pt>
                <c:pt idx="2645">
                  <c:v>15.5996704154946</c:v>
                </c:pt>
                <c:pt idx="2646">
                  <c:v>15.606920225453999</c:v>
                </c:pt>
                <c:pt idx="2647">
                  <c:v>15.6141702586687</c:v>
                </c:pt>
                <c:pt idx="2648">
                  <c:v>15.621420514232501</c:v>
                </c:pt>
                <c:pt idx="2649">
                  <c:v>15.628670991238998</c:v>
                </c:pt>
                <c:pt idx="2650">
                  <c:v>15.635921688781798</c:v>
                </c:pt>
                <c:pt idx="2651">
                  <c:v>15.643172605954799</c:v>
                </c:pt>
                <c:pt idx="2652">
                  <c:v>15.650423741851601</c:v>
                </c:pt>
                <c:pt idx="2653">
                  <c:v>15.6576750955658</c:v>
                </c:pt>
                <c:pt idx="2654">
                  <c:v>15.664926666191098</c:v>
                </c:pt>
                <c:pt idx="2655">
                  <c:v>15.672178452821299</c:v>
                </c:pt>
                <c:pt idx="2656">
                  <c:v>15.679430454550003</c:v>
                </c:pt>
                <c:pt idx="2657">
                  <c:v>15.686682670470899</c:v>
                </c:pt>
                <c:pt idx="2658">
                  <c:v>15.6939350996778</c:v>
                </c:pt>
                <c:pt idx="2659">
                  <c:v>15.701187741264098</c:v>
                </c:pt>
                <c:pt idx="2660">
                  <c:v>15.7084405943238</c:v>
                </c:pt>
                <c:pt idx="2661">
                  <c:v>15.7156936579504</c:v>
                </c:pt>
                <c:pt idx="2662">
                  <c:v>15.722946931237599</c:v>
                </c:pt>
                <c:pt idx="2663">
                  <c:v>15.730200413279197</c:v>
                </c:pt>
                <c:pt idx="2664">
                  <c:v>15.7374541031687</c:v>
                </c:pt>
                <c:pt idx="2665">
                  <c:v>15.744707999999999</c:v>
                </c:pt>
                <c:pt idx="2666">
                  <c:v>15.751962102866598</c:v>
                </c:pt>
                <c:pt idx="2667">
                  <c:v>15.759216410862301</c:v>
                </c:pt>
                <c:pt idx="2668">
                  <c:v>15.766470923080799</c:v>
                </c:pt>
                <c:pt idx="2669">
                  <c:v>15.7737256386157</c:v>
                </c:pt>
                <c:pt idx="2670">
                  <c:v>15.780980556560701</c:v>
                </c:pt>
                <c:pt idx="2671">
                  <c:v>15.788235676009499</c:v>
                </c:pt>
                <c:pt idx="2672">
                  <c:v>15.795490996055902</c:v>
                </c:pt>
                <c:pt idx="2673">
                  <c:v>15.802746515793404</c:v>
                </c:pt>
                <c:pt idx="2674">
                  <c:v>15.810002234315702</c:v>
                </c:pt>
                <c:pt idx="2675">
                  <c:v>15.817258150716698</c:v>
                </c:pt>
                <c:pt idx="2676">
                  <c:v>15.824514264089801</c:v>
                </c:pt>
                <c:pt idx="2677">
                  <c:v>15.831770573528901</c:v>
                </c:pt>
                <c:pt idx="2678">
                  <c:v>15.839027078127602</c:v>
                </c:pt>
                <c:pt idx="2679">
                  <c:v>15.8462837769796</c:v>
                </c:pt>
                <c:pt idx="2680">
                  <c:v>15.853540669178601</c:v>
                </c:pt>
                <c:pt idx="2681">
                  <c:v>15.860797753818302</c:v>
                </c:pt>
                <c:pt idx="2682">
                  <c:v>15.8680550299923</c:v>
                </c:pt>
                <c:pt idx="2683">
                  <c:v>15.875312496794301</c:v>
                </c:pt>
                <c:pt idx="2684">
                  <c:v>15.882570153318103</c:v>
                </c:pt>
                <c:pt idx="2685">
                  <c:v>15.889827998657301</c:v>
                </c:pt>
                <c:pt idx="2686">
                  <c:v>15.897086031905603</c:v>
                </c:pt>
                <c:pt idx="2687">
                  <c:v>15.904344252156701</c:v>
                </c:pt>
                <c:pt idx="2688">
                  <c:v>15.911602658504204</c:v>
                </c:pt>
                <c:pt idx="2689">
                  <c:v>15.918861250041999</c:v>
                </c:pt>
                <c:pt idx="2690">
                  <c:v>15.926120025863501</c:v>
                </c:pt>
                <c:pt idx="2691">
                  <c:v>15.933378985062598</c:v>
                </c:pt>
                <c:pt idx="2692">
                  <c:v>15.9406381267329</c:v>
                </c:pt>
                <c:pt idx="2693">
                  <c:v>15.947897449968099</c:v>
                </c:pt>
                <c:pt idx="2694">
                  <c:v>15.955156953861904</c:v>
                </c:pt>
                <c:pt idx="2695">
                  <c:v>15.962416637508005</c:v>
                </c:pt>
                <c:pt idx="2696">
                  <c:v>15.969676500000002</c:v>
                </c:pt>
                <c:pt idx="2697">
                  <c:v>15.976936540431701</c:v>
                </c:pt>
                <c:pt idx="2698">
                  <c:v>15.984196757896703</c:v>
                </c:pt>
                <c:pt idx="2699">
                  <c:v>15.991457151488701</c:v>
                </c:pt>
                <c:pt idx="2700">
                  <c:v>15.998717720301398</c:v>
                </c:pt>
                <c:pt idx="2701">
                  <c:v>16.005978463428509</c:v>
                </c:pt>
                <c:pt idx="2702">
                  <c:v>16.013239379963792</c:v>
                </c:pt>
                <c:pt idx="2703">
                  <c:v>16.020500469000705</c:v>
                </c:pt>
                <c:pt idx="2704">
                  <c:v>16.027761729633102</c:v>
                </c:pt>
                <c:pt idx="2705">
                  <c:v>16.035023160954701</c:v>
                </c:pt>
                <c:pt idx="2706">
                  <c:v>16.042284762059001</c:v>
                </c:pt>
                <c:pt idx="2707">
                  <c:v>16.049546532039891</c:v>
                </c:pt>
                <c:pt idx="2708">
                  <c:v>16.056808469990909</c:v>
                </c:pt>
                <c:pt idx="2709">
                  <c:v>16.064070575005896</c:v>
                </c:pt>
                <c:pt idx="2710">
                  <c:v>16.071332846178397</c:v>
                </c:pt>
                <c:pt idx="2711">
                  <c:v>16.078595282602102</c:v>
                </c:pt>
                <c:pt idx="2712">
                  <c:v>16.085857883370796</c:v>
                </c:pt>
                <c:pt idx="2713">
                  <c:v>16.093120647578097</c:v>
                </c:pt>
                <c:pt idx="2714">
                  <c:v>16.100383574317696</c:v>
                </c:pt>
                <c:pt idx="2715">
                  <c:v>16.107646662683401</c:v>
                </c:pt>
                <c:pt idx="2716">
                  <c:v>16.114909911768702</c:v>
                </c:pt>
                <c:pt idx="2717">
                  <c:v>16.122173320667297</c:v>
                </c:pt>
                <c:pt idx="2718">
                  <c:v>16.129436888472991</c:v>
                </c:pt>
                <c:pt idx="2719">
                  <c:v>16.136700614279501</c:v>
                </c:pt>
                <c:pt idx="2720">
                  <c:v>16.143964497180402</c:v>
                </c:pt>
                <c:pt idx="2721">
                  <c:v>16.151228536269297</c:v>
                </c:pt>
                <c:pt idx="2722">
                  <c:v>16.158492730640099</c:v>
                </c:pt>
                <c:pt idx="2723">
                  <c:v>16.165757079386395</c:v>
                </c:pt>
                <c:pt idx="2724">
                  <c:v>16.173021581601802</c:v>
                </c:pt>
                <c:pt idx="2725">
                  <c:v>16.180286236380091</c:v>
                </c:pt>
                <c:pt idx="2726">
                  <c:v>16.187551042814903</c:v>
                </c:pt>
                <c:pt idx="2727">
                  <c:v>16.194816000000003</c:v>
                </c:pt>
                <c:pt idx="2728">
                  <c:v>16.202081107028999</c:v>
                </c:pt>
                <c:pt idx="2729">
                  <c:v>16.209346362995497</c:v>
                </c:pt>
                <c:pt idx="2730">
                  <c:v>16.216611766993399</c:v>
                </c:pt>
                <c:pt idx="2731">
                  <c:v>16.223877318116205</c:v>
                </c:pt>
                <c:pt idx="2732">
                  <c:v>16.2311430154577</c:v>
                </c:pt>
                <c:pt idx="2733">
                  <c:v>16.238408858111502</c:v>
                </c:pt>
                <c:pt idx="2734">
                  <c:v>16.245674845171393</c:v>
                </c:pt>
                <c:pt idx="2735">
                  <c:v>16.252940975730894</c:v>
                </c:pt>
                <c:pt idx="2736">
                  <c:v>16.260207248883894</c:v>
                </c:pt>
                <c:pt idx="2737">
                  <c:v>16.267473663723894</c:v>
                </c:pt>
                <c:pt idx="2738">
                  <c:v>16.274740219344796</c:v>
                </c:pt>
                <c:pt idx="2739">
                  <c:v>16.282006914840096</c:v>
                </c:pt>
                <c:pt idx="2740">
                  <c:v>16.289273749303497</c:v>
                </c:pt>
                <c:pt idx="2741">
                  <c:v>16.296540721828695</c:v>
                </c:pt>
                <c:pt idx="2742">
                  <c:v>16.303807831509499</c:v>
                </c:pt>
                <c:pt idx="2743">
                  <c:v>16.311075077439504</c:v>
                </c:pt>
                <c:pt idx="2744">
                  <c:v>16.318342458712401</c:v>
                </c:pt>
                <c:pt idx="2745">
                  <c:v>16.325609974421788</c:v>
                </c:pt>
                <c:pt idx="2746">
                  <c:v>16.332877623661503</c:v>
                </c:pt>
                <c:pt idx="2747">
                  <c:v>16.340145405525195</c:v>
                </c:pt>
                <c:pt idx="2748">
                  <c:v>16.347413319106401</c:v>
                </c:pt>
                <c:pt idx="2749">
                  <c:v>16.354681363499004</c:v>
                </c:pt>
                <c:pt idx="2750">
                  <c:v>16.361949537796697</c:v>
                </c:pt>
                <c:pt idx="2751">
                  <c:v>16.369217841092897</c:v>
                </c:pt>
                <c:pt idx="2752">
                  <c:v>16.376486272481596</c:v>
                </c:pt>
                <c:pt idx="2753">
                  <c:v>16.3837548310564</c:v>
                </c:pt>
                <c:pt idx="2754">
                  <c:v>16.391023515910799</c:v>
                </c:pt>
                <c:pt idx="2755">
                  <c:v>16.398292326138797</c:v>
                </c:pt>
                <c:pt idx="2756">
                  <c:v>16.405561260833796</c:v>
                </c:pt>
                <c:pt idx="2757">
                  <c:v>16.4128303190897</c:v>
                </c:pt>
                <c:pt idx="2758">
                  <c:v>16.420099499999996</c:v>
                </c:pt>
                <c:pt idx="2759">
                  <c:v>16.427368802658503</c:v>
                </c:pt>
                <c:pt idx="2760">
                  <c:v>16.434638226158899</c:v>
                </c:pt>
                <c:pt idx="2761">
                  <c:v>16.441907769594803</c:v>
                </c:pt>
                <c:pt idx="2762">
                  <c:v>16.449177432059997</c:v>
                </c:pt>
                <c:pt idx="2763">
                  <c:v>16.456447212648097</c:v>
                </c:pt>
                <c:pt idx="2764">
                  <c:v>16.463717110452802</c:v>
                </c:pt>
                <c:pt idx="2765">
                  <c:v>16.470987124567799</c:v>
                </c:pt>
                <c:pt idx="2766">
                  <c:v>16.478257254086799</c:v>
                </c:pt>
                <c:pt idx="2767">
                  <c:v>16.485527498103494</c:v>
                </c:pt>
                <c:pt idx="2768">
                  <c:v>16.492797855711494</c:v>
                </c:pt>
                <c:pt idx="2769">
                  <c:v>16.500068326004506</c:v>
                </c:pt>
                <c:pt idx="2770">
                  <c:v>16.507338908076299</c:v>
                </c:pt>
                <c:pt idx="2771">
                  <c:v>16.5146096010204</c:v>
                </c:pt>
                <c:pt idx="2772">
                  <c:v>16.521880403930705</c:v>
                </c:pt>
                <c:pt idx="2773">
                  <c:v>16.529151315900801</c:v>
                </c:pt>
                <c:pt idx="2774">
                  <c:v>16.536422336024298</c:v>
                </c:pt>
                <c:pt idx="2775">
                  <c:v>16.543693463395002</c:v>
                </c:pt>
                <c:pt idx="2776">
                  <c:v>16.550964697106505</c:v>
                </c:pt>
                <c:pt idx="2777">
                  <c:v>16.558236036252602</c:v>
                </c:pt>
                <c:pt idx="2778">
                  <c:v>16.565507479926794</c:v>
                </c:pt>
                <c:pt idx="2779">
                  <c:v>16.572779027222996</c:v>
                </c:pt>
                <c:pt idx="2780">
                  <c:v>16.580050677234695</c:v>
                </c:pt>
                <c:pt idx="2781">
                  <c:v>16.587322429055799</c:v>
                </c:pt>
                <c:pt idx="2782">
                  <c:v>16.594594281779695</c:v>
                </c:pt>
                <c:pt idx="2783">
                  <c:v>16.601866234500399</c:v>
                </c:pt>
                <c:pt idx="2784">
                  <c:v>16.609138286311296</c:v>
                </c:pt>
                <c:pt idx="2785">
                  <c:v>16.6164104363063</c:v>
                </c:pt>
                <c:pt idx="2786">
                  <c:v>16.623682683578895</c:v>
                </c:pt>
                <c:pt idx="2787">
                  <c:v>16.630955027223006</c:v>
                </c:pt>
                <c:pt idx="2788">
                  <c:v>16.638227466332101</c:v>
                </c:pt>
                <c:pt idx="2789">
                  <c:v>16.645499999999991</c:v>
                </c:pt>
                <c:pt idx="2790">
                  <c:v>16.652772627320296</c:v>
                </c:pt>
                <c:pt idx="2791">
                  <c:v>16.660045347386799</c:v>
                </c:pt>
                <c:pt idx="2792">
                  <c:v>16.667318159293103</c:v>
                </c:pt>
                <c:pt idx="2793">
                  <c:v>16.674591062132901</c:v>
                </c:pt>
                <c:pt idx="2794">
                  <c:v>16.681864054999803</c:v>
                </c:pt>
                <c:pt idx="2795">
                  <c:v>16.689137136987696</c:v>
                </c:pt>
                <c:pt idx="2796">
                  <c:v>16.696410307190099</c:v>
                </c:pt>
                <c:pt idx="2797">
                  <c:v>16.703683564700796</c:v>
                </c:pt>
                <c:pt idx="2798">
                  <c:v>16.710956908613301</c:v>
                </c:pt>
                <c:pt idx="2799">
                  <c:v>16.718230338021591</c:v>
                </c:pt>
                <c:pt idx="2800">
                  <c:v>16.725503852019095</c:v>
                </c:pt>
                <c:pt idx="2801">
                  <c:v>16.732777449699601</c:v>
                </c:pt>
                <c:pt idx="2802">
                  <c:v>16.7400511301568</c:v>
                </c:pt>
                <c:pt idx="2803">
                  <c:v>16.747324892484297</c:v>
                </c:pt>
                <c:pt idx="2804">
                  <c:v>16.754598735775897</c:v>
                </c:pt>
                <c:pt idx="2805">
                  <c:v>16.761872659125196</c:v>
                </c:pt>
                <c:pt idx="2806">
                  <c:v>16.769146661625992</c:v>
                </c:pt>
                <c:pt idx="2807">
                  <c:v>16.776420742371894</c:v>
                </c:pt>
                <c:pt idx="2808">
                  <c:v>16.783694900456499</c:v>
                </c:pt>
                <c:pt idx="2809">
                  <c:v>16.790969134973697</c:v>
                </c:pt>
                <c:pt idx="2810">
                  <c:v>16.798243445016997</c:v>
                </c:pt>
                <c:pt idx="2811">
                  <c:v>16.805517829680099</c:v>
                </c:pt>
                <c:pt idx="2812">
                  <c:v>16.812792288056798</c:v>
                </c:pt>
                <c:pt idx="2813">
                  <c:v>16.820066819240701</c:v>
                </c:pt>
                <c:pt idx="2814">
                  <c:v>16.8273414223255</c:v>
                </c:pt>
                <c:pt idx="2815">
                  <c:v>16.834616096405</c:v>
                </c:pt>
                <c:pt idx="2816">
                  <c:v>16.841890840572699</c:v>
                </c:pt>
                <c:pt idx="2817">
                  <c:v>16.849165653922299</c:v>
                </c:pt>
                <c:pt idx="2818">
                  <c:v>16.856440535547591</c:v>
                </c:pt>
                <c:pt idx="2819">
                  <c:v>16.863715484542297</c:v>
                </c:pt>
                <c:pt idx="2820">
                  <c:v>16.870990500000001</c:v>
                </c:pt>
                <c:pt idx="2821">
                  <c:v>16.878265581014404</c:v>
                </c:pt>
                <c:pt idx="2822">
                  <c:v>16.885540726679196</c:v>
                </c:pt>
                <c:pt idx="2823">
                  <c:v>16.892815936088098</c:v>
                </c:pt>
                <c:pt idx="2824">
                  <c:v>16.900091208334697</c:v>
                </c:pt>
                <c:pt idx="2825">
                  <c:v>16.907366542512797</c:v>
                </c:pt>
                <c:pt idx="2826">
                  <c:v>16.914641937716102</c:v>
                </c:pt>
                <c:pt idx="2827">
                  <c:v>16.9219173930382</c:v>
                </c:pt>
                <c:pt idx="2828">
                  <c:v>16.929192907572794</c:v>
                </c:pt>
                <c:pt idx="2829">
                  <c:v>16.936468480413598</c:v>
                </c:pt>
                <c:pt idx="2830">
                  <c:v>16.943744110654197</c:v>
                </c:pt>
                <c:pt idx="2831">
                  <c:v>16.951019797388501</c:v>
                </c:pt>
                <c:pt idx="2832">
                  <c:v>16.958295539709997</c:v>
                </c:pt>
                <c:pt idx="2833">
                  <c:v>16.965571336712397</c:v>
                </c:pt>
                <c:pt idx="2834">
                  <c:v>16.972847187489499</c:v>
                </c:pt>
                <c:pt idx="2835">
                  <c:v>16.980123091134892</c:v>
                </c:pt>
                <c:pt idx="2836">
                  <c:v>16.987399046742294</c:v>
                </c:pt>
                <c:pt idx="2837">
                  <c:v>16.994675053405395</c:v>
                </c:pt>
                <c:pt idx="2838">
                  <c:v>17.001951110217906</c:v>
                </c:pt>
                <c:pt idx="2839">
                  <c:v>17.009227216273391</c:v>
                </c:pt>
                <c:pt idx="2840">
                  <c:v>17.016503370665596</c:v>
                </c:pt>
                <c:pt idx="2841">
                  <c:v>17.023779572488294</c:v>
                </c:pt>
                <c:pt idx="2842">
                  <c:v>17.031055820835203</c:v>
                </c:pt>
                <c:pt idx="2843">
                  <c:v>17.038332114799797</c:v>
                </c:pt>
                <c:pt idx="2844">
                  <c:v>17.045608453475896</c:v>
                </c:pt>
                <c:pt idx="2845">
                  <c:v>17.052884835957197</c:v>
                </c:pt>
                <c:pt idx="2846">
                  <c:v>17.060161261337296</c:v>
                </c:pt>
                <c:pt idx="2847">
                  <c:v>17.067437728710001</c:v>
                </c:pt>
                <c:pt idx="2848">
                  <c:v>17.074714237168898</c:v>
                </c:pt>
                <c:pt idx="2849">
                  <c:v>17.0819907858078</c:v>
                </c:pt>
                <c:pt idx="2850">
                  <c:v>17.089267373720293</c:v>
                </c:pt>
                <c:pt idx="2851">
                  <c:v>17.096544000000002</c:v>
                </c:pt>
                <c:pt idx="2852">
                  <c:v>17.103820663740702</c:v>
                </c:pt>
                <c:pt idx="2853">
                  <c:v>17.111097364036109</c:v>
                </c:pt>
                <c:pt idx="2854">
                  <c:v>17.118374099979899</c:v>
                </c:pt>
                <c:pt idx="2855">
                  <c:v>17.125650870665595</c:v>
                </c:pt>
                <c:pt idx="2856">
                  <c:v>17.132927675187098</c:v>
                </c:pt>
                <c:pt idx="2857">
                  <c:v>17.140204512638</c:v>
                </c:pt>
                <c:pt idx="2858">
                  <c:v>17.147481382112005</c:v>
                </c:pt>
                <c:pt idx="2859">
                  <c:v>17.154758282702801</c:v>
                </c:pt>
                <c:pt idx="2860">
                  <c:v>17.162035213504097</c:v>
                </c:pt>
                <c:pt idx="2861">
                  <c:v>17.169312173609502</c:v>
                </c:pt>
                <c:pt idx="2862">
                  <c:v>17.176589162112698</c:v>
                </c:pt>
                <c:pt idx="2863">
                  <c:v>17.1838661781075</c:v>
                </c:pt>
                <c:pt idx="2864">
                  <c:v>17.191143220687501</c:v>
                </c:pt>
                <c:pt idx="2865">
                  <c:v>17.198420288946291</c:v>
                </c:pt>
                <c:pt idx="2866">
                  <c:v>17.205697381977792</c:v>
                </c:pt>
                <c:pt idx="2867">
                  <c:v>17.212974498875504</c:v>
                </c:pt>
                <c:pt idx="2868">
                  <c:v>17.220251638733195</c:v>
                </c:pt>
                <c:pt idx="2869">
                  <c:v>17.2275288006445</c:v>
                </c:pt>
                <c:pt idx="2870">
                  <c:v>17.234805983703101</c:v>
                </c:pt>
                <c:pt idx="2871">
                  <c:v>17.242083187002802</c:v>
                </c:pt>
                <c:pt idx="2872">
                  <c:v>17.249360409637099</c:v>
                </c:pt>
                <c:pt idx="2873">
                  <c:v>17.256637650699897</c:v>
                </c:pt>
                <c:pt idx="2874">
                  <c:v>17.263914909284701</c:v>
                </c:pt>
                <c:pt idx="2875">
                  <c:v>17.271192184485198</c:v>
                </c:pt>
                <c:pt idx="2876">
                  <c:v>17.278469475395294</c:v>
                </c:pt>
                <c:pt idx="2877">
                  <c:v>17.285746781108394</c:v>
                </c:pt>
                <c:pt idx="2878">
                  <c:v>17.293024100718299</c:v>
                </c:pt>
                <c:pt idx="2879">
                  <c:v>17.300301433318801</c:v>
                </c:pt>
                <c:pt idx="2880">
                  <c:v>17.307578778003403</c:v>
                </c:pt>
                <c:pt idx="2881">
                  <c:v>17.314856133865902</c:v>
                </c:pt>
                <c:pt idx="2882">
                  <c:v>17.322133499999996</c:v>
                </c:pt>
                <c:pt idx="2883">
                  <c:v>17.329410875499295</c:v>
                </c:pt>
                <c:pt idx="2884">
                  <c:v>17.336688259457603</c:v>
                </c:pt>
                <c:pt idx="2885">
                  <c:v>17.343965650968403</c:v>
                </c:pt>
                <c:pt idx="2886">
                  <c:v>17.351243049125596</c:v>
                </c:pt>
                <c:pt idx="2887">
                  <c:v>17.358520453022699</c:v>
                </c:pt>
                <c:pt idx="2888">
                  <c:v>17.365797861753595</c:v>
                </c:pt>
                <c:pt idx="2889">
                  <c:v>17.373075274411701</c:v>
                </c:pt>
                <c:pt idx="2890">
                  <c:v>17.380352690090998</c:v>
                </c:pt>
                <c:pt idx="2891">
                  <c:v>17.387630107884899</c:v>
                </c:pt>
                <c:pt idx="2892">
                  <c:v>17.394907526887305</c:v>
                </c:pt>
                <c:pt idx="2893">
                  <c:v>17.402184946191795</c:v>
                </c:pt>
                <c:pt idx="2894">
                  <c:v>17.4094623648921</c:v>
                </c:pt>
                <c:pt idx="2895">
                  <c:v>17.416739782081798</c:v>
                </c:pt>
                <c:pt idx="2896">
                  <c:v>17.424017196854798</c:v>
                </c:pt>
                <c:pt idx="2897">
                  <c:v>17.431294608304501</c:v>
                </c:pt>
                <c:pt idx="2898">
                  <c:v>17.438572015524798</c:v>
                </c:pt>
                <c:pt idx="2899">
                  <c:v>17.445849417609296</c:v>
                </c:pt>
                <c:pt idx="2900">
                  <c:v>17.453126813651796</c:v>
                </c:pt>
                <c:pt idx="2901">
                  <c:v>17.460404202745792</c:v>
                </c:pt>
                <c:pt idx="2902">
                  <c:v>17.467681583985094</c:v>
                </c:pt>
                <c:pt idx="2903">
                  <c:v>17.474958956463404</c:v>
                </c:pt>
                <c:pt idx="2904">
                  <c:v>17.482236319274293</c:v>
                </c:pt>
                <c:pt idx="2905">
                  <c:v>17.489513671511492</c:v>
                </c:pt>
                <c:pt idx="2906">
                  <c:v>17.496791012268798</c:v>
                </c:pt>
                <c:pt idx="2907">
                  <c:v>17.504068340639801</c:v>
                </c:pt>
                <c:pt idx="2908">
                  <c:v>17.511345655718198</c:v>
                </c:pt>
                <c:pt idx="2909">
                  <c:v>17.518622956597596</c:v>
                </c:pt>
                <c:pt idx="2910">
                  <c:v>17.525900242371893</c:v>
                </c:pt>
                <c:pt idx="2911">
                  <c:v>17.5331775121345</c:v>
                </c:pt>
                <c:pt idx="2912">
                  <c:v>17.540454764979401</c:v>
                </c:pt>
                <c:pt idx="2913">
                  <c:v>17.547731999999996</c:v>
                </c:pt>
                <c:pt idx="2914">
                  <c:v>17.555009216290195</c:v>
                </c:pt>
                <c:pt idx="2915">
                  <c:v>17.562286412943497</c:v>
                </c:pt>
                <c:pt idx="2916">
                  <c:v>17.569563589053697</c:v>
                </c:pt>
                <c:pt idx="2917">
                  <c:v>17.576840743714502</c:v>
                </c:pt>
                <c:pt idx="2918">
                  <c:v>17.584117876019597</c:v>
                </c:pt>
                <c:pt idx="2919">
                  <c:v>17.5913949850626</c:v>
                </c:pt>
                <c:pt idx="2920">
                  <c:v>17.598672069937194</c:v>
                </c:pt>
                <c:pt idx="2921">
                  <c:v>17.605949129737198</c:v>
                </c:pt>
                <c:pt idx="2922">
                  <c:v>17.613226163556103</c:v>
                </c:pt>
                <c:pt idx="2923">
                  <c:v>17.620503170487702</c:v>
                </c:pt>
                <c:pt idx="2924">
                  <c:v>17.6277801496257</c:v>
                </c:pt>
                <c:pt idx="2925">
                  <c:v>17.635057100063801</c:v>
                </c:pt>
                <c:pt idx="2926">
                  <c:v>17.6423340208956</c:v>
                </c:pt>
                <c:pt idx="2927">
                  <c:v>17.649610911214801</c:v>
                </c:pt>
                <c:pt idx="2928">
                  <c:v>17.656887770115105</c:v>
                </c:pt>
                <c:pt idx="2929">
                  <c:v>17.664164596690298</c:v>
                </c:pt>
                <c:pt idx="2930">
                  <c:v>17.671441390033895</c:v>
                </c:pt>
                <c:pt idx="2931">
                  <c:v>17.6787181492397</c:v>
                </c:pt>
                <c:pt idx="2932">
                  <c:v>17.685994873401391</c:v>
                </c:pt>
                <c:pt idx="2933">
                  <c:v>17.693271561612605</c:v>
                </c:pt>
                <c:pt idx="2934">
                  <c:v>17.700548212966993</c:v>
                </c:pt>
                <c:pt idx="2935">
                  <c:v>17.707824826558404</c:v>
                </c:pt>
                <c:pt idx="2936">
                  <c:v>17.7151014014803</c:v>
                </c:pt>
                <c:pt idx="2937">
                  <c:v>17.722377936826597</c:v>
                </c:pt>
                <c:pt idx="2938">
                  <c:v>17.7296544316908</c:v>
                </c:pt>
                <c:pt idx="2939">
                  <c:v>17.736930885166696</c:v>
                </c:pt>
                <c:pt idx="2940">
                  <c:v>17.744207296347895</c:v>
                </c:pt>
                <c:pt idx="2941">
                  <c:v>17.751483664328202</c:v>
                </c:pt>
                <c:pt idx="2942">
                  <c:v>17.758759988201096</c:v>
                </c:pt>
                <c:pt idx="2943">
                  <c:v>17.766036267060496</c:v>
                </c:pt>
                <c:pt idx="2944">
                  <c:v>17.773312499999996</c:v>
                </c:pt>
                <c:pt idx="2945">
                  <c:v>17.780588686113294</c:v>
                </c:pt>
                <c:pt idx="2946">
                  <c:v>17.787864824494005</c:v>
                </c:pt>
                <c:pt idx="2947">
                  <c:v>17.795140914235798</c:v>
                </c:pt>
                <c:pt idx="2948">
                  <c:v>17.802416954432495</c:v>
                </c:pt>
                <c:pt idx="2949">
                  <c:v>17.809692944177794</c:v>
                </c:pt>
                <c:pt idx="2950">
                  <c:v>17.816968882565199</c:v>
                </c:pt>
                <c:pt idx="2951">
                  <c:v>17.824244768688505</c:v>
                </c:pt>
                <c:pt idx="2952">
                  <c:v>17.831520601641401</c:v>
                </c:pt>
                <c:pt idx="2953">
                  <c:v>17.838796380517596</c:v>
                </c:pt>
                <c:pt idx="2954">
                  <c:v>17.846072104410698</c:v>
                </c:pt>
                <c:pt idx="2955">
                  <c:v>17.853347772414505</c:v>
                </c:pt>
                <c:pt idx="2956">
                  <c:v>17.860623383622595</c:v>
                </c:pt>
                <c:pt idx="2957">
                  <c:v>17.8678989371287</c:v>
                </c:pt>
                <c:pt idx="2958">
                  <c:v>17.875174432026405</c:v>
                </c:pt>
                <c:pt idx="2959">
                  <c:v>17.882449867409594</c:v>
                </c:pt>
                <c:pt idx="2960">
                  <c:v>17.889725242371892</c:v>
                </c:pt>
                <c:pt idx="2961">
                  <c:v>17.897000556006805</c:v>
                </c:pt>
                <c:pt idx="2962">
                  <c:v>17.9042758074083</c:v>
                </c:pt>
                <c:pt idx="2963">
                  <c:v>17.911550995669799</c:v>
                </c:pt>
                <c:pt idx="2964">
                  <c:v>17.9188261198852</c:v>
                </c:pt>
                <c:pt idx="2965">
                  <c:v>17.926101179148102</c:v>
                </c:pt>
                <c:pt idx="2966">
                  <c:v>17.933376172552098</c:v>
                </c:pt>
                <c:pt idx="2967">
                  <c:v>17.940651099190998</c:v>
                </c:pt>
                <c:pt idx="2968">
                  <c:v>17.947925958158503</c:v>
                </c:pt>
                <c:pt idx="2969">
                  <c:v>17.955200748548197</c:v>
                </c:pt>
                <c:pt idx="2970">
                  <c:v>17.962475469453899</c:v>
                </c:pt>
                <c:pt idx="2971">
                  <c:v>17.969750119969095</c:v>
                </c:pt>
                <c:pt idx="2972">
                  <c:v>17.977024699187702</c:v>
                </c:pt>
                <c:pt idx="2973">
                  <c:v>17.984299206203193</c:v>
                </c:pt>
                <c:pt idx="2974">
                  <c:v>17.991573640109397</c:v>
                </c:pt>
                <c:pt idx="2975">
                  <c:v>17.998847999999995</c:v>
                </c:pt>
                <c:pt idx="2976">
                  <c:v>18.006122284968594</c:v>
                </c:pt>
                <c:pt idx="2977">
                  <c:v>18.013396494108999</c:v>
                </c:pt>
                <c:pt idx="2978">
                  <c:v>18.020670626514701</c:v>
                </c:pt>
                <c:pt idx="2979">
                  <c:v>18.0279446812796</c:v>
                </c:pt>
                <c:pt idx="2980">
                  <c:v>18.0352186574972</c:v>
                </c:pt>
                <c:pt idx="2981">
                  <c:v>18.042492554261393</c:v>
                </c:pt>
                <c:pt idx="2982">
                  <c:v>18.049766370665594</c:v>
                </c:pt>
                <c:pt idx="2983">
                  <c:v>18.0570401058038</c:v>
                </c:pt>
                <c:pt idx="2984">
                  <c:v>18.064313758769398</c:v>
                </c:pt>
                <c:pt idx="2985">
                  <c:v>18.071587328656303</c:v>
                </c:pt>
                <c:pt idx="2986">
                  <c:v>18.078860814558105</c:v>
                </c:pt>
                <c:pt idx="2987">
                  <c:v>18.086134215568496</c:v>
                </c:pt>
                <c:pt idx="2988">
                  <c:v>18.093407530781093</c:v>
                </c:pt>
                <c:pt idx="2989">
                  <c:v>18.100680759289698</c:v>
                </c:pt>
                <c:pt idx="2990">
                  <c:v>18.107953900188004</c:v>
                </c:pt>
                <c:pt idx="2991">
                  <c:v>18.115226952569596</c:v>
                </c:pt>
                <c:pt idx="2992">
                  <c:v>18.122499915528191</c:v>
                </c:pt>
                <c:pt idx="2993">
                  <c:v>18.129772788157499</c:v>
                </c:pt>
                <c:pt idx="2994">
                  <c:v>18.137045569551201</c:v>
                </c:pt>
                <c:pt idx="2995">
                  <c:v>18.144318258803001</c:v>
                </c:pt>
                <c:pt idx="2996">
                  <c:v>18.151590855006503</c:v>
                </c:pt>
                <c:pt idx="2997">
                  <c:v>18.158863357255502</c:v>
                </c:pt>
                <c:pt idx="2998">
                  <c:v>18.166135764643698</c:v>
                </c:pt>
                <c:pt idx="2999">
                  <c:v>18.1734080762646</c:v>
                </c:pt>
                <c:pt idx="3000">
                  <c:v>18.180680291212099</c:v>
                </c:pt>
                <c:pt idx="3001">
                  <c:v>18.1879524085798</c:v>
                </c:pt>
                <c:pt idx="3002">
                  <c:v>18.195224427461302</c:v>
                </c:pt>
                <c:pt idx="3003">
                  <c:v>18.202496346950397</c:v>
                </c:pt>
                <c:pt idx="3004">
                  <c:v>18.209768166140801</c:v>
                </c:pt>
                <c:pt idx="3005">
                  <c:v>18.217039884126091</c:v>
                </c:pt>
                <c:pt idx="3006">
                  <c:v>18.224311499999999</c:v>
                </c:pt>
                <c:pt idx="3007">
                  <c:v>18.231583012856198</c:v>
                </c:pt>
                <c:pt idx="3008">
                  <c:v>18.238854421788506</c:v>
                </c:pt>
                <c:pt idx="3009">
                  <c:v>18.246125725890405</c:v>
                </c:pt>
                <c:pt idx="3010">
                  <c:v>18.2533969242556</c:v>
                </c:pt>
                <c:pt idx="3011">
                  <c:v>18.260668015977991</c:v>
                </c:pt>
                <c:pt idx="3012">
                  <c:v>18.267939000151095</c:v>
                </c:pt>
                <c:pt idx="3013">
                  <c:v>18.275209875868594</c:v>
                </c:pt>
                <c:pt idx="3014">
                  <c:v>18.282480642224193</c:v>
                </c:pt>
                <c:pt idx="3015">
                  <c:v>18.289751298311597</c:v>
                </c:pt>
                <c:pt idx="3016">
                  <c:v>18.297021843224499</c:v>
                </c:pt>
                <c:pt idx="3017">
                  <c:v>18.304292276056501</c:v>
                </c:pt>
                <c:pt idx="3018">
                  <c:v>18.3115625959014</c:v>
                </c:pt>
                <c:pt idx="3019">
                  <c:v>18.318832801852899</c:v>
                </c:pt>
                <c:pt idx="3020">
                  <c:v>18.326102893004599</c:v>
                </c:pt>
                <c:pt idx="3021">
                  <c:v>18.333372868450201</c:v>
                </c:pt>
                <c:pt idx="3022">
                  <c:v>18.340642727283395</c:v>
                </c:pt>
                <c:pt idx="3023">
                  <c:v>18.347912468597901</c:v>
                </c:pt>
                <c:pt idx="3024">
                  <c:v>18.3551820914874</c:v>
                </c:pt>
                <c:pt idx="3025">
                  <c:v>18.362451595045499</c:v>
                </c:pt>
                <c:pt idx="3026">
                  <c:v>18.369720978365891</c:v>
                </c:pt>
                <c:pt idx="3027">
                  <c:v>18.376990240542401</c:v>
                </c:pt>
                <c:pt idx="3028">
                  <c:v>18.384259380668695</c:v>
                </c:pt>
                <c:pt idx="3029">
                  <c:v>18.3915283978383</c:v>
                </c:pt>
                <c:pt idx="3030">
                  <c:v>18.398797291144998</c:v>
                </c:pt>
                <c:pt idx="3031">
                  <c:v>18.406066059682505</c:v>
                </c:pt>
                <c:pt idx="3032">
                  <c:v>18.4133347025444</c:v>
                </c:pt>
                <c:pt idx="3033">
                  <c:v>18.420603218824496</c:v>
                </c:pt>
                <c:pt idx="3034">
                  <c:v>18.427871607616407</c:v>
                </c:pt>
                <c:pt idx="3035">
                  <c:v>18.435139868013795</c:v>
                </c:pt>
                <c:pt idx="3036">
                  <c:v>18.442407999110497</c:v>
                </c:pt>
                <c:pt idx="3037">
                  <c:v>18.449675999999997</c:v>
                </c:pt>
                <c:pt idx="3038">
                  <c:v>18.456943869776097</c:v>
                </c:pt>
                <c:pt idx="3039">
                  <c:v>18.464211607532498</c:v>
                </c:pt>
                <c:pt idx="3040">
                  <c:v>18.471479212362798</c:v>
                </c:pt>
                <c:pt idx="3041">
                  <c:v>18.47874668336069</c:v>
                </c:pt>
                <c:pt idx="3042">
                  <c:v>18.486014019619997</c:v>
                </c:pt>
                <c:pt idx="3043">
                  <c:v>18.493281220234302</c:v>
                </c:pt>
                <c:pt idx="3044">
                  <c:v>18.500548284297295</c:v>
                </c:pt>
                <c:pt idx="3045">
                  <c:v>18.507815210902603</c:v>
                </c:pt>
                <c:pt idx="3046">
                  <c:v>18.515081999144005</c:v>
                </c:pt>
                <c:pt idx="3047">
                  <c:v>18.522348648115198</c:v>
                </c:pt>
                <c:pt idx="3048">
                  <c:v>18.529615156909799</c:v>
                </c:pt>
                <c:pt idx="3049">
                  <c:v>18.536881524621503</c:v>
                </c:pt>
                <c:pt idx="3050">
                  <c:v>18.544147750344099</c:v>
                </c:pt>
                <c:pt idx="3051">
                  <c:v>18.551413833171093</c:v>
                </c:pt>
                <c:pt idx="3052">
                  <c:v>18.558679772196296</c:v>
                </c:pt>
                <c:pt idx="3053">
                  <c:v>18.565945566513395</c:v>
                </c:pt>
                <c:pt idx="3054">
                  <c:v>18.573211215215995</c:v>
                </c:pt>
                <c:pt idx="3055">
                  <c:v>18.580476717397897</c:v>
                </c:pt>
                <c:pt idx="3056">
                  <c:v>18.587742072152693</c:v>
                </c:pt>
                <c:pt idx="3057">
                  <c:v>18.595007278574094</c:v>
                </c:pt>
                <c:pt idx="3058">
                  <c:v>18.602272335755796</c:v>
                </c:pt>
                <c:pt idx="3059">
                  <c:v>18.609537242791397</c:v>
                </c:pt>
                <c:pt idx="3060">
                  <c:v>18.616801998774804</c:v>
                </c:pt>
                <c:pt idx="3061">
                  <c:v>18.624066602799498</c:v>
                </c:pt>
                <c:pt idx="3062">
                  <c:v>18.6313310539593</c:v>
                </c:pt>
                <c:pt idx="3063">
                  <c:v>18.6385953513477</c:v>
                </c:pt>
                <c:pt idx="3064">
                  <c:v>18.645859494058609</c:v>
                </c:pt>
                <c:pt idx="3065">
                  <c:v>18.653123481185599</c:v>
                </c:pt>
                <c:pt idx="3066">
                  <c:v>18.660387311822401</c:v>
                </c:pt>
                <c:pt idx="3067">
                  <c:v>18.6676509850626</c:v>
                </c:pt>
                <c:pt idx="3068">
                  <c:v>18.674914500000003</c:v>
                </c:pt>
                <c:pt idx="3069">
                  <c:v>18.682177855728195</c:v>
                </c:pt>
                <c:pt idx="3070">
                  <c:v>18.689441051340996</c:v>
                </c:pt>
                <c:pt idx="3071">
                  <c:v>18.696704085932002</c:v>
                </c:pt>
                <c:pt idx="3072">
                  <c:v>18.703966958594901</c:v>
                </c:pt>
                <c:pt idx="3073">
                  <c:v>18.7112296684234</c:v>
                </c:pt>
                <c:pt idx="3074">
                  <c:v>18.718492214511098</c:v>
                </c:pt>
                <c:pt idx="3075">
                  <c:v>18.725754595951791</c:v>
                </c:pt>
                <c:pt idx="3076">
                  <c:v>18.733016811839097</c:v>
                </c:pt>
                <c:pt idx="3077">
                  <c:v>18.740278861266795</c:v>
                </c:pt>
                <c:pt idx="3078">
                  <c:v>18.747540743328496</c:v>
                </c:pt>
                <c:pt idx="3079">
                  <c:v>18.754802457117901</c:v>
                </c:pt>
                <c:pt idx="3080">
                  <c:v>18.762064001728696</c:v>
                </c:pt>
                <c:pt idx="3081">
                  <c:v>18.769325376254599</c:v>
                </c:pt>
                <c:pt idx="3082">
                  <c:v>18.776586579789193</c:v>
                </c:pt>
                <c:pt idx="3083">
                  <c:v>18.783847611426296</c:v>
                </c:pt>
                <c:pt idx="3084">
                  <c:v>18.791108470259498</c:v>
                </c:pt>
                <c:pt idx="3085">
                  <c:v>18.798369155382499</c:v>
                </c:pt>
                <c:pt idx="3086">
                  <c:v>18.805629665888997</c:v>
                </c:pt>
                <c:pt idx="3087">
                  <c:v>18.812890000872702</c:v>
                </c:pt>
                <c:pt idx="3088">
                  <c:v>18.8201501594273</c:v>
                </c:pt>
                <c:pt idx="3089">
                  <c:v>18.827410140646503</c:v>
                </c:pt>
                <c:pt idx="3090">
                  <c:v>18.834669943623897</c:v>
                </c:pt>
                <c:pt idx="3091">
                  <c:v>18.841929567453299</c:v>
                </c:pt>
                <c:pt idx="3092">
                  <c:v>18.849189011228198</c:v>
                </c:pt>
                <c:pt idx="3093">
                  <c:v>18.856448274042499</c:v>
                </c:pt>
                <c:pt idx="3094">
                  <c:v>18.863707354989796</c:v>
                </c:pt>
                <c:pt idx="3095">
                  <c:v>18.870966253163697</c:v>
                </c:pt>
                <c:pt idx="3096">
                  <c:v>18.878224967657999</c:v>
                </c:pt>
                <c:pt idx="3097">
                  <c:v>18.885483497566398</c:v>
                </c:pt>
                <c:pt idx="3098">
                  <c:v>18.892741841982495</c:v>
                </c:pt>
                <c:pt idx="3099">
                  <c:v>18.899999999999999</c:v>
                </c:pt>
                <c:pt idx="3100">
                  <c:v>18.9072579707126</c:v>
                </c:pt>
                <c:pt idx="3101">
                  <c:v>18.914515753214104</c:v>
                </c:pt>
                <c:pt idx="3102">
                  <c:v>18.921773346597991</c:v>
                </c:pt>
                <c:pt idx="3103">
                  <c:v>18.929030749957995</c:v>
                </c:pt>
                <c:pt idx="3104">
                  <c:v>18.936287962388</c:v>
                </c:pt>
                <c:pt idx="3105">
                  <c:v>18.943544982981393</c:v>
                </c:pt>
                <c:pt idx="3106">
                  <c:v>18.9508018108321</c:v>
                </c:pt>
                <c:pt idx="3107">
                  <c:v>18.9580584450337</c:v>
                </c:pt>
                <c:pt idx="3108">
                  <c:v>18.965314884679888</c:v>
                </c:pt>
                <c:pt idx="3109">
                  <c:v>18.972571128864399</c:v>
                </c:pt>
                <c:pt idx="3110">
                  <c:v>18.979827176680899</c:v>
                </c:pt>
                <c:pt idx="3111">
                  <c:v>18.987083027222997</c:v>
                </c:pt>
                <c:pt idx="3112">
                  <c:v>18.994338679584391</c:v>
                </c:pt>
                <c:pt idx="3113">
                  <c:v>19.001594132858905</c:v>
                </c:pt>
                <c:pt idx="3114">
                  <c:v>19.008849386140096</c:v>
                </c:pt>
                <c:pt idx="3115">
                  <c:v>19.016104438521698</c:v>
                </c:pt>
                <c:pt idx="3116">
                  <c:v>19.023359289097396</c:v>
                </c:pt>
                <c:pt idx="3117">
                  <c:v>19.030613936960794</c:v>
                </c:pt>
                <c:pt idx="3118">
                  <c:v>19.037868381205705</c:v>
                </c:pt>
                <c:pt idx="3119">
                  <c:v>19.045122620925792</c:v>
                </c:pt>
                <c:pt idx="3120">
                  <c:v>19.052376655214701</c:v>
                </c:pt>
                <c:pt idx="3121">
                  <c:v>19.059630483166096</c:v>
                </c:pt>
                <c:pt idx="3122">
                  <c:v>19.066884103873701</c:v>
                </c:pt>
                <c:pt idx="3123">
                  <c:v>19.074137516431097</c:v>
                </c:pt>
                <c:pt idx="3124">
                  <c:v>19.081390719932202</c:v>
                </c:pt>
                <c:pt idx="3125">
                  <c:v>19.088643713470496</c:v>
                </c:pt>
                <c:pt idx="3126">
                  <c:v>19.095896496139797</c:v>
                </c:pt>
                <c:pt idx="3127">
                  <c:v>19.103149067033698</c:v>
                </c:pt>
                <c:pt idx="3128">
                  <c:v>19.110401425245904</c:v>
                </c:pt>
                <c:pt idx="3129">
                  <c:v>19.117653569870104</c:v>
                </c:pt>
                <c:pt idx="3130">
                  <c:v>19.124905500000004</c:v>
                </c:pt>
                <c:pt idx="3131">
                  <c:v>19.132157214729297</c:v>
                </c:pt>
                <c:pt idx="3132">
                  <c:v>19.139408713151603</c:v>
                </c:pt>
                <c:pt idx="3133">
                  <c:v>19.146659994360697</c:v>
                </c:pt>
                <c:pt idx="3134">
                  <c:v>19.153911057450202</c:v>
                </c:pt>
                <c:pt idx="3135">
                  <c:v>19.1611619015139</c:v>
                </c:pt>
                <c:pt idx="3136">
                  <c:v>19.168412525645298</c:v>
                </c:pt>
                <c:pt idx="3137">
                  <c:v>19.175662928938298</c:v>
                </c:pt>
                <c:pt idx="3138">
                  <c:v>19.182913110486403</c:v>
                </c:pt>
                <c:pt idx="3139">
                  <c:v>19.190163069383399</c:v>
                </c:pt>
                <c:pt idx="3140">
                  <c:v>19.197412804722898</c:v>
                </c:pt>
                <c:pt idx="3141">
                  <c:v>19.2046623155987</c:v>
                </c:pt>
                <c:pt idx="3142">
                  <c:v>19.211911601104404</c:v>
                </c:pt>
                <c:pt idx="3143">
                  <c:v>19.219160660333699</c:v>
                </c:pt>
                <c:pt idx="3144">
                  <c:v>19.226409492380196</c:v>
                </c:pt>
                <c:pt idx="3145">
                  <c:v>19.233658096337795</c:v>
                </c:pt>
                <c:pt idx="3146">
                  <c:v>19.240906471300097</c:v>
                </c:pt>
                <c:pt idx="3147">
                  <c:v>19.248154616360598</c:v>
                </c:pt>
                <c:pt idx="3148">
                  <c:v>19.255402530613292</c:v>
                </c:pt>
                <c:pt idx="3149">
                  <c:v>19.262650213151591</c:v>
                </c:pt>
                <c:pt idx="3150">
                  <c:v>19.269897663069401</c:v>
                </c:pt>
                <c:pt idx="3151">
                  <c:v>19.277144879460195</c:v>
                </c:pt>
                <c:pt idx="3152">
                  <c:v>19.284391861417902</c:v>
                </c:pt>
                <c:pt idx="3153">
                  <c:v>19.291638608035996</c:v>
                </c:pt>
                <c:pt idx="3154">
                  <c:v>19.298885118408204</c:v>
                </c:pt>
                <c:pt idx="3155">
                  <c:v>19.306131391628295</c:v>
                </c:pt>
                <c:pt idx="3156">
                  <c:v>19.313377426790009</c:v>
                </c:pt>
                <c:pt idx="3157">
                  <c:v>19.320623222986796</c:v>
                </c:pt>
                <c:pt idx="3158">
                  <c:v>19.327868779312507</c:v>
                </c:pt>
                <c:pt idx="3159">
                  <c:v>19.335114094860899</c:v>
                </c:pt>
                <c:pt idx="3160">
                  <c:v>19.342359168725498</c:v>
                </c:pt>
                <c:pt idx="3161">
                  <c:v>19.349603999999996</c:v>
                </c:pt>
                <c:pt idx="3162">
                  <c:v>19.356848587778199</c:v>
                </c:pt>
                <c:pt idx="3163">
                  <c:v>19.364092931153696</c:v>
                </c:pt>
                <c:pt idx="3164">
                  <c:v>19.3713370292202</c:v>
                </c:pt>
                <c:pt idx="3165">
                  <c:v>19.378580881071496</c:v>
                </c:pt>
                <c:pt idx="3166">
                  <c:v>19.385824485801095</c:v>
                </c:pt>
                <c:pt idx="3167">
                  <c:v>19.393067842502795</c:v>
                </c:pt>
                <c:pt idx="3168">
                  <c:v>19.400310950270196</c:v>
                </c:pt>
                <c:pt idx="3169">
                  <c:v>19.407553808197097</c:v>
                </c:pt>
                <c:pt idx="3170">
                  <c:v>19.414796415377097</c:v>
                </c:pt>
                <c:pt idx="3171">
                  <c:v>19.422038770903992</c:v>
                </c:pt>
                <c:pt idx="3172">
                  <c:v>19.429280873871292</c:v>
                </c:pt>
                <c:pt idx="3173">
                  <c:v>19.436522723372796</c:v>
                </c:pt>
                <c:pt idx="3174">
                  <c:v>19.443764318502197</c:v>
                </c:pt>
                <c:pt idx="3175">
                  <c:v>19.4510056583532</c:v>
                </c:pt>
                <c:pt idx="3176">
                  <c:v>19.458246742019398</c:v>
                </c:pt>
                <c:pt idx="3177">
                  <c:v>19.465487568594497</c:v>
                </c:pt>
                <c:pt idx="3178">
                  <c:v>19.472728137172293</c:v>
                </c:pt>
                <c:pt idx="3179">
                  <c:v>19.479968446846403</c:v>
                </c:pt>
                <c:pt idx="3180">
                  <c:v>19.487208496710405</c:v>
                </c:pt>
                <c:pt idx="3181">
                  <c:v>19.494448285858095</c:v>
                </c:pt>
                <c:pt idx="3182">
                  <c:v>19.501687813383196</c:v>
                </c:pt>
                <c:pt idx="3183">
                  <c:v>19.508927078379397</c:v>
                </c:pt>
                <c:pt idx="3184">
                  <c:v>19.516166079940302</c:v>
                </c:pt>
                <c:pt idx="3185">
                  <c:v>19.523404817159495</c:v>
                </c:pt>
                <c:pt idx="3186">
                  <c:v>19.530643289130893</c:v>
                </c:pt>
                <c:pt idx="3187">
                  <c:v>19.537881494948106</c:v>
                </c:pt>
                <c:pt idx="3188">
                  <c:v>19.545119433704798</c:v>
                </c:pt>
                <c:pt idx="3189">
                  <c:v>19.552357104494604</c:v>
                </c:pt>
                <c:pt idx="3190">
                  <c:v>19.559594506411297</c:v>
                </c:pt>
                <c:pt idx="3191">
                  <c:v>19.566831638548599</c:v>
                </c:pt>
                <c:pt idx="3192">
                  <c:v>19.574068500000003</c:v>
                </c:pt>
                <c:pt idx="3193">
                  <c:v>19.581305089859399</c:v>
                </c:pt>
                <c:pt idx="3194">
                  <c:v>19.588541407220294</c:v>
                </c:pt>
                <c:pt idx="3195">
                  <c:v>19.595777451176499</c:v>
                </c:pt>
                <c:pt idx="3196">
                  <c:v>19.603013220821698</c:v>
                </c:pt>
                <c:pt idx="3197">
                  <c:v>19.610248715249604</c:v>
                </c:pt>
                <c:pt idx="3198">
                  <c:v>19.6174839335538</c:v>
                </c:pt>
                <c:pt idx="3199">
                  <c:v>19.624718874828002</c:v>
                </c:pt>
                <c:pt idx="3200">
                  <c:v>19.631953538165899</c:v>
                </c:pt>
                <c:pt idx="3201">
                  <c:v>19.639187922661201</c:v>
                </c:pt>
                <c:pt idx="3202">
                  <c:v>19.646422027407599</c:v>
                </c:pt>
                <c:pt idx="3203">
                  <c:v>19.653655851498804</c:v>
                </c:pt>
                <c:pt idx="3204">
                  <c:v>19.660889394028395</c:v>
                </c:pt>
                <c:pt idx="3205">
                  <c:v>19.668122654090197</c:v>
                </c:pt>
                <c:pt idx="3206">
                  <c:v>19.675355630777798</c:v>
                </c:pt>
                <c:pt idx="3207">
                  <c:v>19.682588323184895</c:v>
                </c:pt>
                <c:pt idx="3208">
                  <c:v>19.689820730405199</c:v>
                </c:pt>
                <c:pt idx="3209">
                  <c:v>19.697052851532295</c:v>
                </c:pt>
                <c:pt idx="3210">
                  <c:v>19.704284685660099</c:v>
                </c:pt>
                <c:pt idx="3211">
                  <c:v>19.711516231882097</c:v>
                </c:pt>
                <c:pt idx="3212">
                  <c:v>19.718747489292099</c:v>
                </c:pt>
                <c:pt idx="3213">
                  <c:v>19.7259784569837</c:v>
                </c:pt>
                <c:pt idx="3214">
                  <c:v>19.7332091340506</c:v>
                </c:pt>
                <c:pt idx="3215">
                  <c:v>19.740439519586495</c:v>
                </c:pt>
                <c:pt idx="3216">
                  <c:v>19.747669612685002</c:v>
                </c:pt>
                <c:pt idx="3217">
                  <c:v>19.754899412440004</c:v>
                </c:pt>
                <c:pt idx="3218">
                  <c:v>19.762128917944995</c:v>
                </c:pt>
                <c:pt idx="3219">
                  <c:v>19.769358128293803</c:v>
                </c:pt>
                <c:pt idx="3220">
                  <c:v>19.776587042579997</c:v>
                </c:pt>
                <c:pt idx="3221">
                  <c:v>19.7838156598973</c:v>
                </c:pt>
                <c:pt idx="3222">
                  <c:v>19.791043979339392</c:v>
                </c:pt>
                <c:pt idx="3223">
                  <c:v>19.798271999999997</c:v>
                </c:pt>
                <c:pt idx="3224">
                  <c:v>19.805499720972797</c:v>
                </c:pt>
                <c:pt idx="3225">
                  <c:v>19.812727141351395</c:v>
                </c:pt>
                <c:pt idx="3226">
                  <c:v>19.819954260229604</c:v>
                </c:pt>
                <c:pt idx="3227">
                  <c:v>19.827181076700999</c:v>
                </c:pt>
                <c:pt idx="3228">
                  <c:v>19.834407589859399</c:v>
                </c:pt>
                <c:pt idx="3229">
                  <c:v>19.841633798798295</c:v>
                </c:pt>
                <c:pt idx="3230">
                  <c:v>19.848859702611502</c:v>
                </c:pt>
                <c:pt idx="3231">
                  <c:v>19.856085300392703</c:v>
                </c:pt>
                <c:pt idx="3232">
                  <c:v>19.863310591235596</c:v>
                </c:pt>
                <c:pt idx="3233">
                  <c:v>19.870535574233795</c:v>
                </c:pt>
                <c:pt idx="3234">
                  <c:v>19.877760248481099</c:v>
                </c:pt>
                <c:pt idx="3235">
                  <c:v>19.884984613071101</c:v>
                </c:pt>
                <c:pt idx="3236">
                  <c:v>19.892208667097403</c:v>
                </c:pt>
                <c:pt idx="3237">
                  <c:v>19.899432409653897</c:v>
                </c:pt>
                <c:pt idx="3238">
                  <c:v>19.906655839834198</c:v>
                </c:pt>
                <c:pt idx="3239">
                  <c:v>19.913878956731899</c:v>
                </c:pt>
                <c:pt idx="3240">
                  <c:v>19.921101759440798</c:v>
                </c:pt>
                <c:pt idx="3241">
                  <c:v>19.928324247054498</c:v>
                </c:pt>
                <c:pt idx="3242">
                  <c:v>19.935546418666696</c:v>
                </c:pt>
                <c:pt idx="3243">
                  <c:v>19.94276827337119</c:v>
                </c:pt>
                <c:pt idx="3244">
                  <c:v>19.949989810261496</c:v>
                </c:pt>
                <c:pt idx="3245">
                  <c:v>19.957211028431399</c:v>
                </c:pt>
                <c:pt idx="3246">
                  <c:v>19.964431926974598</c:v>
                </c:pt>
                <c:pt idx="3247">
                  <c:v>19.971652504984696</c:v>
                </c:pt>
                <c:pt idx="3248">
                  <c:v>19.9788727615555</c:v>
                </c:pt>
                <c:pt idx="3249">
                  <c:v>19.986092695780595</c:v>
                </c:pt>
                <c:pt idx="3250">
                  <c:v>19.993312306753694</c:v>
                </c:pt>
                <c:pt idx="3251">
                  <c:v>20.000531593568496</c:v>
                </c:pt>
                <c:pt idx="3252">
                  <c:v>20.007750555318701</c:v>
                </c:pt>
                <c:pt idx="3253">
                  <c:v>20.014969191098007</c:v>
                </c:pt>
                <c:pt idx="3254">
                  <c:v>20.022187499999998</c:v>
                </c:pt>
                <c:pt idx="3255">
                  <c:v>20.029405481118498</c:v>
                </c:pt>
                <c:pt idx="3256">
                  <c:v>20.036623133546996</c:v>
                </c:pt>
                <c:pt idx="3257">
                  <c:v>20.043840456379396</c:v>
                </c:pt>
                <c:pt idx="3258">
                  <c:v>20.051057448709301</c:v>
                </c:pt>
                <c:pt idx="3259">
                  <c:v>20.058274109630403</c:v>
                </c:pt>
                <c:pt idx="3260">
                  <c:v>20.065490438236395</c:v>
                </c:pt>
                <c:pt idx="3261">
                  <c:v>20.072706433620894</c:v>
                </c:pt>
                <c:pt idx="3262">
                  <c:v>20.079922094877695</c:v>
                </c:pt>
                <c:pt idx="3263">
                  <c:v>20.087137421100302</c:v>
                </c:pt>
                <c:pt idx="3264">
                  <c:v>20.094352411382605</c:v>
                </c:pt>
                <c:pt idx="3265">
                  <c:v>20.101567064818209</c:v>
                </c:pt>
                <c:pt idx="3266">
                  <c:v>20.108781380500798</c:v>
                </c:pt>
                <c:pt idx="3267">
                  <c:v>20.115995357524103</c:v>
                </c:pt>
                <c:pt idx="3268">
                  <c:v>20.123208994981699</c:v>
                </c:pt>
                <c:pt idx="3269">
                  <c:v>20.130422291967392</c:v>
                </c:pt>
                <c:pt idx="3270">
                  <c:v>20.137635247574799</c:v>
                </c:pt>
                <c:pt idx="3271">
                  <c:v>20.144847860897602</c:v>
                </c:pt>
                <c:pt idx="3272">
                  <c:v>20.152060131029501</c:v>
                </c:pt>
                <c:pt idx="3273">
                  <c:v>20.1592720570642</c:v>
                </c:pt>
                <c:pt idx="3274">
                  <c:v>20.1664836380954</c:v>
                </c:pt>
                <c:pt idx="3275">
                  <c:v>20.1736948732167</c:v>
                </c:pt>
                <c:pt idx="3276">
                  <c:v>20.180905761521899</c:v>
                </c:pt>
                <c:pt idx="3277">
                  <c:v>20.188116302104696</c:v>
                </c:pt>
                <c:pt idx="3278">
                  <c:v>20.195326494058605</c:v>
                </c:pt>
                <c:pt idx="3279">
                  <c:v>20.202536336477493</c:v>
                </c:pt>
                <c:pt idx="3280">
                  <c:v>20.209745828454899</c:v>
                </c:pt>
                <c:pt idx="3281">
                  <c:v>20.216954969084608</c:v>
                </c:pt>
                <c:pt idx="3282">
                  <c:v>20.2241637574603</c:v>
                </c:pt>
                <c:pt idx="3283">
                  <c:v>20.2313721926756</c:v>
                </c:pt>
                <c:pt idx="3284">
                  <c:v>20.238580273824294</c:v>
                </c:pt>
                <c:pt idx="3285">
                  <c:v>20.245787999999997</c:v>
                </c:pt>
                <c:pt idx="3286">
                  <c:v>20.252995370296404</c:v>
                </c:pt>
                <c:pt idx="3287">
                  <c:v>20.260202383807194</c:v>
                </c:pt>
                <c:pt idx="3288">
                  <c:v>20.267409039626095</c:v>
                </c:pt>
                <c:pt idx="3289">
                  <c:v>20.274615336846701</c:v>
                </c:pt>
                <c:pt idx="3290">
                  <c:v>20.281821274562798</c:v>
                </c:pt>
                <c:pt idx="3291">
                  <c:v>20.289026851867998</c:v>
                </c:pt>
                <c:pt idx="3292">
                  <c:v>20.296232067856099</c:v>
                </c:pt>
                <c:pt idx="3293">
                  <c:v>20.303436921620602</c:v>
                </c:pt>
                <c:pt idx="3294">
                  <c:v>20.310641412255404</c:v>
                </c:pt>
                <c:pt idx="3295">
                  <c:v>20.317845538854009</c:v>
                </c:pt>
                <c:pt idx="3296">
                  <c:v>20.325049300510198</c:v>
                </c:pt>
                <c:pt idx="3297">
                  <c:v>20.332252696317699</c:v>
                </c:pt>
                <c:pt idx="3298">
                  <c:v>20.339455725370104</c:v>
                </c:pt>
                <c:pt idx="3299">
                  <c:v>20.346658386761096</c:v>
                </c:pt>
                <c:pt idx="3300">
                  <c:v>20.353860679584404</c:v>
                </c:pt>
                <c:pt idx="3301">
                  <c:v>20.361062602933796</c:v>
                </c:pt>
                <c:pt idx="3302">
                  <c:v>20.3682641559028</c:v>
                </c:pt>
                <c:pt idx="3303">
                  <c:v>20.375465337585197</c:v>
                </c:pt>
                <c:pt idx="3304">
                  <c:v>20.382666147074595</c:v>
                </c:pt>
                <c:pt idx="3305">
                  <c:v>20.389866583464798</c:v>
                </c:pt>
                <c:pt idx="3306">
                  <c:v>20.397066645849399</c:v>
                </c:pt>
                <c:pt idx="3307">
                  <c:v>20.404266333322095</c:v>
                </c:pt>
                <c:pt idx="3308">
                  <c:v>20.411465644976701</c:v>
                </c:pt>
                <c:pt idx="3309">
                  <c:v>20.418664579906697</c:v>
                </c:pt>
                <c:pt idx="3310">
                  <c:v>20.425863137205898</c:v>
                </c:pt>
                <c:pt idx="3311">
                  <c:v>20.433061315967898</c:v>
                </c:pt>
                <c:pt idx="3312">
                  <c:v>20.440259115286501</c:v>
                </c:pt>
                <c:pt idx="3313">
                  <c:v>20.447456534255295</c:v>
                </c:pt>
                <c:pt idx="3314">
                  <c:v>20.454653571967992</c:v>
                </c:pt>
                <c:pt idx="3315">
                  <c:v>20.461850227518404</c:v>
                </c:pt>
                <c:pt idx="3316">
                  <c:v>20.469046499999994</c:v>
                </c:pt>
                <c:pt idx="3317">
                  <c:v>20.476242388506595</c:v>
                </c:pt>
                <c:pt idx="3318">
                  <c:v>20.483437892131889</c:v>
                </c:pt>
                <c:pt idx="3319">
                  <c:v>20.490633009969493</c:v>
                </c:pt>
                <c:pt idx="3320">
                  <c:v>20.497827741113099</c:v>
                </c:pt>
                <c:pt idx="3321">
                  <c:v>20.5050220846564</c:v>
                </c:pt>
                <c:pt idx="3322">
                  <c:v>20.512216039693197</c:v>
                </c:pt>
                <c:pt idx="3323">
                  <c:v>20.519409605316998</c:v>
                </c:pt>
                <c:pt idx="3324">
                  <c:v>20.526602780621694</c:v>
                </c:pt>
                <c:pt idx="3325">
                  <c:v>20.5337955647007</c:v>
                </c:pt>
                <c:pt idx="3326">
                  <c:v>20.540987956647999</c:v>
                </c:pt>
                <c:pt idx="3327">
                  <c:v>20.548179955556996</c:v>
                </c:pt>
                <c:pt idx="3328">
                  <c:v>20.555371560521596</c:v>
                </c:pt>
                <c:pt idx="3329">
                  <c:v>20.562562770635392</c:v>
                </c:pt>
                <c:pt idx="3330">
                  <c:v>20.569753584992096</c:v>
                </c:pt>
                <c:pt idx="3331">
                  <c:v>20.576944002685401</c:v>
                </c:pt>
                <c:pt idx="3332">
                  <c:v>20.5841340228089</c:v>
                </c:pt>
                <c:pt idx="3333">
                  <c:v>20.591323644456399</c:v>
                </c:pt>
                <c:pt idx="3334">
                  <c:v>20.598512866721492</c:v>
                </c:pt>
                <c:pt idx="3335">
                  <c:v>20.605701688697899</c:v>
                </c:pt>
                <c:pt idx="3336">
                  <c:v>20.612890109479409</c:v>
                </c:pt>
                <c:pt idx="3337">
                  <c:v>20.620078128159502</c:v>
                </c:pt>
                <c:pt idx="3338">
                  <c:v>20.627265743832009</c:v>
                </c:pt>
                <c:pt idx="3339">
                  <c:v>20.634452955590604</c:v>
                </c:pt>
                <c:pt idx="3340">
                  <c:v>20.641639762528996</c:v>
                </c:pt>
                <c:pt idx="3341">
                  <c:v>20.648826163740701</c:v>
                </c:pt>
                <c:pt idx="3342">
                  <c:v>20.656012158319601</c:v>
                </c:pt>
                <c:pt idx="3343">
                  <c:v>20.663197745359302</c:v>
                </c:pt>
                <c:pt idx="3344">
                  <c:v>20.6703829239535</c:v>
                </c:pt>
                <c:pt idx="3345">
                  <c:v>20.6775676931959</c:v>
                </c:pt>
                <c:pt idx="3346">
                  <c:v>20.684752052180198</c:v>
                </c:pt>
                <c:pt idx="3347">
                  <c:v>20.691935999999998</c:v>
                </c:pt>
                <c:pt idx="3348">
                  <c:v>20.699119535749098</c:v>
                </c:pt>
                <c:pt idx="3349">
                  <c:v>20.706302658520993</c:v>
                </c:pt>
                <c:pt idx="3350">
                  <c:v>20.713485367409604</c:v>
                </c:pt>
                <c:pt idx="3351">
                  <c:v>20.7206676615085</c:v>
                </c:pt>
                <c:pt idx="3352">
                  <c:v>20.727849539911396</c:v>
                </c:pt>
                <c:pt idx="3353">
                  <c:v>20.735031001711896</c:v>
                </c:pt>
                <c:pt idx="3354">
                  <c:v>20.742212046003793</c:v>
                </c:pt>
                <c:pt idx="3355">
                  <c:v>20.749392671880791</c:v>
                </c:pt>
                <c:pt idx="3356">
                  <c:v>20.756572878436398</c:v>
                </c:pt>
                <c:pt idx="3357">
                  <c:v>20.763752664764496</c:v>
                </c:pt>
                <c:pt idx="3358">
                  <c:v>20.770932029958701</c:v>
                </c:pt>
                <c:pt idx="3359">
                  <c:v>20.778110973112696</c:v>
                </c:pt>
                <c:pt idx="3360">
                  <c:v>20.785289493320093</c:v>
                </c:pt>
                <c:pt idx="3361">
                  <c:v>20.792467589674697</c:v>
                </c:pt>
                <c:pt idx="3362">
                  <c:v>20.799645261270197</c:v>
                </c:pt>
                <c:pt idx="3363">
                  <c:v>20.806822507200199</c:v>
                </c:pt>
                <c:pt idx="3364">
                  <c:v>20.813999326558402</c:v>
                </c:pt>
                <c:pt idx="3365">
                  <c:v>20.821175718438507</c:v>
                </c:pt>
                <c:pt idx="3366">
                  <c:v>20.828351681934102</c:v>
                </c:pt>
                <c:pt idx="3367">
                  <c:v>20.835527216139095</c:v>
                </c:pt>
                <c:pt idx="3368">
                  <c:v>20.842702320146994</c:v>
                </c:pt>
                <c:pt idx="3369">
                  <c:v>20.849876993051598</c:v>
                </c:pt>
                <c:pt idx="3370">
                  <c:v>20.857051233946503</c:v>
                </c:pt>
                <c:pt idx="3371">
                  <c:v>20.864225041925398</c:v>
                </c:pt>
                <c:pt idx="3372">
                  <c:v>20.871398416081998</c:v>
                </c:pt>
                <c:pt idx="3373">
                  <c:v>20.8785713555101</c:v>
                </c:pt>
                <c:pt idx="3374">
                  <c:v>20.885743859303091</c:v>
                </c:pt>
                <c:pt idx="3375">
                  <c:v>20.892915926554998</c:v>
                </c:pt>
                <c:pt idx="3376">
                  <c:v>20.900087556359296</c:v>
                </c:pt>
                <c:pt idx="3377">
                  <c:v>20.907258747809703</c:v>
                </c:pt>
                <c:pt idx="3378">
                  <c:v>20.914429499999997</c:v>
                </c:pt>
                <c:pt idx="3379">
                  <c:v>20.921599812023793</c:v>
                </c:pt>
                <c:pt idx="3380">
                  <c:v>20.928769682974693</c:v>
                </c:pt>
                <c:pt idx="3381">
                  <c:v>20.935939111946599</c:v>
                </c:pt>
                <c:pt idx="3382">
                  <c:v>20.943108098032997</c:v>
                </c:pt>
                <c:pt idx="3383">
                  <c:v>20.950276640327594</c:v>
                </c:pt>
                <c:pt idx="3384">
                  <c:v>20.957444737924195</c:v>
                </c:pt>
                <c:pt idx="3385">
                  <c:v>20.964612389916397</c:v>
                </c:pt>
                <c:pt idx="3386">
                  <c:v>20.971779595397894</c:v>
                </c:pt>
                <c:pt idx="3387">
                  <c:v>20.978946353462497</c:v>
                </c:pt>
                <c:pt idx="3388">
                  <c:v>20.986112663203695</c:v>
                </c:pt>
                <c:pt idx="3389">
                  <c:v>20.993278523715198</c:v>
                </c:pt>
                <c:pt idx="3390">
                  <c:v>21.000443934090796</c:v>
                </c:pt>
                <c:pt idx="3391">
                  <c:v>21.007608893424202</c:v>
                </c:pt>
                <c:pt idx="3392">
                  <c:v>21.014773400808998</c:v>
                </c:pt>
                <c:pt idx="3393">
                  <c:v>21.0219374553389</c:v>
                </c:pt>
                <c:pt idx="3394">
                  <c:v>21.029101056107599</c:v>
                </c:pt>
                <c:pt idx="3395">
                  <c:v>21.036264202208702</c:v>
                </c:pt>
                <c:pt idx="3396">
                  <c:v>21.043426892736093</c:v>
                </c:pt>
                <c:pt idx="3397">
                  <c:v>21.050589126783297</c:v>
                </c:pt>
                <c:pt idx="3398">
                  <c:v>21.057750903443999</c:v>
                </c:pt>
                <c:pt idx="3399">
                  <c:v>21.064912221812001</c:v>
                </c:pt>
                <c:pt idx="3400">
                  <c:v>21.072073080980797</c:v>
                </c:pt>
                <c:pt idx="3401">
                  <c:v>21.079233480044302</c:v>
                </c:pt>
                <c:pt idx="3402">
                  <c:v>21.086393418096101</c:v>
                </c:pt>
                <c:pt idx="3403">
                  <c:v>21.093552894229795</c:v>
                </c:pt>
                <c:pt idx="3404">
                  <c:v>21.100711907539196</c:v>
                </c:pt>
                <c:pt idx="3405">
                  <c:v>21.107870457117905</c:v>
                </c:pt>
                <c:pt idx="3406">
                  <c:v>21.115028542059701</c:v>
                </c:pt>
                <c:pt idx="3407">
                  <c:v>21.122186161458202</c:v>
                </c:pt>
                <c:pt idx="3408">
                  <c:v>21.129343314406999</c:v>
                </c:pt>
                <c:pt idx="3409">
                  <c:v>21.136500000000005</c:v>
                </c:pt>
                <c:pt idx="3410">
                  <c:v>21.143656217330697</c:v>
                </c:pt>
                <c:pt idx="3411">
                  <c:v>21.150811965492906</c:v>
                </c:pt>
                <c:pt idx="3412">
                  <c:v>21.157967243580298</c:v>
                </c:pt>
                <c:pt idx="3413">
                  <c:v>21.165122050686499</c:v>
                </c:pt>
                <c:pt idx="3414">
                  <c:v>21.172276385905096</c:v>
                </c:pt>
                <c:pt idx="3415">
                  <c:v>21.179430248329997</c:v>
                </c:pt>
                <c:pt idx="3416">
                  <c:v>21.186583637054799</c:v>
                </c:pt>
                <c:pt idx="3417">
                  <c:v>21.193736551173192</c:v>
                </c:pt>
                <c:pt idx="3418">
                  <c:v>21.2008889897788</c:v>
                </c:pt>
                <c:pt idx="3419">
                  <c:v>21.208040951965394</c:v>
                </c:pt>
                <c:pt idx="3420">
                  <c:v>21.215192436826602</c:v>
                </c:pt>
                <c:pt idx="3421">
                  <c:v>21.222343443456097</c:v>
                </c:pt>
                <c:pt idx="3422">
                  <c:v>21.229493970947594</c:v>
                </c:pt>
                <c:pt idx="3423">
                  <c:v>21.236644018394799</c:v>
                </c:pt>
                <c:pt idx="3424">
                  <c:v>21.243793584891392</c:v>
                </c:pt>
                <c:pt idx="3425">
                  <c:v>21.250942669531096</c:v>
                </c:pt>
                <c:pt idx="3426">
                  <c:v>21.258091271407498</c:v>
                </c:pt>
                <c:pt idx="3427">
                  <c:v>21.265239389614294</c:v>
                </c:pt>
                <c:pt idx="3428">
                  <c:v>21.272387023245297</c:v>
                </c:pt>
                <c:pt idx="3429">
                  <c:v>21.279534171393998</c:v>
                </c:pt>
                <c:pt idx="3430">
                  <c:v>21.286680833154293</c:v>
                </c:pt>
                <c:pt idx="3431">
                  <c:v>21.2938270076198</c:v>
                </c:pt>
                <c:pt idx="3432">
                  <c:v>21.300972693884098</c:v>
                </c:pt>
                <c:pt idx="3433">
                  <c:v>21.308117891040897</c:v>
                </c:pt>
                <c:pt idx="3434">
                  <c:v>21.315262598183995</c:v>
                </c:pt>
                <c:pt idx="3435">
                  <c:v>21.322406814406996</c:v>
                </c:pt>
                <c:pt idx="3436">
                  <c:v>21.329550538803698</c:v>
                </c:pt>
                <c:pt idx="3437">
                  <c:v>21.336693770467598</c:v>
                </c:pt>
                <c:pt idx="3438">
                  <c:v>21.343836508492501</c:v>
                </c:pt>
                <c:pt idx="3439">
                  <c:v>21.350978751972104</c:v>
                </c:pt>
                <c:pt idx="3440">
                  <c:v>21.358120499999995</c:v>
                </c:pt>
                <c:pt idx="3441">
                  <c:v>21.365261751670001</c:v>
                </c:pt>
                <c:pt idx="3442">
                  <c:v>21.372402506075694</c:v>
                </c:pt>
                <c:pt idx="3443">
                  <c:v>21.379542762310795</c:v>
                </c:pt>
                <c:pt idx="3444">
                  <c:v>21.386682519468998</c:v>
                </c:pt>
                <c:pt idx="3445">
                  <c:v>21.393821776644003</c:v>
                </c:pt>
                <c:pt idx="3446">
                  <c:v>21.400960532929396</c:v>
                </c:pt>
                <c:pt idx="3447">
                  <c:v>21.408098787419</c:v>
                </c:pt>
                <c:pt idx="3448">
                  <c:v>21.415236539206497</c:v>
                </c:pt>
                <c:pt idx="3449">
                  <c:v>21.422373787385496</c:v>
                </c:pt>
                <c:pt idx="3450">
                  <c:v>21.429510531049594</c:v>
                </c:pt>
                <c:pt idx="3451">
                  <c:v>21.4366467692927</c:v>
                </c:pt>
                <c:pt idx="3452">
                  <c:v>21.443782501208396</c:v>
                </c:pt>
                <c:pt idx="3453">
                  <c:v>21.450917725890402</c:v>
                </c:pt>
                <c:pt idx="3454">
                  <c:v>21.458052442432297</c:v>
                </c:pt>
                <c:pt idx="3455">
                  <c:v>21.465186649927791</c:v>
                </c:pt>
                <c:pt idx="3456">
                  <c:v>21.472320347470696</c:v>
                </c:pt>
                <c:pt idx="3457">
                  <c:v>21.479453534154597</c:v>
                </c:pt>
                <c:pt idx="3458">
                  <c:v>21.486586209073192</c:v>
                </c:pt>
                <c:pt idx="3459">
                  <c:v>21.493718371320192</c:v>
                </c:pt>
                <c:pt idx="3460">
                  <c:v>21.500850019989301</c:v>
                </c:pt>
                <c:pt idx="3461">
                  <c:v>21.507981154174104</c:v>
                </c:pt>
                <c:pt idx="3462">
                  <c:v>21.515111772968297</c:v>
                </c:pt>
                <c:pt idx="3463">
                  <c:v>21.522241875465692</c:v>
                </c:pt>
                <c:pt idx="3464">
                  <c:v>21.52937146076</c:v>
                </c:pt>
                <c:pt idx="3465">
                  <c:v>21.5365005279447</c:v>
                </c:pt>
                <c:pt idx="3466">
                  <c:v>21.543629076113593</c:v>
                </c:pt>
                <c:pt idx="3467">
                  <c:v>21.5507571043604</c:v>
                </c:pt>
                <c:pt idx="3468">
                  <c:v>21.557884611778704</c:v>
                </c:pt>
                <c:pt idx="3469">
                  <c:v>21.565011597462291</c:v>
                </c:pt>
                <c:pt idx="3470">
                  <c:v>21.572138060504795</c:v>
                </c:pt>
                <c:pt idx="3471">
                  <c:v>21.579263999999995</c:v>
                </c:pt>
                <c:pt idx="3472">
                  <c:v>21.586389415041499</c:v>
                </c:pt>
                <c:pt idx="3473">
                  <c:v>21.593514304722891</c:v>
                </c:pt>
                <c:pt idx="3474">
                  <c:v>21.600638668138</c:v>
                </c:pt>
                <c:pt idx="3475">
                  <c:v>21.607762504380499</c:v>
                </c:pt>
                <c:pt idx="3476">
                  <c:v>21.614885812544106</c:v>
                </c:pt>
                <c:pt idx="3477">
                  <c:v>21.622008591722295</c:v>
                </c:pt>
                <c:pt idx="3478">
                  <c:v>21.629130841008998</c:v>
                </c:pt>
                <c:pt idx="3479">
                  <c:v>21.636252559497805</c:v>
                </c:pt>
                <c:pt idx="3480">
                  <c:v>21.643373746282403</c:v>
                </c:pt>
                <c:pt idx="3481">
                  <c:v>21.650494400456502</c:v>
                </c:pt>
                <c:pt idx="3482">
                  <c:v>21.6576145211138</c:v>
                </c:pt>
                <c:pt idx="3483">
                  <c:v>21.664734107347897</c:v>
                </c:pt>
                <c:pt idx="3484">
                  <c:v>21.67185315825251</c:v>
                </c:pt>
                <c:pt idx="3485">
                  <c:v>21.678971672921396</c:v>
                </c:pt>
                <c:pt idx="3486">
                  <c:v>21.6860896504481</c:v>
                </c:pt>
                <c:pt idx="3487">
                  <c:v>21.693207089926499</c:v>
                </c:pt>
                <c:pt idx="3488">
                  <c:v>21.700323990450102</c:v>
                </c:pt>
                <c:pt idx="3489">
                  <c:v>21.707440351112798</c:v>
                </c:pt>
                <c:pt idx="3490">
                  <c:v>21.714556171007999</c:v>
                </c:pt>
                <c:pt idx="3491">
                  <c:v>21.7216714492296</c:v>
                </c:pt>
                <c:pt idx="3492">
                  <c:v>21.728786184871293</c:v>
                </c:pt>
                <c:pt idx="3493">
                  <c:v>21.735900377026599</c:v>
                </c:pt>
                <c:pt idx="3494">
                  <c:v>21.743014024789396</c:v>
                </c:pt>
                <c:pt idx="3495">
                  <c:v>21.750127127253201</c:v>
                </c:pt>
                <c:pt idx="3496">
                  <c:v>21.757239683511791</c:v>
                </c:pt>
                <c:pt idx="3497">
                  <c:v>21.764351692658902</c:v>
                </c:pt>
                <c:pt idx="3498">
                  <c:v>21.771463153788101</c:v>
                </c:pt>
                <c:pt idx="3499">
                  <c:v>21.778574065993102</c:v>
                </c:pt>
                <c:pt idx="3500">
                  <c:v>21.785684428367595</c:v>
                </c:pt>
                <c:pt idx="3501">
                  <c:v>21.792794240005392</c:v>
                </c:pt>
                <c:pt idx="3502">
                  <c:v>21.799903499999999</c:v>
                </c:pt>
                <c:pt idx="3503">
                  <c:v>21.807012207445197</c:v>
                </c:pt>
                <c:pt idx="3504">
                  <c:v>21.814120361434703</c:v>
                </c:pt>
                <c:pt idx="3505">
                  <c:v>21.8212279610621</c:v>
                </c:pt>
                <c:pt idx="3506">
                  <c:v>21.828335005421096</c:v>
                </c:pt>
                <c:pt idx="3507">
                  <c:v>21.835441493605501</c:v>
                </c:pt>
                <c:pt idx="3508">
                  <c:v>21.842547424708798</c:v>
                </c:pt>
                <c:pt idx="3509">
                  <c:v>21.849652797824799</c:v>
                </c:pt>
                <c:pt idx="3510">
                  <c:v>21.8567576120473</c:v>
                </c:pt>
                <c:pt idx="3511">
                  <c:v>21.863861866469701</c:v>
                </c:pt>
                <c:pt idx="3512">
                  <c:v>21.870965560186004</c:v>
                </c:pt>
                <c:pt idx="3513">
                  <c:v>21.878068692289602</c:v>
                </c:pt>
                <c:pt idx="3514">
                  <c:v>21.885171261874401</c:v>
                </c:pt>
                <c:pt idx="3515">
                  <c:v>21.892273268034</c:v>
                </c:pt>
                <c:pt idx="3516">
                  <c:v>21.899374709861995</c:v>
                </c:pt>
                <c:pt idx="3517">
                  <c:v>21.906475586452299</c:v>
                </c:pt>
                <c:pt idx="3518">
                  <c:v>21.913575896898404</c:v>
                </c:pt>
                <c:pt idx="3519">
                  <c:v>21.920675640294</c:v>
                </c:pt>
                <c:pt idx="3520">
                  <c:v>21.927774815732896</c:v>
                </c:pt>
                <c:pt idx="3521">
                  <c:v>21.934873422308804</c:v>
                </c:pt>
                <c:pt idx="3522">
                  <c:v>21.941971459115205</c:v>
                </c:pt>
                <c:pt idx="3523">
                  <c:v>21.9490689252459</c:v>
                </c:pt>
                <c:pt idx="3524">
                  <c:v>21.956165819794602</c:v>
                </c:pt>
                <c:pt idx="3525">
                  <c:v>21.963262141854898</c:v>
                </c:pt>
                <c:pt idx="3526">
                  <c:v>21.970357890520596</c:v>
                </c:pt>
                <c:pt idx="3527">
                  <c:v>21.977453064885399</c:v>
                </c:pt>
                <c:pt idx="3528">
                  <c:v>21.984547664042797</c:v>
                </c:pt>
                <c:pt idx="3529">
                  <c:v>21.991641687086702</c:v>
                </c:pt>
                <c:pt idx="3530">
                  <c:v>21.998735133110696</c:v>
                </c:pt>
                <c:pt idx="3531">
                  <c:v>22.005828001208403</c:v>
                </c:pt>
                <c:pt idx="3532">
                  <c:v>22.012920290473595</c:v>
                </c:pt>
                <c:pt idx="3533">
                  <c:v>22.020011999999998</c:v>
                </c:pt>
                <c:pt idx="3534">
                  <c:v>22.027103128881201</c:v>
                </c:pt>
                <c:pt idx="3535">
                  <c:v>22.034193676210901</c:v>
                </c:pt>
                <c:pt idx="3536">
                  <c:v>22.041283641082899</c:v>
                </c:pt>
                <c:pt idx="3537">
                  <c:v>22.048373022590699</c:v>
                </c:pt>
                <c:pt idx="3538">
                  <c:v>22.0554618198281</c:v>
                </c:pt>
                <c:pt idx="3539">
                  <c:v>22.062550031888797</c:v>
                </c:pt>
                <c:pt idx="3540">
                  <c:v>22.069637657866497</c:v>
                </c:pt>
                <c:pt idx="3541">
                  <c:v>22.0767246968548</c:v>
                </c:pt>
                <c:pt idx="3542">
                  <c:v>22.083811147947401</c:v>
                </c:pt>
                <c:pt idx="3543">
                  <c:v>22.090897010237999</c:v>
                </c:pt>
                <c:pt idx="3544">
                  <c:v>22.097982282820297</c:v>
                </c:pt>
                <c:pt idx="3545">
                  <c:v>22.105066964788001</c:v>
                </c:pt>
                <c:pt idx="3546">
                  <c:v>22.112151055234804</c:v>
                </c:pt>
                <c:pt idx="3547">
                  <c:v>22.119234553254305</c:v>
                </c:pt>
                <c:pt idx="3548">
                  <c:v>22.126317457940299</c:v>
                </c:pt>
                <c:pt idx="3549">
                  <c:v>22.133399768386404</c:v>
                </c:pt>
                <c:pt idx="3550">
                  <c:v>22.140481483686301</c:v>
                </c:pt>
                <c:pt idx="3551">
                  <c:v>22.147562602933796</c:v>
                </c:pt>
                <c:pt idx="3552">
                  <c:v>22.154643125222403</c:v>
                </c:pt>
                <c:pt idx="3553">
                  <c:v>22.161723049645897</c:v>
                </c:pt>
                <c:pt idx="3554">
                  <c:v>22.168802375297897</c:v>
                </c:pt>
                <c:pt idx="3555">
                  <c:v>22.175881101272203</c:v>
                </c:pt>
                <c:pt idx="3556">
                  <c:v>22.182959226662401</c:v>
                </c:pt>
                <c:pt idx="3557">
                  <c:v>22.190036750562196</c:v>
                </c:pt>
                <c:pt idx="3558">
                  <c:v>22.197113672065395</c:v>
                </c:pt>
                <c:pt idx="3559">
                  <c:v>22.204189990265498</c:v>
                </c:pt>
                <c:pt idx="3560">
                  <c:v>22.211265704256306</c:v>
                </c:pt>
                <c:pt idx="3561">
                  <c:v>22.218340813131494</c:v>
                </c:pt>
                <c:pt idx="3562">
                  <c:v>22.225415315984698</c:v>
                </c:pt>
                <c:pt idx="3563">
                  <c:v>22.232489211909591</c:v>
                </c:pt>
                <c:pt idx="3564">
                  <c:v>22.239562500000002</c:v>
                </c:pt>
                <c:pt idx="3565">
                  <c:v>22.246635179349497</c:v>
                </c:pt>
                <c:pt idx="3566">
                  <c:v>22.253707249051697</c:v>
                </c:pt>
                <c:pt idx="3567">
                  <c:v>22.260778708200501</c:v>
                </c:pt>
                <c:pt idx="3568">
                  <c:v>22.267849555889395</c:v>
                </c:pt>
                <c:pt idx="3569">
                  <c:v>22.274919791212103</c:v>
                </c:pt>
                <c:pt idx="3570">
                  <c:v>22.281989413262401</c:v>
                </c:pt>
                <c:pt idx="3571">
                  <c:v>22.289058421133895</c:v>
                </c:pt>
                <c:pt idx="3572">
                  <c:v>22.296126813920292</c:v>
                </c:pt>
                <c:pt idx="3573">
                  <c:v>22.303194590715297</c:v>
                </c:pt>
                <c:pt idx="3574">
                  <c:v>22.310261750612607</c:v>
                </c:pt>
                <c:pt idx="3575">
                  <c:v>22.317328292705895</c:v>
                </c:pt>
                <c:pt idx="3576">
                  <c:v>22.324394216088798</c:v>
                </c:pt>
                <c:pt idx="3577">
                  <c:v>22.331459519855002</c:v>
                </c:pt>
                <c:pt idx="3578">
                  <c:v>22.338524203098299</c:v>
                </c:pt>
                <c:pt idx="3579">
                  <c:v>22.345588264912202</c:v>
                </c:pt>
                <c:pt idx="3580">
                  <c:v>22.352651704390603</c:v>
                </c:pt>
                <c:pt idx="3581">
                  <c:v>22.359714520626998</c:v>
                </c:pt>
                <c:pt idx="3582">
                  <c:v>22.366776712715197</c:v>
                </c:pt>
                <c:pt idx="3583">
                  <c:v>22.373838279748899</c:v>
                </c:pt>
                <c:pt idx="3584">
                  <c:v>22.380899220821696</c:v>
                </c:pt>
                <c:pt idx="3585">
                  <c:v>22.387959535027395</c:v>
                </c:pt>
                <c:pt idx="3586">
                  <c:v>22.395019221459499</c:v>
                </c:pt>
                <c:pt idx="3587">
                  <c:v>22.402078279211796</c:v>
                </c:pt>
                <c:pt idx="3588">
                  <c:v>22.409136707378096</c:v>
                </c:pt>
                <c:pt idx="3589">
                  <c:v>22.416194505051902</c:v>
                </c:pt>
                <c:pt idx="3590">
                  <c:v>22.423251671326895</c:v>
                </c:pt>
                <c:pt idx="3591">
                  <c:v>22.4303082052969</c:v>
                </c:pt>
                <c:pt idx="3592">
                  <c:v>22.437364106055504</c:v>
                </c:pt>
                <c:pt idx="3593">
                  <c:v>22.444419372696498</c:v>
                </c:pt>
                <c:pt idx="3594">
                  <c:v>22.4514740043134</c:v>
                </c:pt>
                <c:pt idx="3595">
                  <c:v>22.458527999999998</c:v>
                </c:pt>
                <c:pt idx="3596">
                  <c:v>22.465581358849995</c:v>
                </c:pt>
                <c:pt idx="3597">
                  <c:v>22.472634079956993</c:v>
                </c:pt>
                <c:pt idx="3598">
                  <c:v>22.479686162414801</c:v>
                </c:pt>
                <c:pt idx="3599">
                  <c:v>22.486737605316993</c:v>
                </c:pt>
                <c:pt idx="3600">
                  <c:v>22.4937884077574</c:v>
                </c:pt>
                <c:pt idx="3601">
                  <c:v>22.500838568829501</c:v>
                </c:pt>
                <c:pt idx="3602">
                  <c:v>22.507888087627101</c:v>
                </c:pt>
                <c:pt idx="3603">
                  <c:v>22.514936963243901</c:v>
                </c:pt>
                <c:pt idx="3604">
                  <c:v>22.521985194773603</c:v>
                </c:pt>
                <c:pt idx="3605">
                  <c:v>22.529032781309798</c:v>
                </c:pt>
                <c:pt idx="3606">
                  <c:v>22.536079721946201</c:v>
                </c:pt>
                <c:pt idx="3607">
                  <c:v>22.543126015776597</c:v>
                </c:pt>
                <c:pt idx="3608">
                  <c:v>22.550171661894506</c:v>
                </c:pt>
                <c:pt idx="3609">
                  <c:v>22.557216659393799</c:v>
                </c:pt>
                <c:pt idx="3610">
                  <c:v>22.564261007368</c:v>
                </c:pt>
                <c:pt idx="3611">
                  <c:v>22.571304704910901</c:v>
                </c:pt>
                <c:pt idx="3612">
                  <c:v>22.578347751116102</c:v>
                </c:pt>
                <c:pt idx="3613">
                  <c:v>22.585390145077398</c:v>
                </c:pt>
                <c:pt idx="3614">
                  <c:v>22.592431885888395</c:v>
                </c:pt>
                <c:pt idx="3615">
                  <c:v>22.599472972642697</c:v>
                </c:pt>
                <c:pt idx="3616">
                  <c:v>22.6065134044342</c:v>
                </c:pt>
                <c:pt idx="3617">
                  <c:v>22.613553180356504</c:v>
                </c:pt>
                <c:pt idx="3618">
                  <c:v>22.620592299503194</c:v>
                </c:pt>
                <c:pt idx="3619">
                  <c:v>22.627630760968099</c:v>
                </c:pt>
                <c:pt idx="3620">
                  <c:v>22.634668563844809</c:v>
                </c:pt>
                <c:pt idx="3621">
                  <c:v>22.641705707227</c:v>
                </c:pt>
                <c:pt idx="3622">
                  <c:v>22.648742190208502</c:v>
                </c:pt>
                <c:pt idx="3623">
                  <c:v>22.655778011882798</c:v>
                </c:pt>
                <c:pt idx="3624">
                  <c:v>22.662813171343696</c:v>
                </c:pt>
                <c:pt idx="3625">
                  <c:v>22.669847667684898</c:v>
                </c:pt>
                <c:pt idx="3626">
                  <c:v>22.676881500000004</c:v>
                </c:pt>
                <c:pt idx="3627">
                  <c:v>22.683914667382801</c:v>
                </c:pt>
                <c:pt idx="3628">
                  <c:v>22.6909471689269</c:v>
                </c:pt>
                <c:pt idx="3629">
                  <c:v>22.697979003726001</c:v>
                </c:pt>
                <c:pt idx="3630">
                  <c:v>22.705010170873791</c:v>
                </c:pt>
                <c:pt idx="3631">
                  <c:v>22.712040669463896</c:v>
                </c:pt>
                <c:pt idx="3632">
                  <c:v>22.719070498590202</c:v>
                </c:pt>
                <c:pt idx="3633">
                  <c:v>22.726099657346197</c:v>
                </c:pt>
                <c:pt idx="3634">
                  <c:v>22.733128144825599</c:v>
                </c:pt>
                <c:pt idx="3635">
                  <c:v>22.740155960122195</c:v>
                </c:pt>
                <c:pt idx="3636">
                  <c:v>22.747183102329597</c:v>
                </c:pt>
                <c:pt idx="3637">
                  <c:v>22.754209570541388</c:v>
                </c:pt>
                <c:pt idx="3638">
                  <c:v>22.761235363851501</c:v>
                </c:pt>
                <c:pt idx="3639">
                  <c:v>22.768260481353398</c:v>
                </c:pt>
                <c:pt idx="3640">
                  <c:v>22.775284922140902</c:v>
                </c:pt>
                <c:pt idx="3641">
                  <c:v>22.782308685307594</c:v>
                </c:pt>
                <c:pt idx="3642">
                  <c:v>22.789331769947296</c:v>
                </c:pt>
                <c:pt idx="3643">
                  <c:v>22.796354175153599</c:v>
                </c:pt>
                <c:pt idx="3644">
                  <c:v>22.8033759000201</c:v>
                </c:pt>
                <c:pt idx="3645">
                  <c:v>22.810396943640701</c:v>
                </c:pt>
                <c:pt idx="3646">
                  <c:v>22.817417305108901</c:v>
                </c:pt>
                <c:pt idx="3647">
                  <c:v>22.824436983518499</c:v>
                </c:pt>
                <c:pt idx="3648">
                  <c:v>22.831455977963099</c:v>
                </c:pt>
                <c:pt idx="3649">
                  <c:v>22.838474287536499</c:v>
                </c:pt>
                <c:pt idx="3650">
                  <c:v>22.845491911332296</c:v>
                </c:pt>
                <c:pt idx="3651">
                  <c:v>22.852508848444199</c:v>
                </c:pt>
                <c:pt idx="3652">
                  <c:v>22.859525097965797</c:v>
                </c:pt>
                <c:pt idx="3653">
                  <c:v>22.866540658990996</c:v>
                </c:pt>
                <c:pt idx="3654">
                  <c:v>22.873555530613299</c:v>
                </c:pt>
                <c:pt idx="3655">
                  <c:v>22.880569711926402</c:v>
                </c:pt>
                <c:pt idx="3656">
                  <c:v>22.887583202024096</c:v>
                </c:pt>
                <c:pt idx="3657">
                  <c:v>22.894596</c:v>
                </c:pt>
                <c:pt idx="3658">
                  <c:v>22.901608104947798</c:v>
                </c:pt>
                <c:pt idx="3659">
                  <c:v>22.908619515961188</c:v>
                </c:pt>
                <c:pt idx="3660">
                  <c:v>22.915630232133889</c:v>
                </c:pt>
                <c:pt idx="3661">
                  <c:v>22.922640252559493</c:v>
                </c:pt>
                <c:pt idx="3662">
                  <c:v>22.929649576331787</c:v>
                </c:pt>
                <c:pt idx="3663">
                  <c:v>22.9366582025444</c:v>
                </c:pt>
                <c:pt idx="3664">
                  <c:v>22.943666130290996</c:v>
                </c:pt>
                <c:pt idx="3665">
                  <c:v>22.950673358665398</c:v>
                </c:pt>
                <c:pt idx="3666">
                  <c:v>22.957679886761092</c:v>
                </c:pt>
                <c:pt idx="3667">
                  <c:v>22.964685713671898</c:v>
                </c:pt>
                <c:pt idx="3668">
                  <c:v>22.971690838491497</c:v>
                </c:pt>
                <c:pt idx="3669">
                  <c:v>22.978695260313497</c:v>
                </c:pt>
                <c:pt idx="3670">
                  <c:v>22.985698978231692</c:v>
                </c:pt>
                <c:pt idx="3671">
                  <c:v>22.992701991339693</c:v>
                </c:pt>
                <c:pt idx="3672">
                  <c:v>22.999704298731192</c:v>
                </c:pt>
                <c:pt idx="3673">
                  <c:v>23.006705899499799</c:v>
                </c:pt>
                <c:pt idx="3674">
                  <c:v>23.013706792739395</c:v>
                </c:pt>
                <c:pt idx="3675">
                  <c:v>23.020706977543593</c:v>
                </c:pt>
                <c:pt idx="3676">
                  <c:v>23.027706453005898</c:v>
                </c:pt>
                <c:pt idx="3677">
                  <c:v>23.034705218220299</c:v>
                </c:pt>
                <c:pt idx="3678">
                  <c:v>23.041703272280191</c:v>
                </c:pt>
                <c:pt idx="3679">
                  <c:v>23.048700614279497</c:v>
                </c:pt>
                <c:pt idx="3680">
                  <c:v>23.055697243311691</c:v>
                </c:pt>
                <c:pt idx="3681">
                  <c:v>23.062693158470697</c:v>
                </c:pt>
                <c:pt idx="3682">
                  <c:v>23.069688358850001</c:v>
                </c:pt>
                <c:pt idx="3683">
                  <c:v>23.076682843543391</c:v>
                </c:pt>
                <c:pt idx="3684">
                  <c:v>23.083676611644499</c:v>
                </c:pt>
                <c:pt idx="3685">
                  <c:v>23.090669662246999</c:v>
                </c:pt>
                <c:pt idx="3686">
                  <c:v>23.097661994444604</c:v>
                </c:pt>
                <c:pt idx="3687">
                  <c:v>23.104653607331102</c:v>
                </c:pt>
                <c:pt idx="3688">
                  <c:v>23.111644500000001</c:v>
                </c:pt>
                <c:pt idx="3689">
                  <c:v>23.118634671545095</c:v>
                </c:pt>
                <c:pt idx="3690">
                  <c:v>23.125624121060099</c:v>
                </c:pt>
                <c:pt idx="3691">
                  <c:v>23.132612847638502</c:v>
                </c:pt>
                <c:pt idx="3692">
                  <c:v>23.139600850374297</c:v>
                </c:pt>
                <c:pt idx="3693">
                  <c:v>23.1465881283609</c:v>
                </c:pt>
                <c:pt idx="3694">
                  <c:v>23.153574680692198</c:v>
                </c:pt>
                <c:pt idx="3695">
                  <c:v>23.160560506461696</c:v>
                </c:pt>
                <c:pt idx="3696">
                  <c:v>23.167545604763191</c:v>
                </c:pt>
                <c:pt idx="3697">
                  <c:v>23.174529974690302</c:v>
                </c:pt>
                <c:pt idx="3698">
                  <c:v>23.181513615336797</c:v>
                </c:pt>
                <c:pt idx="3699">
                  <c:v>23.188496525796396</c:v>
                </c:pt>
                <c:pt idx="3700">
                  <c:v>23.1954787051626</c:v>
                </c:pt>
                <c:pt idx="3701">
                  <c:v>23.202460152529294</c:v>
                </c:pt>
                <c:pt idx="3702">
                  <c:v>23.209440866989997</c:v>
                </c:pt>
                <c:pt idx="3703">
                  <c:v>23.216420847638499</c:v>
                </c:pt>
                <c:pt idx="3704">
                  <c:v>23.223400093568497</c:v>
                </c:pt>
                <c:pt idx="3705">
                  <c:v>23.230378603873699</c:v>
                </c:pt>
                <c:pt idx="3706">
                  <c:v>23.2373563776476</c:v>
                </c:pt>
                <c:pt idx="3707">
                  <c:v>23.244333413984098</c:v>
                </c:pt>
                <c:pt idx="3708">
                  <c:v>23.251309711976795</c:v>
                </c:pt>
                <c:pt idx="3709">
                  <c:v>23.258285270719291</c:v>
                </c:pt>
                <c:pt idx="3710">
                  <c:v>23.265260089305496</c:v>
                </c:pt>
                <c:pt idx="3711">
                  <c:v>23.272234166828895</c:v>
                </c:pt>
                <c:pt idx="3712">
                  <c:v>23.279207502383294</c:v>
                </c:pt>
                <c:pt idx="3713">
                  <c:v>23.286180095062296</c:v>
                </c:pt>
                <c:pt idx="3714">
                  <c:v>23.2931519439596</c:v>
                </c:pt>
                <c:pt idx="3715">
                  <c:v>23.300123048168896</c:v>
                </c:pt>
                <c:pt idx="3716">
                  <c:v>23.307093406783899</c:v>
                </c:pt>
                <c:pt idx="3717">
                  <c:v>23.314063018898306</c:v>
                </c:pt>
                <c:pt idx="3718">
                  <c:v>23.321031883605798</c:v>
                </c:pt>
                <c:pt idx="3719">
                  <c:v>23.327999999999999</c:v>
                </c:pt>
                <c:pt idx="3720">
                  <c:v>23.334967367174606</c:v>
                </c:pt>
                <c:pt idx="3721">
                  <c:v>23.341933984223395</c:v>
                </c:pt>
                <c:pt idx="3722">
                  <c:v>23.348899850239995</c:v>
                </c:pt>
                <c:pt idx="3723">
                  <c:v>23.355864964318105</c:v>
                </c:pt>
                <c:pt idx="3724">
                  <c:v>23.362829325551296</c:v>
                </c:pt>
                <c:pt idx="3725">
                  <c:v>23.369792933033494</c:v>
                </c:pt>
                <c:pt idx="3726">
                  <c:v>23.376755785858105</c:v>
                </c:pt>
                <c:pt idx="3727">
                  <c:v>23.383717883119093</c:v>
                </c:pt>
                <c:pt idx="3728">
                  <c:v>23.390679223909896</c:v>
                </c:pt>
                <c:pt idx="3729">
                  <c:v>23.397639807324392</c:v>
                </c:pt>
                <c:pt idx="3730">
                  <c:v>23.404599632456097</c:v>
                </c:pt>
                <c:pt idx="3731">
                  <c:v>23.411558698398803</c:v>
                </c:pt>
                <c:pt idx="3732">
                  <c:v>23.418517004246198</c:v>
                </c:pt>
                <c:pt idx="3733">
                  <c:v>23.425474549092002</c:v>
                </c:pt>
                <c:pt idx="3734">
                  <c:v>23.432431332029793</c:v>
                </c:pt>
                <c:pt idx="3735">
                  <c:v>23.439387352153297</c:v>
                </c:pt>
                <c:pt idx="3736">
                  <c:v>23.446342608556293</c:v>
                </c:pt>
                <c:pt idx="3737">
                  <c:v>23.453297100332296</c:v>
                </c:pt>
                <c:pt idx="3738">
                  <c:v>23.460250826575091</c:v>
                </c:pt>
                <c:pt idx="3739">
                  <c:v>23.467203786378391</c:v>
                </c:pt>
                <c:pt idx="3740">
                  <c:v>23.474155978835899</c:v>
                </c:pt>
                <c:pt idx="3741">
                  <c:v>23.481107403041197</c:v>
                </c:pt>
                <c:pt idx="3742">
                  <c:v>23.488058058088001</c:v>
                </c:pt>
                <c:pt idx="3743">
                  <c:v>23.495007943070096</c:v>
                </c:pt>
                <c:pt idx="3744">
                  <c:v>23.501957057081004</c:v>
                </c:pt>
                <c:pt idx="3745">
                  <c:v>23.508905399214502</c:v>
                </c:pt>
                <c:pt idx="3746">
                  <c:v>23.5158529685643</c:v>
                </c:pt>
                <c:pt idx="3747">
                  <c:v>23.522799764224096</c:v>
                </c:pt>
                <c:pt idx="3748">
                  <c:v>23.529745785287499</c:v>
                </c:pt>
                <c:pt idx="3749">
                  <c:v>23.5366910308482</c:v>
                </c:pt>
                <c:pt idx="3750">
                  <c:v>23.543635499999997</c:v>
                </c:pt>
                <c:pt idx="3751">
                  <c:v>23.550579191836501</c:v>
                </c:pt>
                <c:pt idx="3752">
                  <c:v>23.557522105451302</c:v>
                </c:pt>
                <c:pt idx="3753">
                  <c:v>23.564464239938196</c:v>
                </c:pt>
                <c:pt idx="3754">
                  <c:v>23.5714055943909</c:v>
                </c:pt>
                <c:pt idx="3755">
                  <c:v>23.578346167903096</c:v>
                </c:pt>
                <c:pt idx="3756">
                  <c:v>23.585285959568296</c:v>
                </c:pt>
                <c:pt idx="3757">
                  <c:v>23.592224968480405</c:v>
                </c:pt>
                <c:pt idx="3758">
                  <c:v>23.599163193732995</c:v>
                </c:pt>
                <c:pt idx="3759">
                  <c:v>23.6061006344198</c:v>
                </c:pt>
                <c:pt idx="3760">
                  <c:v>23.613037289634505</c:v>
                </c:pt>
                <c:pt idx="3761">
                  <c:v>23.619973158470707</c:v>
                </c:pt>
                <c:pt idx="3762">
                  <c:v>23.6269082400222</c:v>
                </c:pt>
                <c:pt idx="3763">
                  <c:v>23.633842533382602</c:v>
                </c:pt>
                <c:pt idx="3764">
                  <c:v>23.640776037645598</c:v>
                </c:pt>
                <c:pt idx="3765">
                  <c:v>23.647708751904901</c:v>
                </c:pt>
                <c:pt idx="3766">
                  <c:v>23.654640675254299</c:v>
                </c:pt>
                <c:pt idx="3767">
                  <c:v>23.661571806787297</c:v>
                </c:pt>
                <c:pt idx="3768">
                  <c:v>23.668502145597696</c:v>
                </c:pt>
                <c:pt idx="3769">
                  <c:v>23.675431690779096</c:v>
                </c:pt>
                <c:pt idx="3770">
                  <c:v>23.682360441425296</c:v>
                </c:pt>
                <c:pt idx="3771">
                  <c:v>23.689288396629902</c:v>
                </c:pt>
                <c:pt idx="3772">
                  <c:v>23.696215555486603</c:v>
                </c:pt>
                <c:pt idx="3773">
                  <c:v>23.703141917089095</c:v>
                </c:pt>
                <c:pt idx="3774">
                  <c:v>23.710067480530999</c:v>
                </c:pt>
                <c:pt idx="3775">
                  <c:v>23.716992244906198</c:v>
                </c:pt>
                <c:pt idx="3776">
                  <c:v>23.723916209308197</c:v>
                </c:pt>
                <c:pt idx="3777">
                  <c:v>23.730839372830697</c:v>
                </c:pt>
                <c:pt idx="3778">
                  <c:v>23.737761734567499</c:v>
                </c:pt>
                <c:pt idx="3779">
                  <c:v>23.744683293612198</c:v>
                </c:pt>
                <c:pt idx="3780">
                  <c:v>23.751604049058404</c:v>
                </c:pt>
                <c:pt idx="3781">
                  <c:v>23.758523999999998</c:v>
                </c:pt>
                <c:pt idx="3782">
                  <c:v>23.765443145530494</c:v>
                </c:pt>
                <c:pt idx="3783">
                  <c:v>23.772361484743698</c:v>
                </c:pt>
                <c:pt idx="3784">
                  <c:v>23.779279016733195</c:v>
                </c:pt>
                <c:pt idx="3785">
                  <c:v>23.786195740592799</c:v>
                </c:pt>
                <c:pt idx="3786">
                  <c:v>23.793111655416105</c:v>
                </c:pt>
                <c:pt idx="3787">
                  <c:v>23.800026760296703</c:v>
                </c:pt>
                <c:pt idx="3788">
                  <c:v>23.806941054328501</c:v>
                </c:pt>
                <c:pt idx="3789">
                  <c:v>23.813854536605003</c:v>
                </c:pt>
                <c:pt idx="3790">
                  <c:v>23.820767206219998</c:v>
                </c:pt>
                <c:pt idx="3791">
                  <c:v>23.827679062267102</c:v>
                </c:pt>
                <c:pt idx="3792">
                  <c:v>23.834590103840103</c:v>
                </c:pt>
                <c:pt idx="3793">
                  <c:v>23.841500330032595</c:v>
                </c:pt>
                <c:pt idx="3794">
                  <c:v>23.848409739938198</c:v>
                </c:pt>
                <c:pt idx="3795">
                  <c:v>23.8553183326508</c:v>
                </c:pt>
                <c:pt idx="3796">
                  <c:v>23.862226107263893</c:v>
                </c:pt>
                <c:pt idx="3797">
                  <c:v>23.869133062871295</c:v>
                </c:pt>
                <c:pt idx="3798">
                  <c:v>23.876039198566698</c:v>
                </c:pt>
                <c:pt idx="3799">
                  <c:v>23.882944513443697</c:v>
                </c:pt>
                <c:pt idx="3800">
                  <c:v>23.889849006595991</c:v>
                </c:pt>
                <c:pt idx="3801">
                  <c:v>23.896752677117291</c:v>
                </c:pt>
                <c:pt idx="3802">
                  <c:v>23.903655524101197</c:v>
                </c:pt>
                <c:pt idx="3803">
                  <c:v>23.910557546641595</c:v>
                </c:pt>
                <c:pt idx="3804">
                  <c:v>23.917458743832004</c:v>
                </c:pt>
                <c:pt idx="3805">
                  <c:v>23.924359114766197</c:v>
                </c:pt>
                <c:pt idx="3806">
                  <c:v>23.9312586585378</c:v>
                </c:pt>
                <c:pt idx="3807">
                  <c:v>23.9381573742405</c:v>
                </c:pt>
                <c:pt idx="3808">
                  <c:v>23.945055260968097</c:v>
                </c:pt>
                <c:pt idx="3809">
                  <c:v>23.951952317814104</c:v>
                </c:pt>
                <c:pt idx="3810">
                  <c:v>23.958848543872296</c:v>
                </c:pt>
                <c:pt idx="3811">
                  <c:v>23.965743938236393</c:v>
                </c:pt>
                <c:pt idx="3812">
                  <c:v>23.972638499999995</c:v>
                </c:pt>
                <c:pt idx="3813">
                  <c:v>23.979532228256897</c:v>
                </c:pt>
                <c:pt idx="3814">
                  <c:v>23.986425122100599</c:v>
                </c:pt>
                <c:pt idx="3815">
                  <c:v>23.993317180624995</c:v>
                </c:pt>
                <c:pt idx="3816">
                  <c:v>24.000208402923697</c:v>
                </c:pt>
                <c:pt idx="3817">
                  <c:v>24.007098788090403</c:v>
                </c:pt>
                <c:pt idx="3818">
                  <c:v>24.013988335218702</c:v>
                </c:pt>
                <c:pt idx="3819">
                  <c:v>24.020877043402404</c:v>
                </c:pt>
                <c:pt idx="3820">
                  <c:v>24.027764911735098</c:v>
                </c:pt>
                <c:pt idx="3821">
                  <c:v>24.034651939310503</c:v>
                </c:pt>
                <c:pt idx="3822">
                  <c:v>24.041538125222399</c:v>
                </c:pt>
                <c:pt idx="3823">
                  <c:v>24.048423468564298</c:v>
                </c:pt>
                <c:pt idx="3824">
                  <c:v>24.0553079684301</c:v>
                </c:pt>
                <c:pt idx="3825">
                  <c:v>24.062191623913296</c:v>
                </c:pt>
                <c:pt idx="3826">
                  <c:v>24.069074434107595</c:v>
                </c:pt>
                <c:pt idx="3827">
                  <c:v>24.075956398106801</c:v>
                </c:pt>
                <c:pt idx="3828">
                  <c:v>24.082837515004499</c:v>
                </c:pt>
                <c:pt idx="3829">
                  <c:v>24.0897177838945</c:v>
                </c:pt>
                <c:pt idx="3830">
                  <c:v>24.096597203870296</c:v>
                </c:pt>
                <c:pt idx="3831">
                  <c:v>24.1034757740257</c:v>
                </c:pt>
                <c:pt idx="3832">
                  <c:v>24.110353493454408</c:v>
                </c:pt>
                <c:pt idx="3833">
                  <c:v>24.117230361250009</c:v>
                </c:pt>
                <c:pt idx="3834">
                  <c:v>24.124106376506298</c:v>
                </c:pt>
                <c:pt idx="3835">
                  <c:v>24.130981538316902</c:v>
                </c:pt>
                <c:pt idx="3836">
                  <c:v>24.137855845775604</c:v>
                </c:pt>
                <c:pt idx="3837">
                  <c:v>24.144729297975893</c:v>
                </c:pt>
                <c:pt idx="3838">
                  <c:v>24.151601894011598</c:v>
                </c:pt>
                <c:pt idx="3839">
                  <c:v>24.158473632976396</c:v>
                </c:pt>
                <c:pt idx="3840">
                  <c:v>24.165344513963888</c:v>
                </c:pt>
                <c:pt idx="3841">
                  <c:v>24.172214536067894</c:v>
                </c:pt>
                <c:pt idx="3842">
                  <c:v>24.179083698382101</c:v>
                </c:pt>
                <c:pt idx="3843">
                  <c:v>24.185952</c:v>
                </c:pt>
                <c:pt idx="3844">
                  <c:v>24.192819440015395</c:v>
                </c:pt>
                <c:pt idx="3845">
                  <c:v>24.199686017522097</c:v>
                </c:pt>
                <c:pt idx="3846">
                  <c:v>24.206551731613601</c:v>
                </c:pt>
                <c:pt idx="3847">
                  <c:v>24.213416581383594</c:v>
                </c:pt>
                <c:pt idx="3848">
                  <c:v>24.220280565925997</c:v>
                </c:pt>
                <c:pt idx="3849">
                  <c:v>24.227143684334198</c:v>
                </c:pt>
                <c:pt idx="3850">
                  <c:v>24.2340059357021</c:v>
                </c:pt>
                <c:pt idx="3851">
                  <c:v>24.240867319123197</c:v>
                </c:pt>
                <c:pt idx="3852">
                  <c:v>24.247727833691396</c:v>
                </c:pt>
                <c:pt idx="3853">
                  <c:v>24.254587478500195</c:v>
                </c:pt>
                <c:pt idx="3854">
                  <c:v>24.261446252643392</c:v>
                </c:pt>
                <c:pt idx="3855">
                  <c:v>24.2683041552147</c:v>
                </c:pt>
                <c:pt idx="3856">
                  <c:v>24.275161185307599</c:v>
                </c:pt>
                <c:pt idx="3857">
                  <c:v>24.282017342015997</c:v>
                </c:pt>
                <c:pt idx="3858">
                  <c:v>24.288872624433598</c:v>
                </c:pt>
                <c:pt idx="3859">
                  <c:v>24.295727031653893</c:v>
                </c:pt>
                <c:pt idx="3860">
                  <c:v>24.302580562770597</c:v>
                </c:pt>
                <c:pt idx="3861">
                  <c:v>24.309433216877597</c:v>
                </c:pt>
                <c:pt idx="3862">
                  <c:v>24.316284993068404</c:v>
                </c:pt>
                <c:pt idx="3863">
                  <c:v>24.323135890436699</c:v>
                </c:pt>
                <c:pt idx="3864">
                  <c:v>24.329985908076303</c:v>
                </c:pt>
                <c:pt idx="3865">
                  <c:v>24.336835045080704</c:v>
                </c:pt>
                <c:pt idx="3866">
                  <c:v>24.343683300543791</c:v>
                </c:pt>
                <c:pt idx="3867">
                  <c:v>24.350530673559096</c:v>
                </c:pt>
                <c:pt idx="3868">
                  <c:v>24.357377163220402</c:v>
                </c:pt>
                <c:pt idx="3869">
                  <c:v>24.364222768621396</c:v>
                </c:pt>
                <c:pt idx="3870">
                  <c:v>24.371067488855704</c:v>
                </c:pt>
                <c:pt idx="3871">
                  <c:v>24.377911323017006</c:v>
                </c:pt>
                <c:pt idx="3872">
                  <c:v>24.384754270199096</c:v>
                </c:pt>
                <c:pt idx="3873">
                  <c:v>24.391596329495503</c:v>
                </c:pt>
                <c:pt idx="3874">
                  <c:v>24.398437499999996</c:v>
                </c:pt>
                <c:pt idx="3875">
                  <c:v>24.405277780806298</c:v>
                </c:pt>
                <c:pt idx="3876">
                  <c:v>24.412117171007996</c:v>
                </c:pt>
                <c:pt idx="3877">
                  <c:v>24.418955669698907</c:v>
                </c:pt>
                <c:pt idx="3878">
                  <c:v>24.425793275972595</c:v>
                </c:pt>
                <c:pt idx="3879">
                  <c:v>24.432629988922788</c:v>
                </c:pt>
                <c:pt idx="3880">
                  <c:v>24.439465807643295</c:v>
                </c:pt>
                <c:pt idx="3881">
                  <c:v>24.446300731227591</c:v>
                </c:pt>
                <c:pt idx="3882">
                  <c:v>24.453134758769398</c:v>
                </c:pt>
                <c:pt idx="3883">
                  <c:v>24.459967889362595</c:v>
                </c:pt>
                <c:pt idx="3884">
                  <c:v>24.466800122100601</c:v>
                </c:pt>
                <c:pt idx="3885">
                  <c:v>24.473631456077296</c:v>
                </c:pt>
                <c:pt idx="3886">
                  <c:v>24.480461890386398</c:v>
                </c:pt>
                <c:pt idx="3887">
                  <c:v>24.487291424121391</c:v>
                </c:pt>
                <c:pt idx="3888">
                  <c:v>24.494120056376097</c:v>
                </c:pt>
                <c:pt idx="3889">
                  <c:v>24.5009477862442</c:v>
                </c:pt>
                <c:pt idx="3890">
                  <c:v>24.507774612819301</c:v>
                </c:pt>
                <c:pt idx="3891">
                  <c:v>24.514600535195196</c:v>
                </c:pt>
                <c:pt idx="3892">
                  <c:v>24.521425552465502</c:v>
                </c:pt>
                <c:pt idx="3893">
                  <c:v>24.528249663723891</c:v>
                </c:pt>
                <c:pt idx="3894">
                  <c:v>24.535072868064198</c:v>
                </c:pt>
                <c:pt idx="3895">
                  <c:v>24.541895164579898</c:v>
                </c:pt>
                <c:pt idx="3896">
                  <c:v>24.548716552364795</c:v>
                </c:pt>
                <c:pt idx="3897">
                  <c:v>24.555537030512596</c:v>
                </c:pt>
                <c:pt idx="3898">
                  <c:v>24.562356598116896</c:v>
                </c:pt>
                <c:pt idx="3899">
                  <c:v>24.5691752542714</c:v>
                </c:pt>
                <c:pt idx="3900">
                  <c:v>24.575992998069896</c:v>
                </c:pt>
                <c:pt idx="3901">
                  <c:v>24.582809828605996</c:v>
                </c:pt>
                <c:pt idx="3902">
                  <c:v>24.589625744973294</c:v>
                </c:pt>
                <c:pt idx="3903">
                  <c:v>24.596440746265696</c:v>
                </c:pt>
                <c:pt idx="3904">
                  <c:v>24.603254831576699</c:v>
                </c:pt>
                <c:pt idx="3905">
                  <c:v>24.610067999999998</c:v>
                </c:pt>
                <c:pt idx="3906">
                  <c:v>24.616880250629404</c:v>
                </c:pt>
                <c:pt idx="3907">
                  <c:v>24.6236915825585</c:v>
                </c:pt>
                <c:pt idx="3908">
                  <c:v>24.630501994881001</c:v>
                </c:pt>
                <c:pt idx="3909">
                  <c:v>24.637311486690606</c:v>
                </c:pt>
                <c:pt idx="3910">
                  <c:v>24.644120057081</c:v>
                </c:pt>
                <c:pt idx="3911">
                  <c:v>24.650927705145801</c:v>
                </c:pt>
                <c:pt idx="3912">
                  <c:v>24.657734429978898</c:v>
                </c:pt>
                <c:pt idx="3913">
                  <c:v>24.664540230673694</c:v>
                </c:pt>
                <c:pt idx="3914">
                  <c:v>24.6713451063241</c:v>
                </c:pt>
                <c:pt idx="3915">
                  <c:v>24.678149056023596</c:v>
                </c:pt>
                <c:pt idx="3916">
                  <c:v>24.6849520788661</c:v>
                </c:pt>
                <c:pt idx="3917">
                  <c:v>24.691754173945199</c:v>
                </c:pt>
                <c:pt idx="3918">
                  <c:v>24.698555340354503</c:v>
                </c:pt>
                <c:pt idx="3919">
                  <c:v>24.705355577187696</c:v>
                </c:pt>
                <c:pt idx="3920">
                  <c:v>24.712154883538702</c:v>
                </c:pt>
                <c:pt idx="3921">
                  <c:v>24.7189532585009</c:v>
                </c:pt>
                <c:pt idx="3922">
                  <c:v>24.725750701168096</c:v>
                </c:pt>
                <c:pt idx="3923">
                  <c:v>24.732547210634095</c:v>
                </c:pt>
                <c:pt idx="3924">
                  <c:v>24.739342785992395</c:v>
                </c:pt>
                <c:pt idx="3925">
                  <c:v>24.746137426336798</c:v>
                </c:pt>
                <c:pt idx="3926">
                  <c:v>24.752931130760995</c:v>
                </c:pt>
                <c:pt idx="3927">
                  <c:v>24.759723898358597</c:v>
                </c:pt>
                <c:pt idx="3928">
                  <c:v>24.766515728223297</c:v>
                </c:pt>
                <c:pt idx="3929">
                  <c:v>24.7733066194488</c:v>
                </c:pt>
                <c:pt idx="3930">
                  <c:v>24.78009657112889</c:v>
                </c:pt>
                <c:pt idx="3931">
                  <c:v>24.786885582357097</c:v>
                </c:pt>
                <c:pt idx="3932">
                  <c:v>24.793673652227195</c:v>
                </c:pt>
                <c:pt idx="3933">
                  <c:v>24.8004607798328</c:v>
                </c:pt>
                <c:pt idx="3934">
                  <c:v>24.807246964267698</c:v>
                </c:pt>
                <c:pt idx="3935">
                  <c:v>24.814032204625597</c:v>
                </c:pt>
                <c:pt idx="3936">
                  <c:v>24.820816499999999</c:v>
                </c:pt>
                <c:pt idx="3937">
                  <c:v>24.827599849484699</c:v>
                </c:pt>
                <c:pt idx="3938">
                  <c:v>24.834382252173498</c:v>
                </c:pt>
                <c:pt idx="3939">
                  <c:v>24.8411637071599</c:v>
                </c:pt>
                <c:pt idx="3940">
                  <c:v>24.847944213537595</c:v>
                </c:pt>
                <c:pt idx="3941">
                  <c:v>24.854723770400501</c:v>
                </c:pt>
                <c:pt idx="3942">
                  <c:v>24.861502376841997</c:v>
                </c:pt>
                <c:pt idx="3943">
                  <c:v>24.868280031955997</c:v>
                </c:pt>
                <c:pt idx="3944">
                  <c:v>24.875056734836001</c:v>
                </c:pt>
                <c:pt idx="3945">
                  <c:v>24.881832484575895</c:v>
                </c:pt>
                <c:pt idx="3946">
                  <c:v>24.888607280269188</c:v>
                </c:pt>
                <c:pt idx="3947">
                  <c:v>24.895381121009702</c:v>
                </c:pt>
                <c:pt idx="3948">
                  <c:v>24.902154005890999</c:v>
                </c:pt>
                <c:pt idx="3949">
                  <c:v>24.908925934006895</c:v>
                </c:pt>
                <c:pt idx="3950">
                  <c:v>24.915696904450996</c:v>
                </c:pt>
                <c:pt idx="3951">
                  <c:v>24.922466916316996</c:v>
                </c:pt>
                <c:pt idx="3952">
                  <c:v>24.929235968698602</c:v>
                </c:pt>
                <c:pt idx="3953">
                  <c:v>24.936004060689498</c:v>
                </c:pt>
                <c:pt idx="3954">
                  <c:v>24.942771191383294</c:v>
                </c:pt>
                <c:pt idx="3955">
                  <c:v>24.949537359873794</c:v>
                </c:pt>
                <c:pt idx="3956">
                  <c:v>24.9563025652546</c:v>
                </c:pt>
                <c:pt idx="3957">
                  <c:v>24.963066806619498</c:v>
                </c:pt>
                <c:pt idx="3958">
                  <c:v>24.969830083061996</c:v>
                </c:pt>
                <c:pt idx="3959">
                  <c:v>24.976592393675894</c:v>
                </c:pt>
                <c:pt idx="3960">
                  <c:v>24.983353737554996</c:v>
                </c:pt>
                <c:pt idx="3961">
                  <c:v>24.990114113792799</c:v>
                </c:pt>
                <c:pt idx="3962">
                  <c:v>24.996873521483</c:v>
                </c:pt>
                <c:pt idx="3963">
                  <c:v>25.003631959719396</c:v>
                </c:pt>
                <c:pt idx="3964">
                  <c:v>25.010389427595605</c:v>
                </c:pt>
                <c:pt idx="3965">
                  <c:v>25.017145924205298</c:v>
                </c:pt>
                <c:pt idx="3966">
                  <c:v>25.023901448642203</c:v>
                </c:pt>
                <c:pt idx="3967">
                  <c:v>25.030656</c:v>
                </c:pt>
                <c:pt idx="3968">
                  <c:v>25.037409577372397</c:v>
                </c:pt>
                <c:pt idx="3969">
                  <c:v>25.044162179853</c:v>
                </c:pt>
                <c:pt idx="3970">
                  <c:v>25.050913806535497</c:v>
                </c:pt>
                <c:pt idx="3971">
                  <c:v>25.057664456513702</c:v>
                </c:pt>
                <c:pt idx="3972">
                  <c:v>25.0644141288812</c:v>
                </c:pt>
                <c:pt idx="3973">
                  <c:v>25.071162822731697</c:v>
                </c:pt>
                <c:pt idx="3974">
                  <c:v>25.0779105371589</c:v>
                </c:pt>
                <c:pt idx="3975">
                  <c:v>25.0846572712564</c:v>
                </c:pt>
                <c:pt idx="3976">
                  <c:v>25.091403024118001</c:v>
                </c:pt>
                <c:pt idx="3977">
                  <c:v>25.098147794837395</c:v>
                </c:pt>
                <c:pt idx="3978">
                  <c:v>25.104891582508102</c:v>
                </c:pt>
                <c:pt idx="3979">
                  <c:v>25.111634386224001</c:v>
                </c:pt>
                <c:pt idx="3980">
                  <c:v>25.1183762050787</c:v>
                </c:pt>
                <c:pt idx="3981">
                  <c:v>25.125117038165893</c:v>
                </c:pt>
                <c:pt idx="3982">
                  <c:v>25.1318568845792</c:v>
                </c:pt>
                <c:pt idx="3983">
                  <c:v>25.138595743412402</c:v>
                </c:pt>
                <c:pt idx="3984">
                  <c:v>25.145333613759195</c:v>
                </c:pt>
                <c:pt idx="3985">
                  <c:v>25.1520704947132</c:v>
                </c:pt>
                <c:pt idx="3986">
                  <c:v>25.158806385368099</c:v>
                </c:pt>
                <c:pt idx="3987">
                  <c:v>25.165541284817596</c:v>
                </c:pt>
                <c:pt idx="3988">
                  <c:v>25.172275192155301</c:v>
                </c:pt>
                <c:pt idx="3989">
                  <c:v>25.179008106475102</c:v>
                </c:pt>
                <c:pt idx="3990">
                  <c:v>25.185740026870498</c:v>
                </c:pt>
                <c:pt idx="3991">
                  <c:v>25.192470952435297</c:v>
                </c:pt>
                <c:pt idx="3992">
                  <c:v>25.199200882263096</c:v>
                </c:pt>
                <c:pt idx="3993">
                  <c:v>25.205929815447597</c:v>
                </c:pt>
                <c:pt idx="3994">
                  <c:v>25.212657751082503</c:v>
                </c:pt>
                <c:pt idx="3995">
                  <c:v>25.219384688261599</c:v>
                </c:pt>
                <c:pt idx="3996">
                  <c:v>25.226110626078395</c:v>
                </c:pt>
                <c:pt idx="3997">
                  <c:v>25.232835563626601</c:v>
                </c:pt>
                <c:pt idx="3998">
                  <c:v>25.239559499999999</c:v>
                </c:pt>
                <c:pt idx="3999">
                  <c:v>25.246282434292198</c:v>
                </c:pt>
                <c:pt idx="4000">
                  <c:v>25.253004365597</c:v>
                </c:pt>
                <c:pt idx="4001">
                  <c:v>25.259725293008</c:v>
                </c:pt>
                <c:pt idx="4002">
                  <c:v>25.266445215618795</c:v>
                </c:pt>
                <c:pt idx="4003">
                  <c:v>25.273164132523195</c:v>
                </c:pt>
                <c:pt idx="4004">
                  <c:v>25.279882042814901</c:v>
                </c:pt>
                <c:pt idx="4005">
                  <c:v>25.286598945587595</c:v>
                </c:pt>
                <c:pt idx="4006">
                  <c:v>25.293314839934894</c:v>
                </c:pt>
                <c:pt idx="4007">
                  <c:v>25.300029724950505</c:v>
                </c:pt>
                <c:pt idx="4008">
                  <c:v>25.306743599728094</c:v>
                </c:pt>
                <c:pt idx="4009">
                  <c:v>25.313456463361401</c:v>
                </c:pt>
                <c:pt idx="4010">
                  <c:v>25.320168314944105</c:v>
                </c:pt>
                <c:pt idx="4011">
                  <c:v>25.326879153569902</c:v>
                </c:pt>
                <c:pt idx="4012">
                  <c:v>25.333588978332401</c:v>
                </c:pt>
                <c:pt idx="4013">
                  <c:v>25.340297788325298</c:v>
                </c:pt>
                <c:pt idx="4014">
                  <c:v>25.347005582642399</c:v>
                </c:pt>
                <c:pt idx="4015">
                  <c:v>25.353712360377294</c:v>
                </c:pt>
                <c:pt idx="4016">
                  <c:v>25.360418120623699</c:v>
                </c:pt>
                <c:pt idx="4017">
                  <c:v>25.367122862475195</c:v>
                </c:pt>
                <c:pt idx="4018">
                  <c:v>25.373826585025697</c:v>
                </c:pt>
                <c:pt idx="4019">
                  <c:v>25.380529287368692</c:v>
                </c:pt>
                <c:pt idx="4020">
                  <c:v>25.387230968597898</c:v>
                </c:pt>
                <c:pt idx="4021">
                  <c:v>25.393931627807103</c:v>
                </c:pt>
                <c:pt idx="4022">
                  <c:v>25.400631264089796</c:v>
                </c:pt>
                <c:pt idx="4023">
                  <c:v>25.40732987653989</c:v>
                </c:pt>
                <c:pt idx="4024">
                  <c:v>25.414027464251003</c:v>
                </c:pt>
                <c:pt idx="4025">
                  <c:v>25.420724026316702</c:v>
                </c:pt>
                <c:pt idx="4026">
                  <c:v>25.427419561830796</c:v>
                </c:pt>
                <c:pt idx="4027">
                  <c:v>25.434114069886903</c:v>
                </c:pt>
                <c:pt idx="4028">
                  <c:v>25.440807549578697</c:v>
                </c:pt>
                <c:pt idx="4029">
                  <c:v>25.447500000000002</c:v>
                </c:pt>
                <c:pt idx="4030">
                  <c:v>25.454191420244403</c:v>
                </c:pt>
                <c:pt idx="4031">
                  <c:v>25.4608818094055</c:v>
                </c:pt>
                <c:pt idx="4032">
                  <c:v>25.467571166577198</c:v>
                </c:pt>
                <c:pt idx="4033">
                  <c:v>25.474259490852901</c:v>
                </c:pt>
                <c:pt idx="4034">
                  <c:v>25.480946781326594</c:v>
                </c:pt>
                <c:pt idx="4035">
                  <c:v>25.487633037091694</c:v>
                </c:pt>
                <c:pt idx="4036">
                  <c:v>25.494318257242099</c:v>
                </c:pt>
                <c:pt idx="4037">
                  <c:v>25.5010024408714</c:v>
                </c:pt>
                <c:pt idx="4038">
                  <c:v>25.507685587073297</c:v>
                </c:pt>
                <c:pt idx="4039">
                  <c:v>25.514367694941399</c:v>
                </c:pt>
                <c:pt idx="4040">
                  <c:v>25.5210487635695</c:v>
                </c:pt>
                <c:pt idx="4041">
                  <c:v>25.527728792051299</c:v>
                </c:pt>
                <c:pt idx="4042">
                  <c:v>25.534407779480404</c:v>
                </c:pt>
                <c:pt idx="4043">
                  <c:v>25.541085724950506</c:v>
                </c:pt>
                <c:pt idx="4044">
                  <c:v>25.547762627555297</c:v>
                </c:pt>
                <c:pt idx="4045">
                  <c:v>25.554438486388502</c:v>
                </c:pt>
                <c:pt idx="4046">
                  <c:v>25.561113300543791</c:v>
                </c:pt>
                <c:pt idx="4047">
                  <c:v>25.5677870691148</c:v>
                </c:pt>
                <c:pt idx="4048">
                  <c:v>25.574459791195299</c:v>
                </c:pt>
                <c:pt idx="4049">
                  <c:v>25.581131465879</c:v>
                </c:pt>
                <c:pt idx="4050">
                  <c:v>25.587802092259395</c:v>
                </c:pt>
                <c:pt idx="4051">
                  <c:v>25.594471669430405</c:v>
                </c:pt>
                <c:pt idx="4052">
                  <c:v>25.601140196485503</c:v>
                </c:pt>
                <c:pt idx="4053">
                  <c:v>25.607807672518504</c:v>
                </c:pt>
                <c:pt idx="4054">
                  <c:v>25.614474096623098</c:v>
                </c:pt>
                <c:pt idx="4055">
                  <c:v>25.621139467892998</c:v>
                </c:pt>
                <c:pt idx="4056">
                  <c:v>25.627803785421801</c:v>
                </c:pt>
                <c:pt idx="4057">
                  <c:v>25.6344670483032</c:v>
                </c:pt>
                <c:pt idx="4058">
                  <c:v>25.641129255630897</c:v>
                </c:pt>
                <c:pt idx="4059">
                  <c:v>25.647790406498604</c:v>
                </c:pt>
                <c:pt idx="4060">
                  <c:v>25.654450500000003</c:v>
                </c:pt>
                <c:pt idx="4061">
                  <c:v>25.661109535228796</c:v>
                </c:pt>
                <c:pt idx="4062">
                  <c:v>25.667767511278601</c:v>
                </c:pt>
                <c:pt idx="4063">
                  <c:v>25.674424427243103</c:v>
                </c:pt>
                <c:pt idx="4064">
                  <c:v>25.681080282216101</c:v>
                </c:pt>
                <c:pt idx="4065">
                  <c:v>25.687735075291197</c:v>
                </c:pt>
                <c:pt idx="4066">
                  <c:v>25.694388805562099</c:v>
                </c:pt>
                <c:pt idx="4067">
                  <c:v>25.701041472122498</c:v>
                </c:pt>
                <c:pt idx="4068">
                  <c:v>25.707693074065997</c:v>
                </c:pt>
                <c:pt idx="4069">
                  <c:v>25.714343610486399</c:v>
                </c:pt>
                <c:pt idx="4070">
                  <c:v>25.720993080477296</c:v>
                </c:pt>
                <c:pt idx="4071">
                  <c:v>25.727641483132498</c:v>
                </c:pt>
                <c:pt idx="4072">
                  <c:v>25.7342888175456</c:v>
                </c:pt>
                <c:pt idx="4073">
                  <c:v>25.7409350828102</c:v>
                </c:pt>
                <c:pt idx="4074">
                  <c:v>25.747580278020198</c:v>
                </c:pt>
                <c:pt idx="4075">
                  <c:v>25.754224402269099</c:v>
                </c:pt>
                <c:pt idx="4076">
                  <c:v>25.760867454650704</c:v>
                </c:pt>
                <c:pt idx="4077">
                  <c:v>25.767509434258699</c:v>
                </c:pt>
                <c:pt idx="4078">
                  <c:v>25.774150340186601</c:v>
                </c:pt>
                <c:pt idx="4079">
                  <c:v>25.780790171528292</c:v>
                </c:pt>
                <c:pt idx="4080">
                  <c:v>25.787428927377391</c:v>
                </c:pt>
                <c:pt idx="4081">
                  <c:v>25.794066606827599</c:v>
                </c:pt>
                <c:pt idx="4082">
                  <c:v>25.800703208972497</c:v>
                </c:pt>
                <c:pt idx="4083">
                  <c:v>25.807338732905897</c:v>
                </c:pt>
                <c:pt idx="4084">
                  <c:v>25.8139731777215</c:v>
                </c:pt>
                <c:pt idx="4085">
                  <c:v>25.820606542512795</c:v>
                </c:pt>
                <c:pt idx="4086">
                  <c:v>25.827238826373698</c:v>
                </c:pt>
                <c:pt idx="4087">
                  <c:v>25.833870028397804</c:v>
                </c:pt>
                <c:pt idx="4088">
                  <c:v>25.840500147678799</c:v>
                </c:pt>
                <c:pt idx="4089">
                  <c:v>25.8471291833104</c:v>
                </c:pt>
                <c:pt idx="4090">
                  <c:v>25.8537571343862</c:v>
                </c:pt>
                <c:pt idx="4091">
                  <c:v>25.860384</c:v>
                </c:pt>
                <c:pt idx="4092">
                  <c:v>25.8670097792454</c:v>
                </c:pt>
                <c:pt idx="4093">
                  <c:v>25.8736344712161</c:v>
                </c:pt>
                <c:pt idx="4094">
                  <c:v>25.880258075005898</c:v>
                </c:pt>
                <c:pt idx="4095">
                  <c:v>25.886880589708298</c:v>
                </c:pt>
                <c:pt idx="4096">
                  <c:v>25.893502014417095</c:v>
                </c:pt>
                <c:pt idx="4097">
                  <c:v>25.900122348225992</c:v>
                </c:pt>
                <c:pt idx="4098">
                  <c:v>25.906741590228595</c:v>
                </c:pt>
                <c:pt idx="4099">
                  <c:v>25.913359739518601</c:v>
                </c:pt>
                <c:pt idx="4100">
                  <c:v>25.9199767951898</c:v>
                </c:pt>
                <c:pt idx="4101">
                  <c:v>25.926592756335793</c:v>
                </c:pt>
                <c:pt idx="4102">
                  <c:v>25.933207622050301</c:v>
                </c:pt>
                <c:pt idx="4103">
                  <c:v>25.9398213914269</c:v>
                </c:pt>
                <c:pt idx="4104">
                  <c:v>25.946434063559497</c:v>
                </c:pt>
                <c:pt idx="4105">
                  <c:v>25.953045637541496</c:v>
                </c:pt>
                <c:pt idx="4106">
                  <c:v>25.959656112466899</c:v>
                </c:pt>
                <c:pt idx="4107">
                  <c:v>25.966265487429098</c:v>
                </c:pt>
                <c:pt idx="4108">
                  <c:v>25.972873761521896</c:v>
                </c:pt>
                <c:pt idx="4109">
                  <c:v>25.979480933839096</c:v>
                </c:pt>
                <c:pt idx="4110">
                  <c:v>25.986087003474196</c:v>
                </c:pt>
                <c:pt idx="4111">
                  <c:v>25.992691969520994</c:v>
                </c:pt>
                <c:pt idx="4112">
                  <c:v>25.999295831073091</c:v>
                </c:pt>
                <c:pt idx="4113">
                  <c:v>26.005898587224298</c:v>
                </c:pt>
                <c:pt idx="4114">
                  <c:v>26.012500237068195</c:v>
                </c:pt>
                <c:pt idx="4115">
                  <c:v>26.019100779698604</c:v>
                </c:pt>
                <c:pt idx="4116">
                  <c:v>26.025700214208996</c:v>
                </c:pt>
                <c:pt idx="4117">
                  <c:v>26.032298539693198</c:v>
                </c:pt>
                <c:pt idx="4118">
                  <c:v>26.038895755244905</c:v>
                </c:pt>
                <c:pt idx="4119">
                  <c:v>26.045491859957696</c:v>
                </c:pt>
                <c:pt idx="4120">
                  <c:v>26.052086852925392</c:v>
                </c:pt>
                <c:pt idx="4121">
                  <c:v>26.058680733241602</c:v>
                </c:pt>
                <c:pt idx="4122">
                  <c:v>26.065273499999996</c:v>
                </c:pt>
                <c:pt idx="4123">
                  <c:v>26.071865152294308</c:v>
                </c:pt>
                <c:pt idx="4124">
                  <c:v>26.078455689218202</c:v>
                </c:pt>
                <c:pt idx="4125">
                  <c:v>26.085045109865398</c:v>
                </c:pt>
                <c:pt idx="4126">
                  <c:v>26.091633413329497</c:v>
                </c:pt>
                <c:pt idx="4127">
                  <c:v>26.098220598704298</c:v>
                </c:pt>
                <c:pt idx="4128">
                  <c:v>26.104806665083409</c:v>
                </c:pt>
                <c:pt idx="4129">
                  <c:v>26.111391611560503</c:v>
                </c:pt>
                <c:pt idx="4130">
                  <c:v>26.117975437229408</c:v>
                </c:pt>
                <c:pt idx="4131">
                  <c:v>26.124558141183602</c:v>
                </c:pt>
                <c:pt idx="4132">
                  <c:v>26.131139722516902</c:v>
                </c:pt>
                <c:pt idx="4133">
                  <c:v>26.137720180322898</c:v>
                </c:pt>
                <c:pt idx="4134">
                  <c:v>26.144299513695401</c:v>
                </c:pt>
                <c:pt idx="4135">
                  <c:v>26.150877721728005</c:v>
                </c:pt>
                <c:pt idx="4136">
                  <c:v>26.157454803514504</c:v>
                </c:pt>
                <c:pt idx="4137">
                  <c:v>26.164030758148403</c:v>
                </c:pt>
                <c:pt idx="4138">
                  <c:v>26.170605584723596</c:v>
                </c:pt>
                <c:pt idx="4139">
                  <c:v>26.177179282333597</c:v>
                </c:pt>
                <c:pt idx="4140">
                  <c:v>26.183751850072195</c:v>
                </c:pt>
                <c:pt idx="4141">
                  <c:v>26.190323287032996</c:v>
                </c:pt>
                <c:pt idx="4142">
                  <c:v>26.196893592309799</c:v>
                </c:pt>
                <c:pt idx="4143">
                  <c:v>26.2034627649961</c:v>
                </c:pt>
                <c:pt idx="4144">
                  <c:v>26.210030804185795</c:v>
                </c:pt>
                <c:pt idx="4145">
                  <c:v>26.2165977089725</c:v>
                </c:pt>
                <c:pt idx="4146">
                  <c:v>26.223163478449898</c:v>
                </c:pt>
                <c:pt idx="4147">
                  <c:v>26.229728111711598</c:v>
                </c:pt>
                <c:pt idx="4148">
                  <c:v>26.236291607851399</c:v>
                </c:pt>
                <c:pt idx="4149">
                  <c:v>26.242853965962897</c:v>
                </c:pt>
                <c:pt idx="4150">
                  <c:v>26.249415185139796</c:v>
                </c:pt>
                <c:pt idx="4151">
                  <c:v>26.2559752644759</c:v>
                </c:pt>
                <c:pt idx="4152">
                  <c:v>26.262534203064693</c:v>
                </c:pt>
                <c:pt idx="4153">
                  <c:v>26.269091999999997</c:v>
                </c:pt>
                <c:pt idx="4154">
                  <c:v>26.275648654375498</c:v>
                </c:pt>
                <c:pt idx="4155">
                  <c:v>26.282204165284799</c:v>
                </c:pt>
                <c:pt idx="4156">
                  <c:v>26.288758531821692</c:v>
                </c:pt>
                <c:pt idx="4157">
                  <c:v>26.295311753079798</c:v>
                </c:pt>
                <c:pt idx="4158">
                  <c:v>26.301863828152804</c:v>
                </c:pt>
                <c:pt idx="4159">
                  <c:v>26.3084147561344</c:v>
                </c:pt>
                <c:pt idx="4160">
                  <c:v>26.314964536118303</c:v>
                </c:pt>
                <c:pt idx="4161">
                  <c:v>26.321513167198098</c:v>
                </c:pt>
                <c:pt idx="4162">
                  <c:v>26.328060648467702</c:v>
                </c:pt>
                <c:pt idx="4163">
                  <c:v>26.334606979020499</c:v>
                </c:pt>
                <c:pt idx="4164">
                  <c:v>26.341152157950404</c:v>
                </c:pt>
                <c:pt idx="4165">
                  <c:v>26.347696184350998</c:v>
                </c:pt>
                <c:pt idx="4166">
                  <c:v>26.354239057316001</c:v>
                </c:pt>
                <c:pt idx="4167">
                  <c:v>26.360780775938991</c:v>
                </c:pt>
                <c:pt idx="4168">
                  <c:v>26.367321339313897</c:v>
                </c:pt>
                <c:pt idx="4169">
                  <c:v>26.373860746534202</c:v>
                </c:pt>
                <c:pt idx="4170">
                  <c:v>26.3803989966936</c:v>
                </c:pt>
                <c:pt idx="4171">
                  <c:v>26.386936088885896</c:v>
                </c:pt>
                <c:pt idx="4172">
                  <c:v>26.393472022204701</c:v>
                </c:pt>
                <c:pt idx="4173">
                  <c:v>26.400006795743696</c:v>
                </c:pt>
                <c:pt idx="4174">
                  <c:v>26.406540408596602</c:v>
                </c:pt>
                <c:pt idx="4175">
                  <c:v>26.413072859856999</c:v>
                </c:pt>
                <c:pt idx="4176">
                  <c:v>26.419604148618703</c:v>
                </c:pt>
                <c:pt idx="4177">
                  <c:v>26.426134273975393</c:v>
                </c:pt>
                <c:pt idx="4178">
                  <c:v>26.432663235020591</c:v>
                </c:pt>
                <c:pt idx="4179">
                  <c:v>26.4391910308482</c:v>
                </c:pt>
                <c:pt idx="4180">
                  <c:v>26.445717660551793</c:v>
                </c:pt>
                <c:pt idx="4181">
                  <c:v>26.452243123225095</c:v>
                </c:pt>
                <c:pt idx="4182">
                  <c:v>26.458767417961791</c:v>
                </c:pt>
                <c:pt idx="4183">
                  <c:v>26.465290543855495</c:v>
                </c:pt>
                <c:pt idx="4184">
                  <c:v>26.471812499999999</c:v>
                </c:pt>
                <c:pt idx="4185">
                  <c:v>26.478333285488894</c:v>
                </c:pt>
                <c:pt idx="4186">
                  <c:v>26.484852899415895</c:v>
                </c:pt>
                <c:pt idx="4187">
                  <c:v>26.4913713408748</c:v>
                </c:pt>
                <c:pt idx="4188">
                  <c:v>26.497888608959101</c:v>
                </c:pt>
                <c:pt idx="4189">
                  <c:v>26.504404702762599</c:v>
                </c:pt>
                <c:pt idx="4190">
                  <c:v>26.5109196213789</c:v>
                </c:pt>
                <c:pt idx="4191">
                  <c:v>26.517433363901802</c:v>
                </c:pt>
                <c:pt idx="4192">
                  <c:v>26.523945929425</c:v>
                </c:pt>
                <c:pt idx="4193">
                  <c:v>26.530457317042103</c:v>
                </c:pt>
                <c:pt idx="4194">
                  <c:v>26.536967525846702</c:v>
                </c:pt>
                <c:pt idx="4195">
                  <c:v>26.543476554932695</c:v>
                </c:pt>
                <c:pt idx="4196">
                  <c:v>26.549984403393601</c:v>
                </c:pt>
                <c:pt idx="4197">
                  <c:v>26.556491070323293</c:v>
                </c:pt>
                <c:pt idx="4198">
                  <c:v>26.562996554815197</c:v>
                </c:pt>
                <c:pt idx="4199">
                  <c:v>26.569500855963192</c:v>
                </c:pt>
                <c:pt idx="4200">
                  <c:v>26.576003972860896</c:v>
                </c:pt>
                <c:pt idx="4201">
                  <c:v>26.582505904602098</c:v>
                </c:pt>
                <c:pt idx="4202">
                  <c:v>26.589006650280297</c:v>
                </c:pt>
                <c:pt idx="4203">
                  <c:v>26.595506208989292</c:v>
                </c:pt>
                <c:pt idx="4204">
                  <c:v>26.602004579822797</c:v>
                </c:pt>
                <c:pt idx="4205">
                  <c:v>26.608501761874404</c:v>
                </c:pt>
                <c:pt idx="4206">
                  <c:v>26.614997754237905</c:v>
                </c:pt>
                <c:pt idx="4207">
                  <c:v>26.6214925560068</c:v>
                </c:pt>
                <c:pt idx="4208">
                  <c:v>26.627986166275104</c:v>
                </c:pt>
                <c:pt idx="4209">
                  <c:v>26.6344785841362</c:v>
                </c:pt>
                <c:pt idx="4210">
                  <c:v>26.640969808683799</c:v>
                </c:pt>
                <c:pt idx="4211">
                  <c:v>26.647459839011795</c:v>
                </c:pt>
                <c:pt idx="4212">
                  <c:v>26.653948674213705</c:v>
                </c:pt>
                <c:pt idx="4213">
                  <c:v>26.660436313383194</c:v>
                </c:pt>
                <c:pt idx="4214">
                  <c:v>26.666922755614102</c:v>
                </c:pt>
                <c:pt idx="4215">
                  <c:v>26.673407999999995</c:v>
                </c:pt>
                <c:pt idx="4216">
                  <c:v>26.679892045634602</c:v>
                </c:pt>
                <c:pt idx="4217">
                  <c:v>26.686374891611599</c:v>
                </c:pt>
                <c:pt idx="4218">
                  <c:v>26.6928565370246</c:v>
                </c:pt>
                <c:pt idx="4219">
                  <c:v>26.699336980967391</c:v>
                </c:pt>
                <c:pt idx="4220">
                  <c:v>26.705816222533695</c:v>
                </c:pt>
                <c:pt idx="4221">
                  <c:v>26.712294260817</c:v>
                </c:pt>
                <c:pt idx="4222">
                  <c:v>26.718771094911197</c:v>
                </c:pt>
                <c:pt idx="4223">
                  <c:v>26.725246723909894</c:v>
                </c:pt>
                <c:pt idx="4224">
                  <c:v>26.7317211469068</c:v>
                </c:pt>
                <c:pt idx="4225">
                  <c:v>26.7381943629955</c:v>
                </c:pt>
                <c:pt idx="4226">
                  <c:v>26.744666371269794</c:v>
                </c:pt>
                <c:pt idx="4227">
                  <c:v>26.751137170823402</c:v>
                </c:pt>
                <c:pt idx="4228">
                  <c:v>26.757606760749898</c:v>
                </c:pt>
                <c:pt idx="4229">
                  <c:v>26.764075140142999</c:v>
                </c:pt>
                <c:pt idx="4230">
                  <c:v>26.770542308096395</c:v>
                </c:pt>
                <c:pt idx="4231">
                  <c:v>26.777008263703799</c:v>
                </c:pt>
                <c:pt idx="4232">
                  <c:v>26.783473006058902</c:v>
                </c:pt>
                <c:pt idx="4233">
                  <c:v>26.789936534255293</c:v>
                </c:pt>
                <c:pt idx="4234">
                  <c:v>26.796398847386797</c:v>
                </c:pt>
                <c:pt idx="4235">
                  <c:v>26.802859944546999</c:v>
                </c:pt>
                <c:pt idx="4236">
                  <c:v>26.809319824829597</c:v>
                </c:pt>
                <c:pt idx="4237">
                  <c:v>26.815778487328405</c:v>
                </c:pt>
                <c:pt idx="4238">
                  <c:v>26.822235931136891</c:v>
                </c:pt>
                <c:pt idx="4239">
                  <c:v>26.828692155348897</c:v>
                </c:pt>
                <c:pt idx="4240">
                  <c:v>26.835147159058103</c:v>
                </c:pt>
                <c:pt idx="4241">
                  <c:v>26.841600941358099</c:v>
                </c:pt>
                <c:pt idx="4242">
                  <c:v>26.848053501342697</c:v>
                </c:pt>
                <c:pt idx="4243">
                  <c:v>26.854504838105495</c:v>
                </c:pt>
                <c:pt idx="4244">
                  <c:v>26.860954950740201</c:v>
                </c:pt>
                <c:pt idx="4245">
                  <c:v>26.867403838340397</c:v>
                </c:pt>
                <c:pt idx="4246">
                  <c:v>26.873851500000004</c:v>
                </c:pt>
                <c:pt idx="4247">
                  <c:v>26.8802979348125</c:v>
                </c:pt>
                <c:pt idx="4248">
                  <c:v>26.886743141871694</c:v>
                </c:pt>
                <c:pt idx="4249">
                  <c:v>26.8931871202712</c:v>
                </c:pt>
                <c:pt idx="4250">
                  <c:v>26.899629869104796</c:v>
                </c:pt>
                <c:pt idx="4251">
                  <c:v>26.906071387466</c:v>
                </c:pt>
                <c:pt idx="4252">
                  <c:v>26.912511674448702</c:v>
                </c:pt>
                <c:pt idx="4253">
                  <c:v>26.918950729146403</c:v>
                </c:pt>
                <c:pt idx="4254">
                  <c:v>26.925388550652897</c:v>
                </c:pt>
                <c:pt idx="4255">
                  <c:v>26.9318251380618</c:v>
                </c:pt>
                <c:pt idx="4256">
                  <c:v>26.938260490466899</c:v>
                </c:pt>
                <c:pt idx="4257">
                  <c:v>26.944694606961793</c:v>
                </c:pt>
                <c:pt idx="4258">
                  <c:v>26.951127486640299</c:v>
                </c:pt>
                <c:pt idx="4259">
                  <c:v>26.9575591285959</c:v>
                </c:pt>
                <c:pt idx="4260">
                  <c:v>26.963989531922394</c:v>
                </c:pt>
                <c:pt idx="4261">
                  <c:v>26.970418695713498</c:v>
                </c:pt>
                <c:pt idx="4262">
                  <c:v>26.976846619062798</c:v>
                </c:pt>
                <c:pt idx="4263">
                  <c:v>26.983273301064095</c:v>
                </c:pt>
                <c:pt idx="4264">
                  <c:v>26.989698740810997</c:v>
                </c:pt>
                <c:pt idx="4265">
                  <c:v>26.996122937397192</c:v>
                </c:pt>
                <c:pt idx="4266">
                  <c:v>27.002545889916398</c:v>
                </c:pt>
                <c:pt idx="4267">
                  <c:v>27.008967597462295</c:v>
                </c:pt>
                <c:pt idx="4268">
                  <c:v>27.0153880591286</c:v>
                </c:pt>
                <c:pt idx="4269">
                  <c:v>27.0218072740089</c:v>
                </c:pt>
                <c:pt idx="4270">
                  <c:v>27.028225241196996</c:v>
                </c:pt>
                <c:pt idx="4271">
                  <c:v>27.034641959786505</c:v>
                </c:pt>
                <c:pt idx="4272">
                  <c:v>27.041057428871103</c:v>
                </c:pt>
                <c:pt idx="4273">
                  <c:v>27.047471647544601</c:v>
                </c:pt>
                <c:pt idx="4274">
                  <c:v>27.053884614900504</c:v>
                </c:pt>
                <c:pt idx="4275">
                  <c:v>27.060296330032596</c:v>
                </c:pt>
                <c:pt idx="4276">
                  <c:v>27.066706792034495</c:v>
                </c:pt>
                <c:pt idx="4277">
                  <c:v>27.073115999999999</c:v>
                </c:pt>
                <c:pt idx="4278">
                  <c:v>27.079523953022697</c:v>
                </c:pt>
                <c:pt idx="4279">
                  <c:v>27.085930650196396</c:v>
                </c:pt>
                <c:pt idx="4280">
                  <c:v>27.092336090614602</c:v>
                </c:pt>
                <c:pt idx="4281">
                  <c:v>27.098740273371188</c:v>
                </c:pt>
                <c:pt idx="4282">
                  <c:v>27.105143197559695</c:v>
                </c:pt>
                <c:pt idx="4283">
                  <c:v>27.111544862273799</c:v>
                </c:pt>
                <c:pt idx="4284">
                  <c:v>27.117945266607407</c:v>
                </c:pt>
                <c:pt idx="4285">
                  <c:v>27.124344409653901</c:v>
                </c:pt>
                <c:pt idx="4286">
                  <c:v>27.130742290507193</c:v>
                </c:pt>
                <c:pt idx="4287">
                  <c:v>27.137138908260901</c:v>
                </c:pt>
                <c:pt idx="4288">
                  <c:v>27.1435342620087</c:v>
                </c:pt>
                <c:pt idx="4289">
                  <c:v>27.149928350844203</c:v>
                </c:pt>
                <c:pt idx="4290">
                  <c:v>27.156321173861198</c:v>
                </c:pt>
                <c:pt idx="4291">
                  <c:v>27.162712730153398</c:v>
                </c:pt>
                <c:pt idx="4292">
                  <c:v>27.169103018814404</c:v>
                </c:pt>
                <c:pt idx="4293">
                  <c:v>27.175492038937893</c:v>
                </c:pt>
                <c:pt idx="4294">
                  <c:v>27.181879789617703</c:v>
                </c:pt>
                <c:pt idx="4295">
                  <c:v>27.188266269947295</c:v>
                </c:pt>
                <c:pt idx="4296">
                  <c:v>27.194651479020504</c:v>
                </c:pt>
                <c:pt idx="4297">
                  <c:v>27.201035415930999</c:v>
                </c:pt>
                <c:pt idx="4298">
                  <c:v>27.207418079772395</c:v>
                </c:pt>
                <c:pt idx="4299">
                  <c:v>27.213799469638502</c:v>
                </c:pt>
                <c:pt idx="4300">
                  <c:v>27.220179584622894</c:v>
                </c:pt>
                <c:pt idx="4301">
                  <c:v>27.226558423819302</c:v>
                </c:pt>
                <c:pt idx="4302">
                  <c:v>27.232935986321397</c:v>
                </c:pt>
                <c:pt idx="4303">
                  <c:v>27.239312271222794</c:v>
                </c:pt>
                <c:pt idx="4304">
                  <c:v>27.245687277617396</c:v>
                </c:pt>
                <c:pt idx="4305">
                  <c:v>27.252061004598701</c:v>
                </c:pt>
                <c:pt idx="4306">
                  <c:v>27.258433451260402</c:v>
                </c:pt>
                <c:pt idx="4307">
                  <c:v>27.264804616696303</c:v>
                </c:pt>
                <c:pt idx="4308">
                  <c:v>27.271174500000001</c:v>
                </c:pt>
                <c:pt idx="4309">
                  <c:v>27.277543100265191</c:v>
                </c:pt>
                <c:pt idx="4310">
                  <c:v>27.283910416585499</c:v>
                </c:pt>
                <c:pt idx="4311">
                  <c:v>27.290276448054801</c:v>
                </c:pt>
                <c:pt idx="4312">
                  <c:v>27.296641193766597</c:v>
                </c:pt>
                <c:pt idx="4313">
                  <c:v>27.303004652814604</c:v>
                </c:pt>
                <c:pt idx="4314">
                  <c:v>27.309366824292603</c:v>
                </c:pt>
                <c:pt idx="4315">
                  <c:v>27.315727707294101</c:v>
                </c:pt>
                <c:pt idx="4316">
                  <c:v>27.322087300912997</c:v>
                </c:pt>
                <c:pt idx="4317">
                  <c:v>27.328445604242898</c:v>
                </c:pt>
                <c:pt idx="4318">
                  <c:v>27.334802616377399</c:v>
                </c:pt>
                <c:pt idx="4319">
                  <c:v>27.341158336410302</c:v>
                </c:pt>
                <c:pt idx="4320">
                  <c:v>27.347512763435297</c:v>
                </c:pt>
                <c:pt idx="4321">
                  <c:v>27.353865896545901</c:v>
                </c:pt>
                <c:pt idx="4322">
                  <c:v>27.360217734835995</c:v>
                </c:pt>
                <c:pt idx="4323">
                  <c:v>27.366568277399196</c:v>
                </c:pt>
                <c:pt idx="4324">
                  <c:v>27.372917523329196</c:v>
                </c:pt>
                <c:pt idx="4325">
                  <c:v>27.379265471719602</c:v>
                </c:pt>
                <c:pt idx="4326">
                  <c:v>27.385612121664291</c:v>
                </c:pt>
                <c:pt idx="4327">
                  <c:v>27.391957472256706</c:v>
                </c:pt>
                <c:pt idx="4328">
                  <c:v>27.3983015225907</c:v>
                </c:pt>
                <c:pt idx="4329">
                  <c:v>27.404644271759892</c:v>
                </c:pt>
                <c:pt idx="4330">
                  <c:v>27.410985718858008</c:v>
                </c:pt>
                <c:pt idx="4331">
                  <c:v>27.417325862978799</c:v>
                </c:pt>
                <c:pt idx="4332">
                  <c:v>27.423664703215699</c:v>
                </c:pt>
                <c:pt idx="4333">
                  <c:v>27.430002238662691</c:v>
                </c:pt>
                <c:pt idx="4334">
                  <c:v>27.4363384684133</c:v>
                </c:pt>
                <c:pt idx="4335">
                  <c:v>27.44267339156119</c:v>
                </c:pt>
                <c:pt idx="4336">
                  <c:v>27.449007007200198</c:v>
                </c:pt>
                <c:pt idx="4337">
                  <c:v>27.455339314423792</c:v>
                </c:pt>
                <c:pt idx="4338">
                  <c:v>27.461670312325893</c:v>
                </c:pt>
                <c:pt idx="4339">
                  <c:v>27.467999999999996</c:v>
                </c:pt>
                <c:pt idx="4340">
                  <c:v>27.474328376539894</c:v>
                </c:pt>
                <c:pt idx="4341">
                  <c:v>27.480655441039197</c:v>
                </c:pt>
                <c:pt idx="4342">
                  <c:v>27.486981192591699</c:v>
                </c:pt>
                <c:pt idx="4343">
                  <c:v>27.493305630290997</c:v>
                </c:pt>
                <c:pt idx="4344">
                  <c:v>27.499628753230802</c:v>
                </c:pt>
                <c:pt idx="4345">
                  <c:v>27.5059505605048</c:v>
                </c:pt>
                <c:pt idx="4346">
                  <c:v>27.512271051206703</c:v>
                </c:pt>
                <c:pt idx="4347">
                  <c:v>27.518590224430199</c:v>
                </c:pt>
                <c:pt idx="4348">
                  <c:v>27.524908079268901</c:v>
                </c:pt>
                <c:pt idx="4349">
                  <c:v>27.531224614816605</c:v>
                </c:pt>
                <c:pt idx="4350">
                  <c:v>27.537539830166793</c:v>
                </c:pt>
                <c:pt idx="4351">
                  <c:v>27.543853724413403</c:v>
                </c:pt>
                <c:pt idx="4352">
                  <c:v>27.550166296650001</c:v>
                </c:pt>
                <c:pt idx="4353">
                  <c:v>27.556477545970296</c:v>
                </c:pt>
                <c:pt idx="4354">
                  <c:v>27.562787471467892</c:v>
                </c:pt>
                <c:pt idx="4355">
                  <c:v>27.569096072236597</c:v>
                </c:pt>
                <c:pt idx="4356">
                  <c:v>27.575403347369992</c:v>
                </c:pt>
                <c:pt idx="4357">
                  <c:v>27.58170929596189</c:v>
                </c:pt>
                <c:pt idx="4358">
                  <c:v>27.588013917105794</c:v>
                </c:pt>
                <c:pt idx="4359">
                  <c:v>27.5943172098956</c:v>
                </c:pt>
                <c:pt idx="4360">
                  <c:v>27.600619173424896</c:v>
                </c:pt>
                <c:pt idx="4361">
                  <c:v>27.606919806787296</c:v>
                </c:pt>
                <c:pt idx="4362">
                  <c:v>27.613219109076603</c:v>
                </c:pt>
                <c:pt idx="4363">
                  <c:v>27.619517079386405</c:v>
                </c:pt>
                <c:pt idx="4364">
                  <c:v>27.625813716810509</c:v>
                </c:pt>
                <c:pt idx="4365">
                  <c:v>27.632109020442403</c:v>
                </c:pt>
                <c:pt idx="4366">
                  <c:v>27.638402989375997</c:v>
                </c:pt>
                <c:pt idx="4367">
                  <c:v>27.644695622704798</c:v>
                </c:pt>
                <c:pt idx="4368">
                  <c:v>27.650986919522701</c:v>
                </c:pt>
                <c:pt idx="4369">
                  <c:v>27.657276878923195</c:v>
                </c:pt>
                <c:pt idx="4370">
                  <c:v>27.663565500000001</c:v>
                </c:pt>
                <c:pt idx="4371">
                  <c:v>27.669852781846902</c:v>
                </c:pt>
                <c:pt idx="4372">
                  <c:v>27.676138723557504</c:v>
                </c:pt>
                <c:pt idx="4373">
                  <c:v>27.682423324225397</c:v>
                </c:pt>
                <c:pt idx="4374">
                  <c:v>27.688706582944494</c:v>
                </c:pt>
                <c:pt idx="4375">
                  <c:v>27.694988498808407</c:v>
                </c:pt>
                <c:pt idx="4376">
                  <c:v>27.701269070910698</c:v>
                </c:pt>
                <c:pt idx="4377">
                  <c:v>27.707548298345095</c:v>
                </c:pt>
                <c:pt idx="4378">
                  <c:v>27.713826180205395</c:v>
                </c:pt>
                <c:pt idx="4379">
                  <c:v>27.720102715585195</c:v>
                </c:pt>
                <c:pt idx="4380">
                  <c:v>27.726377903578296</c:v>
                </c:pt>
                <c:pt idx="4381">
                  <c:v>27.7326517432782</c:v>
                </c:pt>
                <c:pt idx="4382">
                  <c:v>27.738924233778697</c:v>
                </c:pt>
                <c:pt idx="4383">
                  <c:v>27.745195374173392</c:v>
                </c:pt>
                <c:pt idx="4384">
                  <c:v>27.751465163556109</c:v>
                </c:pt>
                <c:pt idx="4385">
                  <c:v>27.757733601020398</c:v>
                </c:pt>
                <c:pt idx="4386">
                  <c:v>27.764000685660097</c:v>
                </c:pt>
                <c:pt idx="4387">
                  <c:v>27.770266416568795</c:v>
                </c:pt>
                <c:pt idx="4388">
                  <c:v>27.776530792840099</c:v>
                </c:pt>
                <c:pt idx="4389">
                  <c:v>27.782793813567888</c:v>
                </c:pt>
                <c:pt idx="4390">
                  <c:v>27.7890554778457</c:v>
                </c:pt>
                <c:pt idx="4391">
                  <c:v>27.795315784767194</c:v>
                </c:pt>
                <c:pt idx="4392">
                  <c:v>27.8015747334262</c:v>
                </c:pt>
                <c:pt idx="4393">
                  <c:v>27.807832322916301</c:v>
                </c:pt>
                <c:pt idx="4394">
                  <c:v>27.814088552331199</c:v>
                </c:pt>
                <c:pt idx="4395">
                  <c:v>27.820343420764697</c:v>
                </c:pt>
                <c:pt idx="4396">
                  <c:v>27.826596927310302</c:v>
                </c:pt>
                <c:pt idx="4397">
                  <c:v>27.832849071061691</c:v>
                </c:pt>
                <c:pt idx="4398">
                  <c:v>27.839099851112799</c:v>
                </c:pt>
                <c:pt idx="4399">
                  <c:v>27.845349266556994</c:v>
                </c:pt>
                <c:pt idx="4400">
                  <c:v>27.851597316488203</c:v>
                </c:pt>
                <c:pt idx="4401">
                  <c:v>27.857844000000004</c:v>
                </c:pt>
                <c:pt idx="4402">
                  <c:v>27.864089316186099</c:v>
                </c:pt>
                <c:pt idx="4403">
                  <c:v>27.870333264140196</c:v>
                </c:pt>
                <c:pt idx="4404">
                  <c:v>27.876575842955898</c:v>
                </c:pt>
                <c:pt idx="4405">
                  <c:v>27.882817051726995</c:v>
                </c:pt>
                <c:pt idx="4406">
                  <c:v>27.889056889547195</c:v>
                </c:pt>
                <c:pt idx="4407">
                  <c:v>27.8952953555101</c:v>
                </c:pt>
                <c:pt idx="4408">
                  <c:v>27.901532448709293</c:v>
                </c:pt>
                <c:pt idx="4409">
                  <c:v>27.907768168238704</c:v>
                </c:pt>
                <c:pt idx="4410">
                  <c:v>27.914002513191896</c:v>
                </c:pt>
                <c:pt idx="4411">
                  <c:v>27.920235482662495</c:v>
                </c:pt>
                <c:pt idx="4412">
                  <c:v>27.926467075744402</c:v>
                </c:pt>
                <c:pt idx="4413">
                  <c:v>27.932697291530992</c:v>
                </c:pt>
                <c:pt idx="4414">
                  <c:v>27.938926129116201</c:v>
                </c:pt>
                <c:pt idx="4415">
                  <c:v>27.945153587593598</c:v>
                </c:pt>
                <c:pt idx="4416">
                  <c:v>27.951379666056901</c:v>
                </c:pt>
                <c:pt idx="4417">
                  <c:v>27.9576043635997</c:v>
                </c:pt>
                <c:pt idx="4418">
                  <c:v>27.963827679315898</c:v>
                </c:pt>
                <c:pt idx="4419">
                  <c:v>27.970049612298997</c:v>
                </c:pt>
                <c:pt idx="4420">
                  <c:v>27.976270161642798</c:v>
                </c:pt>
                <c:pt idx="4421">
                  <c:v>27.982489326440891</c:v>
                </c:pt>
                <c:pt idx="4422">
                  <c:v>27.988707105786993</c:v>
                </c:pt>
                <c:pt idx="4423">
                  <c:v>27.994923498774799</c:v>
                </c:pt>
                <c:pt idx="4424">
                  <c:v>28.001138504498005</c:v>
                </c:pt>
                <c:pt idx="4425">
                  <c:v>28.007352122050303</c:v>
                </c:pt>
                <c:pt idx="4426">
                  <c:v>28.013564350525296</c:v>
                </c:pt>
                <c:pt idx="4427">
                  <c:v>28.019775189016805</c:v>
                </c:pt>
                <c:pt idx="4428">
                  <c:v>28.025984636618404</c:v>
                </c:pt>
                <c:pt idx="4429">
                  <c:v>28.032192692423898</c:v>
                </c:pt>
                <c:pt idx="4430">
                  <c:v>28.038399355526796</c:v>
                </c:pt>
                <c:pt idx="4431">
                  <c:v>28.044604625021002</c:v>
                </c:pt>
                <c:pt idx="4432">
                  <c:v>28.050808500000002</c:v>
                </c:pt>
                <c:pt idx="4433">
                  <c:v>28.057010979557599</c:v>
                </c:pt>
                <c:pt idx="4434">
                  <c:v>28.063212062787397</c:v>
                </c:pt>
                <c:pt idx="4435">
                  <c:v>28.069411748783196</c:v>
                </c:pt>
                <c:pt idx="4436">
                  <c:v>28.075610036638597</c:v>
                </c:pt>
                <c:pt idx="4437">
                  <c:v>28.0818069254473</c:v>
                </c:pt>
                <c:pt idx="4438">
                  <c:v>28.088002414302991</c:v>
                </c:pt>
                <c:pt idx="4439">
                  <c:v>28.094196502299297</c:v>
                </c:pt>
                <c:pt idx="4440">
                  <c:v>28.100389188530102</c:v>
                </c:pt>
                <c:pt idx="4441">
                  <c:v>28.106580472088901</c:v>
                </c:pt>
                <c:pt idx="4442">
                  <c:v>28.112770352069401</c:v>
                </c:pt>
                <c:pt idx="4443">
                  <c:v>28.118958827565404</c:v>
                </c:pt>
                <c:pt idx="4444">
                  <c:v>28.1251458976704</c:v>
                </c:pt>
                <c:pt idx="4445">
                  <c:v>28.131331561478301</c:v>
                </c:pt>
                <c:pt idx="4446">
                  <c:v>28.137515818082605</c:v>
                </c:pt>
                <c:pt idx="4447">
                  <c:v>28.143698666577198</c:v>
                </c:pt>
                <c:pt idx="4448">
                  <c:v>28.149880106055509</c:v>
                </c:pt>
                <c:pt idx="4449">
                  <c:v>28.156060135611405</c:v>
                </c:pt>
                <c:pt idx="4450">
                  <c:v>28.162238754338599</c:v>
                </c:pt>
                <c:pt idx="4451">
                  <c:v>28.168415961330599</c:v>
                </c:pt>
                <c:pt idx="4452">
                  <c:v>28.174591755681202</c:v>
                </c:pt>
                <c:pt idx="4453">
                  <c:v>28.180766136484195</c:v>
                </c:pt>
                <c:pt idx="4454">
                  <c:v>28.186939102833097</c:v>
                </c:pt>
                <c:pt idx="4455">
                  <c:v>28.193110653821599</c:v>
                </c:pt>
                <c:pt idx="4456">
                  <c:v>28.199280788543501</c:v>
                </c:pt>
                <c:pt idx="4457">
                  <c:v>28.205449506092396</c:v>
                </c:pt>
                <c:pt idx="4458">
                  <c:v>28.211616805562098</c:v>
                </c:pt>
                <c:pt idx="4459">
                  <c:v>28.2177826860461</c:v>
                </c:pt>
                <c:pt idx="4460">
                  <c:v>28.223947146638199</c:v>
                </c:pt>
                <c:pt idx="4461">
                  <c:v>28.2301101864321</c:v>
                </c:pt>
                <c:pt idx="4462">
                  <c:v>28.236271804521497</c:v>
                </c:pt>
                <c:pt idx="4463">
                  <c:v>28.242431999999994</c:v>
                </c:pt>
                <c:pt idx="4464">
                  <c:v>28.24859077196129</c:v>
                </c:pt>
                <c:pt idx="4465">
                  <c:v>28.254748119499201</c:v>
                </c:pt>
                <c:pt idx="4466">
                  <c:v>28.260904041707196</c:v>
                </c:pt>
                <c:pt idx="4467">
                  <c:v>28.267058537679198</c:v>
                </c:pt>
                <c:pt idx="4468">
                  <c:v>28.273211606508699</c:v>
                </c:pt>
                <c:pt idx="4469">
                  <c:v>28.279363247289499</c:v>
                </c:pt>
                <c:pt idx="4470">
                  <c:v>28.285513459115194</c:v>
                </c:pt>
                <c:pt idx="4471">
                  <c:v>28.291662241079496</c:v>
                </c:pt>
                <c:pt idx="4472">
                  <c:v>28.297809592276199</c:v>
                </c:pt>
                <c:pt idx="4473">
                  <c:v>28.303955511798904</c:v>
                </c:pt>
                <c:pt idx="4474">
                  <c:v>28.310099998741197</c:v>
                </c:pt>
                <c:pt idx="4475">
                  <c:v>28.316243052196999</c:v>
                </c:pt>
                <c:pt idx="4476">
                  <c:v>28.322384671259798</c:v>
                </c:pt>
                <c:pt idx="4477">
                  <c:v>28.328524855023293</c:v>
                </c:pt>
                <c:pt idx="4478">
                  <c:v>28.334663602581298</c:v>
                </c:pt>
                <c:pt idx="4479">
                  <c:v>28.340800913027401</c:v>
                </c:pt>
                <c:pt idx="4480">
                  <c:v>28.346936785455295</c:v>
                </c:pt>
                <c:pt idx="4481">
                  <c:v>28.353071218958704</c:v>
                </c:pt>
                <c:pt idx="4482">
                  <c:v>28.359204212631298</c:v>
                </c:pt>
                <c:pt idx="4483">
                  <c:v>28.365335765566797</c:v>
                </c:pt>
                <c:pt idx="4484">
                  <c:v>28.371465876858803</c:v>
                </c:pt>
                <c:pt idx="4485">
                  <c:v>28.377594545600999</c:v>
                </c:pt>
                <c:pt idx="4486">
                  <c:v>28.383721770887195</c:v>
                </c:pt>
                <c:pt idx="4487">
                  <c:v>28.389847551810995</c:v>
                </c:pt>
                <c:pt idx="4488">
                  <c:v>28.395971887466001</c:v>
                </c:pt>
                <c:pt idx="4489">
                  <c:v>28.402094776946097</c:v>
                </c:pt>
                <c:pt idx="4490">
                  <c:v>28.408216219344794</c:v>
                </c:pt>
                <c:pt idx="4491">
                  <c:v>28.414336213755796</c:v>
                </c:pt>
                <c:pt idx="4492">
                  <c:v>28.4204547592729</c:v>
                </c:pt>
                <c:pt idx="4493">
                  <c:v>28.426571854989795</c:v>
                </c:pt>
                <c:pt idx="4494">
                  <c:v>28.432687499999997</c:v>
                </c:pt>
                <c:pt idx="4495">
                  <c:v>28.438801693397295</c:v>
                </c:pt>
                <c:pt idx="4496">
                  <c:v>28.4449144342755</c:v>
                </c:pt>
                <c:pt idx="4497">
                  <c:v>28.451025721728001</c:v>
                </c:pt>
                <c:pt idx="4498">
                  <c:v>28.457135554848801</c:v>
                </c:pt>
                <c:pt idx="4499">
                  <c:v>28.463243932731395</c:v>
                </c:pt>
                <c:pt idx="4500">
                  <c:v>28.469350854469496</c:v>
                </c:pt>
                <c:pt idx="4501">
                  <c:v>28.475456319156802</c:v>
                </c:pt>
                <c:pt idx="4502">
                  <c:v>28.481560325886999</c:v>
                </c:pt>
                <c:pt idx="4503">
                  <c:v>28.487662873753788</c:v>
                </c:pt>
                <c:pt idx="4504">
                  <c:v>28.493763961850899</c:v>
                </c:pt>
                <c:pt idx="4505">
                  <c:v>28.499863589271897</c:v>
                </c:pt>
                <c:pt idx="4506">
                  <c:v>28.505961755110604</c:v>
                </c:pt>
                <c:pt idx="4507">
                  <c:v>28.512058458460604</c:v>
                </c:pt>
                <c:pt idx="4508">
                  <c:v>28.518153698415603</c:v>
                </c:pt>
                <c:pt idx="4509">
                  <c:v>28.524247474069291</c:v>
                </c:pt>
                <c:pt idx="4510">
                  <c:v>28.530339784515498</c:v>
                </c:pt>
                <c:pt idx="4511">
                  <c:v>28.536430628847601</c:v>
                </c:pt>
                <c:pt idx="4512">
                  <c:v>28.542520006159595</c:v>
                </c:pt>
                <c:pt idx="4513">
                  <c:v>28.548607915544995</c:v>
                </c:pt>
                <c:pt idx="4514">
                  <c:v>28.554694356097503</c:v>
                </c:pt>
                <c:pt idx="4515">
                  <c:v>28.560779326910797</c:v>
                </c:pt>
                <c:pt idx="4516">
                  <c:v>28.566862827078605</c:v>
                </c:pt>
                <c:pt idx="4517">
                  <c:v>28.572944855694701</c:v>
                </c:pt>
                <c:pt idx="4518">
                  <c:v>28.579025411852605</c:v>
                </c:pt>
                <c:pt idx="4519">
                  <c:v>28.585104494646</c:v>
                </c:pt>
                <c:pt idx="4520">
                  <c:v>28.591182103168695</c:v>
                </c:pt>
                <c:pt idx="4521">
                  <c:v>28.597258236514399</c:v>
                </c:pt>
                <c:pt idx="4522">
                  <c:v>28.603332893776596</c:v>
                </c:pt>
                <c:pt idx="4523">
                  <c:v>28.609406074049197</c:v>
                </c:pt>
                <c:pt idx="4524">
                  <c:v>28.615477776425799</c:v>
                </c:pt>
                <c:pt idx="4525">
                  <c:v>28.621548000000001</c:v>
                </c:pt>
                <c:pt idx="4526">
                  <c:v>28.627616743865602</c:v>
                </c:pt>
                <c:pt idx="4527">
                  <c:v>28.633684007116205</c:v>
                </c:pt>
                <c:pt idx="4528">
                  <c:v>28.639749788845599</c:v>
                </c:pt>
                <c:pt idx="4529">
                  <c:v>28.6458140881474</c:v>
                </c:pt>
                <c:pt idx="4530">
                  <c:v>28.651876904115301</c:v>
                </c:pt>
                <c:pt idx="4531">
                  <c:v>28.657938235843005</c:v>
                </c:pt>
                <c:pt idx="4532">
                  <c:v>28.6639980824242</c:v>
                </c:pt>
                <c:pt idx="4533">
                  <c:v>28.670056442952603</c:v>
                </c:pt>
                <c:pt idx="4534">
                  <c:v>28.676113316521796</c:v>
                </c:pt>
                <c:pt idx="4535">
                  <c:v>28.6821687022255</c:v>
                </c:pt>
                <c:pt idx="4536">
                  <c:v>28.688222599157491</c:v>
                </c:pt>
                <c:pt idx="4537">
                  <c:v>28.694275006411303</c:v>
                </c:pt>
                <c:pt idx="4538">
                  <c:v>28.700325923080801</c:v>
                </c:pt>
                <c:pt idx="4539">
                  <c:v>28.706375348259503</c:v>
                </c:pt>
                <c:pt idx="4540">
                  <c:v>28.712423281041293</c:v>
                </c:pt>
                <c:pt idx="4541">
                  <c:v>28.7184697205196</c:v>
                </c:pt>
                <c:pt idx="4542">
                  <c:v>28.724514665788295</c:v>
                </c:pt>
                <c:pt idx="4543">
                  <c:v>28.730558115941101</c:v>
                </c:pt>
                <c:pt idx="4544">
                  <c:v>28.736600070071496</c:v>
                </c:pt>
                <c:pt idx="4545">
                  <c:v>28.742640527273291</c:v>
                </c:pt>
                <c:pt idx="4546">
                  <c:v>28.748679486640295</c:v>
                </c:pt>
                <c:pt idx="4547">
                  <c:v>28.754716947265894</c:v>
                </c:pt>
                <c:pt idx="4548">
                  <c:v>28.760752908244097</c:v>
                </c:pt>
                <c:pt idx="4549">
                  <c:v>28.7667873686684</c:v>
                </c:pt>
                <c:pt idx="4550">
                  <c:v>28.772820327632498</c:v>
                </c:pt>
                <c:pt idx="4551">
                  <c:v>28.778851784230103</c:v>
                </c:pt>
                <c:pt idx="4552">
                  <c:v>28.784881737555001</c:v>
                </c:pt>
                <c:pt idx="4553">
                  <c:v>28.7909101867007</c:v>
                </c:pt>
                <c:pt idx="4554">
                  <c:v>28.796937130760991</c:v>
                </c:pt>
                <c:pt idx="4555">
                  <c:v>28.8029625688295</c:v>
                </c:pt>
                <c:pt idx="4556">
                  <c:v>28.8089865</c:v>
                </c:pt>
                <c:pt idx="4557">
                  <c:v>28.815008923366101</c:v>
                </c:pt>
                <c:pt idx="4558">
                  <c:v>28.821029838021598</c:v>
                </c:pt>
                <c:pt idx="4559">
                  <c:v>28.827049243059996</c:v>
                </c:pt>
                <c:pt idx="4560">
                  <c:v>28.8330671375751</c:v>
                </c:pt>
                <c:pt idx="4561">
                  <c:v>28.839083520660601</c:v>
                </c:pt>
                <c:pt idx="4562">
                  <c:v>28.8450983914102</c:v>
                </c:pt>
                <c:pt idx="4563">
                  <c:v>28.851111748917504</c:v>
                </c:pt>
                <c:pt idx="4564">
                  <c:v>28.857123592276199</c:v>
                </c:pt>
                <c:pt idx="4565">
                  <c:v>28.863133920579997</c:v>
                </c:pt>
                <c:pt idx="4566">
                  <c:v>28.869142732922693</c:v>
                </c:pt>
                <c:pt idx="4567">
                  <c:v>28.875150028397801</c:v>
                </c:pt>
                <c:pt idx="4568">
                  <c:v>28.881155806099201</c:v>
                </c:pt>
                <c:pt idx="4569">
                  <c:v>28.887160065120302</c:v>
                </c:pt>
                <c:pt idx="4570">
                  <c:v>28.893162804555097</c:v>
                </c:pt>
                <c:pt idx="4571">
                  <c:v>28.899164023497004</c:v>
                </c:pt>
                <c:pt idx="4572">
                  <c:v>28.905163721039902</c:v>
                </c:pt>
                <c:pt idx="4573">
                  <c:v>28.911161896277399</c:v>
                </c:pt>
                <c:pt idx="4574">
                  <c:v>28.917158548303199</c:v>
                </c:pt>
                <c:pt idx="4575">
                  <c:v>28.923153676210902</c:v>
                </c:pt>
                <c:pt idx="4576">
                  <c:v>28.929147279094398</c:v>
                </c:pt>
                <c:pt idx="4577">
                  <c:v>28.935139356047095</c:v>
                </c:pt>
                <c:pt idx="4578">
                  <c:v>28.941129906162892</c:v>
                </c:pt>
                <c:pt idx="4579">
                  <c:v>28.947118928535499</c:v>
                </c:pt>
                <c:pt idx="4580">
                  <c:v>28.953106422258404</c:v>
                </c:pt>
                <c:pt idx="4581">
                  <c:v>28.959092386425397</c:v>
                </c:pt>
                <c:pt idx="4582">
                  <c:v>28.965076820130193</c:v>
                </c:pt>
                <c:pt idx="4583">
                  <c:v>28.971059722466503</c:v>
                </c:pt>
                <c:pt idx="4584">
                  <c:v>28.977041092527898</c:v>
                </c:pt>
                <c:pt idx="4585">
                  <c:v>28.983020929408202</c:v>
                </c:pt>
                <c:pt idx="4586">
                  <c:v>28.988999232200992</c:v>
                </c:pt>
                <c:pt idx="4587">
                  <c:v>28.994976000000001</c:v>
                </c:pt>
                <c:pt idx="4588">
                  <c:v>29.000951231898902</c:v>
                </c:pt>
                <c:pt idx="4589">
                  <c:v>29.006924926991399</c:v>
                </c:pt>
                <c:pt idx="4590">
                  <c:v>29.012897084371097</c:v>
                </c:pt>
                <c:pt idx="4591">
                  <c:v>29.0188677031318</c:v>
                </c:pt>
                <c:pt idx="4592">
                  <c:v>29.024836782367196</c:v>
                </c:pt>
                <c:pt idx="4593">
                  <c:v>29.030804321170798</c:v>
                </c:pt>
                <c:pt idx="4594">
                  <c:v>29.036770318636503</c:v>
                </c:pt>
                <c:pt idx="4595">
                  <c:v>29.042734773857898</c:v>
                </c:pt>
                <c:pt idx="4596">
                  <c:v>29.048697685928598</c:v>
                </c:pt>
                <c:pt idx="4597">
                  <c:v>29.054659053942501</c:v>
                </c:pt>
                <c:pt idx="4598">
                  <c:v>29.060618876992994</c:v>
                </c:pt>
                <c:pt idx="4599">
                  <c:v>29.066577154174102</c:v>
                </c:pt>
                <c:pt idx="4600">
                  <c:v>29.07253388457919</c:v>
                </c:pt>
                <c:pt idx="4601">
                  <c:v>29.078489067302197</c:v>
                </c:pt>
                <c:pt idx="4602">
                  <c:v>29.084442701436696</c:v>
                </c:pt>
                <c:pt idx="4603">
                  <c:v>29.090394786076299</c:v>
                </c:pt>
                <c:pt idx="4604">
                  <c:v>29.096345320314899</c:v>
                </c:pt>
                <c:pt idx="4605">
                  <c:v>29.102294303245895</c:v>
                </c:pt>
                <c:pt idx="4606">
                  <c:v>29.108241733963293</c:v>
                </c:pt>
                <c:pt idx="4607">
                  <c:v>29.114187611560503</c:v>
                </c:pt>
                <c:pt idx="4608">
                  <c:v>29.120131935131397</c:v>
                </c:pt>
                <c:pt idx="4609">
                  <c:v>29.1260747037696</c:v>
                </c:pt>
                <c:pt idx="4610">
                  <c:v>29.1320159165688</c:v>
                </c:pt>
                <c:pt idx="4611">
                  <c:v>29.137955572622609</c:v>
                </c:pt>
                <c:pt idx="4612">
                  <c:v>29.143893671024799</c:v>
                </c:pt>
                <c:pt idx="4613">
                  <c:v>29.149830210869098</c:v>
                </c:pt>
                <c:pt idx="4614">
                  <c:v>29.155765191249003</c:v>
                </c:pt>
                <c:pt idx="4615">
                  <c:v>29.161698611258409</c:v>
                </c:pt>
                <c:pt idx="4616">
                  <c:v>29.1676304699909</c:v>
                </c:pt>
                <c:pt idx="4617">
                  <c:v>29.173560766540202</c:v>
                </c:pt>
                <c:pt idx="4618">
                  <c:v>29.179489499999999</c:v>
                </c:pt>
                <c:pt idx="4619">
                  <c:v>29.185416669463894</c:v>
                </c:pt>
                <c:pt idx="4620">
                  <c:v>29.191342274025693</c:v>
                </c:pt>
                <c:pt idx="4621">
                  <c:v>29.197266312779</c:v>
                </c:pt>
                <c:pt idx="4622">
                  <c:v>29.203188784817598</c:v>
                </c:pt>
                <c:pt idx="4623">
                  <c:v>29.209109689234996</c:v>
                </c:pt>
                <c:pt idx="4624">
                  <c:v>29.215029025124991</c:v>
                </c:pt>
                <c:pt idx="4625">
                  <c:v>29.220946791581294</c:v>
                </c:pt>
                <c:pt idx="4626">
                  <c:v>29.226862987697601</c:v>
                </c:pt>
                <c:pt idx="4627">
                  <c:v>29.232777612567496</c:v>
                </c:pt>
                <c:pt idx="4628">
                  <c:v>29.2386906652848</c:v>
                </c:pt>
                <c:pt idx="4629">
                  <c:v>29.244602144943098</c:v>
                </c:pt>
                <c:pt idx="4630">
                  <c:v>29.250512050636097</c:v>
                </c:pt>
                <c:pt idx="4631">
                  <c:v>29.256420381457499</c:v>
                </c:pt>
                <c:pt idx="4632">
                  <c:v>29.262327136500993</c:v>
                </c:pt>
                <c:pt idx="4633">
                  <c:v>29.268232314860192</c:v>
                </c:pt>
                <c:pt idx="4634">
                  <c:v>29.2741359156289</c:v>
                </c:pt>
                <c:pt idx="4635">
                  <c:v>29.280037937900694</c:v>
                </c:pt>
                <c:pt idx="4636">
                  <c:v>29.285938380769398</c:v>
                </c:pt>
                <c:pt idx="4637">
                  <c:v>29.291837243328498</c:v>
                </c:pt>
                <c:pt idx="4638">
                  <c:v>29.297734524671895</c:v>
                </c:pt>
                <c:pt idx="4639">
                  <c:v>29.303630223893098</c:v>
                </c:pt>
                <c:pt idx="4640">
                  <c:v>29.309524340085897</c:v>
                </c:pt>
                <c:pt idx="4641">
                  <c:v>29.315416872343992</c:v>
                </c:pt>
                <c:pt idx="4642">
                  <c:v>29.321307819760996</c:v>
                </c:pt>
                <c:pt idx="4643">
                  <c:v>29.327197181430602</c:v>
                </c:pt>
                <c:pt idx="4644">
                  <c:v>29.333084956446605</c:v>
                </c:pt>
                <c:pt idx="4645">
                  <c:v>29.338971143902505</c:v>
                </c:pt>
                <c:pt idx="4646">
                  <c:v>29.344855742892108</c:v>
                </c:pt>
                <c:pt idx="4647">
                  <c:v>29.350738752509095</c:v>
                </c:pt>
                <c:pt idx="4648">
                  <c:v>29.356620171847197</c:v>
                </c:pt>
                <c:pt idx="4649">
                  <c:v>29.362499999999997</c:v>
                </c:pt>
                <c:pt idx="4650">
                  <c:v>29.368378236061194</c:v>
                </c:pt>
                <c:pt idx="4651">
                  <c:v>29.374254879124599</c:v>
                </c:pt>
                <c:pt idx="4652">
                  <c:v>29.380129928283697</c:v>
                </c:pt>
                <c:pt idx="4653">
                  <c:v>29.386003382632296</c:v>
                </c:pt>
                <c:pt idx="4654">
                  <c:v>29.391875241264103</c:v>
                </c:pt>
                <c:pt idx="4655">
                  <c:v>29.397745503272802</c:v>
                </c:pt>
                <c:pt idx="4656">
                  <c:v>29.403614167752</c:v>
                </c:pt>
                <c:pt idx="4657">
                  <c:v>29.409481233795397</c:v>
                </c:pt>
                <c:pt idx="4658">
                  <c:v>29.415346700496798</c:v>
                </c:pt>
                <c:pt idx="4659">
                  <c:v>29.421210566949796</c:v>
                </c:pt>
                <c:pt idx="4660">
                  <c:v>29.427072832247998</c:v>
                </c:pt>
                <c:pt idx="4661">
                  <c:v>29.432933495485202</c:v>
                </c:pt>
                <c:pt idx="4662">
                  <c:v>29.438792555755093</c:v>
                </c:pt>
                <c:pt idx="4663">
                  <c:v>29.444650012151296</c:v>
                </c:pt>
                <c:pt idx="4664">
                  <c:v>29.450505863767596</c:v>
                </c:pt>
                <c:pt idx="4665">
                  <c:v>29.456360109697602</c:v>
                </c:pt>
                <c:pt idx="4666">
                  <c:v>29.462212749034894</c:v>
                </c:pt>
                <c:pt idx="4667">
                  <c:v>29.468063780873397</c:v>
                </c:pt>
                <c:pt idx="4668">
                  <c:v>29.473913204306697</c:v>
                </c:pt>
                <c:pt idx="4669">
                  <c:v>29.479761018428395</c:v>
                </c:pt>
                <c:pt idx="4670">
                  <c:v>29.485607222332288</c:v>
                </c:pt>
                <c:pt idx="4671">
                  <c:v>29.491451815111898</c:v>
                </c:pt>
                <c:pt idx="4672">
                  <c:v>29.497294795861198</c:v>
                </c:pt>
                <c:pt idx="4673">
                  <c:v>29.503136163673599</c:v>
                </c:pt>
                <c:pt idx="4674">
                  <c:v>29.508975917642903</c:v>
                </c:pt>
                <c:pt idx="4675">
                  <c:v>29.514814056862804</c:v>
                </c:pt>
                <c:pt idx="4676">
                  <c:v>29.520650580426995</c:v>
                </c:pt>
                <c:pt idx="4677">
                  <c:v>29.526485487429099</c:v>
                </c:pt>
                <c:pt idx="4678">
                  <c:v>29.532318776962796</c:v>
                </c:pt>
                <c:pt idx="4679">
                  <c:v>29.538150448121897</c:v>
                </c:pt>
                <c:pt idx="4680">
                  <c:v>29.5439805</c:v>
                </c:pt>
                <c:pt idx="4681">
                  <c:v>29.549808931690801</c:v>
                </c:pt>
                <c:pt idx="4682">
                  <c:v>29.555635742287897</c:v>
                </c:pt>
                <c:pt idx="4683">
                  <c:v>29.561460930885197</c:v>
                </c:pt>
                <c:pt idx="4684">
                  <c:v>29.5672844965761</c:v>
                </c:pt>
                <c:pt idx="4685">
                  <c:v>29.573106438454605</c:v>
                </c:pt>
                <c:pt idx="4686">
                  <c:v>29.578926755614098</c:v>
                </c:pt>
                <c:pt idx="4687">
                  <c:v>29.584745447148499</c:v>
                </c:pt>
                <c:pt idx="4688">
                  <c:v>29.590562512151294</c:v>
                </c:pt>
                <c:pt idx="4689">
                  <c:v>29.596377949716395</c:v>
                </c:pt>
                <c:pt idx="4690">
                  <c:v>29.602191758937295</c:v>
                </c:pt>
                <c:pt idx="4691">
                  <c:v>29.608003938907697</c:v>
                </c:pt>
                <c:pt idx="4692">
                  <c:v>29.613814488721399</c:v>
                </c:pt>
                <c:pt idx="4693">
                  <c:v>29.619623407472101</c:v>
                </c:pt>
                <c:pt idx="4694">
                  <c:v>29.625430694253296</c:v>
                </c:pt>
                <c:pt idx="4695">
                  <c:v>29.631236348158801</c:v>
                </c:pt>
                <c:pt idx="4696">
                  <c:v>29.637040368282403</c:v>
                </c:pt>
                <c:pt idx="4697">
                  <c:v>29.642842753717595</c:v>
                </c:pt>
                <c:pt idx="4698">
                  <c:v>29.648643503558098</c:v>
                </c:pt>
                <c:pt idx="4699">
                  <c:v>29.6544426168977</c:v>
                </c:pt>
                <c:pt idx="4700">
                  <c:v>29.660240092830097</c:v>
                </c:pt>
                <c:pt idx="4701">
                  <c:v>29.6660359304488</c:v>
                </c:pt>
                <c:pt idx="4702">
                  <c:v>29.671830128847606</c:v>
                </c:pt>
                <c:pt idx="4703">
                  <c:v>29.677622687120294</c:v>
                </c:pt>
                <c:pt idx="4704">
                  <c:v>29.683413604360396</c:v>
                </c:pt>
                <c:pt idx="4705">
                  <c:v>29.689202879661593</c:v>
                </c:pt>
                <c:pt idx="4706">
                  <c:v>29.694990512117698</c:v>
                </c:pt>
                <c:pt idx="4707">
                  <c:v>29.700776500822396</c:v>
                </c:pt>
                <c:pt idx="4708">
                  <c:v>29.706560844869294</c:v>
                </c:pt>
                <c:pt idx="4709">
                  <c:v>29.712343543351992</c:v>
                </c:pt>
                <c:pt idx="4710">
                  <c:v>29.718124595364397</c:v>
                </c:pt>
                <c:pt idx="4711">
                  <c:v>29.723904000000001</c:v>
                </c:pt>
                <c:pt idx="4712">
                  <c:v>29.729681756352601</c:v>
                </c:pt>
                <c:pt idx="4713">
                  <c:v>29.735457863515798</c:v>
                </c:pt>
                <c:pt idx="4714">
                  <c:v>29.741232320583396</c:v>
                </c:pt>
                <c:pt idx="4715">
                  <c:v>29.747005126649004</c:v>
                </c:pt>
                <c:pt idx="4716">
                  <c:v>29.752776280806298</c:v>
                </c:pt>
                <c:pt idx="4717">
                  <c:v>29.758545782148996</c:v>
                </c:pt>
                <c:pt idx="4718">
                  <c:v>29.764313629770697</c:v>
                </c:pt>
                <c:pt idx="4719">
                  <c:v>29.770079822765293</c:v>
                </c:pt>
                <c:pt idx="4720">
                  <c:v>29.775844360226195</c:v>
                </c:pt>
                <c:pt idx="4721">
                  <c:v>29.781607241247396</c:v>
                </c:pt>
                <c:pt idx="4722">
                  <c:v>29.787368464922299</c:v>
                </c:pt>
                <c:pt idx="4723">
                  <c:v>29.793128030344697</c:v>
                </c:pt>
                <c:pt idx="4724">
                  <c:v>29.798885936608404</c:v>
                </c:pt>
                <c:pt idx="4725">
                  <c:v>29.804642182806898</c:v>
                </c:pt>
                <c:pt idx="4726">
                  <c:v>29.810396768034003</c:v>
                </c:pt>
                <c:pt idx="4727">
                  <c:v>29.816149691383291</c:v>
                </c:pt>
                <c:pt idx="4728">
                  <c:v>29.821900951948603</c:v>
                </c:pt>
                <c:pt idx="4729">
                  <c:v>29.827650548823499</c:v>
                </c:pt>
                <c:pt idx="4730">
                  <c:v>29.8333984811017</c:v>
                </c:pt>
                <c:pt idx="4731">
                  <c:v>29.839144747876901</c:v>
                </c:pt>
                <c:pt idx="4732">
                  <c:v>29.844889348242798</c:v>
                </c:pt>
                <c:pt idx="4733">
                  <c:v>29.850632281292995</c:v>
                </c:pt>
                <c:pt idx="4734">
                  <c:v>29.856373546121294</c:v>
                </c:pt>
                <c:pt idx="4735">
                  <c:v>29.862113141821396</c:v>
                </c:pt>
                <c:pt idx="4736">
                  <c:v>29.867851067486807</c:v>
                </c:pt>
                <c:pt idx="4737">
                  <c:v>29.873587322211399</c:v>
                </c:pt>
                <c:pt idx="4738">
                  <c:v>29.879321905088801</c:v>
                </c:pt>
                <c:pt idx="4739">
                  <c:v>29.885054815212605</c:v>
                </c:pt>
                <c:pt idx="4740">
                  <c:v>29.890786051676699</c:v>
                </c:pt>
                <c:pt idx="4741">
                  <c:v>29.8965156135746</c:v>
                </c:pt>
                <c:pt idx="4742">
                  <c:v>29.902243499999994</c:v>
                </c:pt>
                <c:pt idx="4743">
                  <c:v>29.907969710046704</c:v>
                </c:pt>
                <c:pt idx="4744">
                  <c:v>29.913694242808202</c:v>
                </c:pt>
                <c:pt idx="4745">
                  <c:v>29.9194170973784</c:v>
                </c:pt>
                <c:pt idx="4746">
                  <c:v>29.925138272850894</c:v>
                </c:pt>
                <c:pt idx="4747">
                  <c:v>29.930857768319303</c:v>
                </c:pt>
                <c:pt idx="4748">
                  <c:v>29.936575582877396</c:v>
                </c:pt>
                <c:pt idx="4749">
                  <c:v>29.942291715618801</c:v>
                </c:pt>
                <c:pt idx="4750">
                  <c:v>29.948006165637295</c:v>
                </c:pt>
                <c:pt idx="4751">
                  <c:v>29.953718932026398</c:v>
                </c:pt>
                <c:pt idx="4752">
                  <c:v>29.959430013879995</c:v>
                </c:pt>
                <c:pt idx="4753">
                  <c:v>29.965139410291698</c:v>
                </c:pt>
                <c:pt idx="4754">
                  <c:v>29.970847120355099</c:v>
                </c:pt>
                <c:pt idx="4755">
                  <c:v>29.976553143163997</c:v>
                </c:pt>
                <c:pt idx="4756">
                  <c:v>29.982257477812102</c:v>
                </c:pt>
                <c:pt idx="4757">
                  <c:v>29.987960123393005</c:v>
                </c:pt>
                <c:pt idx="4758">
                  <c:v>29.9936610790004</c:v>
                </c:pt>
                <c:pt idx="4759">
                  <c:v>29.999360343727997</c:v>
                </c:pt>
                <c:pt idx="4760">
                  <c:v>30.0050579166695</c:v>
                </c:pt>
                <c:pt idx="4761">
                  <c:v>30.010753796918504</c:v>
                </c:pt>
                <c:pt idx="4762">
                  <c:v>30.016447983568895</c:v>
                </c:pt>
                <c:pt idx="4763">
                  <c:v>30.022140475714096</c:v>
                </c:pt>
                <c:pt idx="4764">
                  <c:v>30.0278312724481</c:v>
                </c:pt>
                <c:pt idx="4765">
                  <c:v>30.033520372864295</c:v>
                </c:pt>
                <c:pt idx="4766">
                  <c:v>30.039207776056504</c:v>
                </c:pt>
                <c:pt idx="4767">
                  <c:v>30.044893481118503</c:v>
                </c:pt>
                <c:pt idx="4768">
                  <c:v>30.050577487143798</c:v>
                </c:pt>
                <c:pt idx="4769">
                  <c:v>30.056259793226101</c:v>
                </c:pt>
                <c:pt idx="4770">
                  <c:v>30.061940398459299</c:v>
                </c:pt>
                <c:pt idx="4771">
                  <c:v>30.067619301936794</c:v>
                </c:pt>
                <c:pt idx="4772">
                  <c:v>30.073296502752495</c:v>
                </c:pt>
                <c:pt idx="4773">
                  <c:v>30.078972</c:v>
                </c:pt>
                <c:pt idx="4774">
                  <c:v>30.084645792772996</c:v>
                </c:pt>
                <c:pt idx="4775">
                  <c:v>30.090317880165188</c:v>
                </c:pt>
                <c:pt idx="4776">
                  <c:v>30.0959882612702</c:v>
                </c:pt>
                <c:pt idx="4777">
                  <c:v>30.101656935181797</c:v>
                </c:pt>
                <c:pt idx="4778">
                  <c:v>30.107323900993599</c:v>
                </c:pt>
                <c:pt idx="4779">
                  <c:v>30.112989157799301</c:v>
                </c:pt>
                <c:pt idx="4780">
                  <c:v>30.118652704692703</c:v>
                </c:pt>
                <c:pt idx="4781">
                  <c:v>30.124314540767294</c:v>
                </c:pt>
                <c:pt idx="4782">
                  <c:v>30.129974665117004</c:v>
                </c:pt>
                <c:pt idx="4783">
                  <c:v>30.135633076835294</c:v>
                </c:pt>
                <c:pt idx="4784">
                  <c:v>30.141289775015899</c:v>
                </c:pt>
                <c:pt idx="4785">
                  <c:v>30.146944758752603</c:v>
                </c:pt>
                <c:pt idx="4786">
                  <c:v>30.152598027139099</c:v>
                </c:pt>
                <c:pt idx="4787">
                  <c:v>30.158249579268894</c:v>
                </c:pt>
                <c:pt idx="4788">
                  <c:v>30.1638994142358</c:v>
                </c:pt>
                <c:pt idx="4789">
                  <c:v>30.169547531133592</c:v>
                </c:pt>
                <c:pt idx="4790">
                  <c:v>30.175193929055801</c:v>
                </c:pt>
                <c:pt idx="4791">
                  <c:v>30.180838607096103</c:v>
                </c:pt>
                <c:pt idx="4792">
                  <c:v>30.186481564348295</c:v>
                </c:pt>
                <c:pt idx="4793">
                  <c:v>30.192122799905995</c:v>
                </c:pt>
                <c:pt idx="4794">
                  <c:v>30.197762312862899</c:v>
                </c:pt>
                <c:pt idx="4795">
                  <c:v>30.203400102312795</c:v>
                </c:pt>
                <c:pt idx="4796">
                  <c:v>30.209036167349197</c:v>
                </c:pt>
                <c:pt idx="4797">
                  <c:v>30.214670507065897</c:v>
                </c:pt>
                <c:pt idx="4798">
                  <c:v>30.220303120556501</c:v>
                </c:pt>
                <c:pt idx="4799">
                  <c:v>30.225934006914802</c:v>
                </c:pt>
                <c:pt idx="4800">
                  <c:v>30.231563165234505</c:v>
                </c:pt>
                <c:pt idx="4801">
                  <c:v>30.2371905946091</c:v>
                </c:pt>
                <c:pt idx="4802">
                  <c:v>30.242816294132496</c:v>
                </c:pt>
                <c:pt idx="4803">
                  <c:v>30.248440262898196</c:v>
                </c:pt>
                <c:pt idx="4804">
                  <c:v>30.2540625</c:v>
                </c:pt>
                <c:pt idx="4805">
                  <c:v>30.259683004531595</c:v>
                </c:pt>
                <c:pt idx="4806">
                  <c:v>30.265301775586597</c:v>
                </c:pt>
                <c:pt idx="4807">
                  <c:v>30.270918812258703</c:v>
                </c:pt>
                <c:pt idx="4808">
                  <c:v>30.276534113641699</c:v>
                </c:pt>
                <c:pt idx="4809">
                  <c:v>30.28214767882919</c:v>
                </c:pt>
                <c:pt idx="4810">
                  <c:v>30.287759506914796</c:v>
                </c:pt>
                <c:pt idx="4811">
                  <c:v>30.293369596992395</c:v>
                </c:pt>
                <c:pt idx="4812">
                  <c:v>30.2989779481555</c:v>
                </c:pt>
                <c:pt idx="4813">
                  <c:v>30.304584559497801</c:v>
                </c:pt>
                <c:pt idx="4814">
                  <c:v>30.310189430113095</c:v>
                </c:pt>
                <c:pt idx="4815">
                  <c:v>30.315792559094998</c:v>
                </c:pt>
                <c:pt idx="4816">
                  <c:v>30.321393945537196</c:v>
                </c:pt>
                <c:pt idx="4817">
                  <c:v>30.326993588533398</c:v>
                </c:pt>
                <c:pt idx="4818">
                  <c:v>30.332591487177297</c:v>
                </c:pt>
                <c:pt idx="4819">
                  <c:v>30.338187640562602</c:v>
                </c:pt>
                <c:pt idx="4820">
                  <c:v>30.343782047782895</c:v>
                </c:pt>
                <c:pt idx="4821">
                  <c:v>30.349374707931897</c:v>
                </c:pt>
                <c:pt idx="4822">
                  <c:v>30.354965620103407</c:v>
                </c:pt>
                <c:pt idx="4823">
                  <c:v>30.360554783390999</c:v>
                </c:pt>
                <c:pt idx="4824">
                  <c:v>30.366142196888298</c:v>
                </c:pt>
                <c:pt idx="4825">
                  <c:v>30.371727859689202</c:v>
                </c:pt>
                <c:pt idx="4826">
                  <c:v>30.3773117708872</c:v>
                </c:pt>
                <c:pt idx="4827">
                  <c:v>30.382893929575996</c:v>
                </c:pt>
                <c:pt idx="4828">
                  <c:v>30.388474334849498</c:v>
                </c:pt>
                <c:pt idx="4829">
                  <c:v>30.3940529858011</c:v>
                </c:pt>
                <c:pt idx="4830">
                  <c:v>30.399629881524593</c:v>
                </c:pt>
                <c:pt idx="4831">
                  <c:v>30.405205021113797</c:v>
                </c:pt>
                <c:pt idx="4832">
                  <c:v>30.410778403662199</c:v>
                </c:pt>
                <c:pt idx="4833">
                  <c:v>30.416350028263601</c:v>
                </c:pt>
                <c:pt idx="4834">
                  <c:v>30.421919894011602</c:v>
                </c:pt>
                <c:pt idx="4835">
                  <c:v>30.427488</c:v>
                </c:pt>
                <c:pt idx="4836">
                  <c:v>30.4330543453224</c:v>
                </c:pt>
                <c:pt idx="4837">
                  <c:v>30.438618929072501</c:v>
                </c:pt>
                <c:pt idx="4838">
                  <c:v>30.4441817503441</c:v>
                </c:pt>
                <c:pt idx="4839">
                  <c:v>30.449742808230692</c:v>
                </c:pt>
                <c:pt idx="4840">
                  <c:v>30.455302101826096</c:v>
                </c:pt>
                <c:pt idx="4841">
                  <c:v>30.460859630223894</c:v>
                </c:pt>
                <c:pt idx="4842">
                  <c:v>30.466415392517895</c:v>
                </c:pt>
                <c:pt idx="4843">
                  <c:v>30.4719693878017</c:v>
                </c:pt>
                <c:pt idx="4844">
                  <c:v>30.477521615168996</c:v>
                </c:pt>
                <c:pt idx="4845">
                  <c:v>30.483072073713494</c:v>
                </c:pt>
                <c:pt idx="4846">
                  <c:v>30.488620762528893</c:v>
                </c:pt>
                <c:pt idx="4847">
                  <c:v>30.494167680708902</c:v>
                </c:pt>
                <c:pt idx="4848">
                  <c:v>30.499712827347192</c:v>
                </c:pt>
                <c:pt idx="4849">
                  <c:v>30.505256201537392</c:v>
                </c:pt>
                <c:pt idx="4850">
                  <c:v>30.510797802373194</c:v>
                </c:pt>
                <c:pt idx="4851">
                  <c:v>30.5163376289483</c:v>
                </c:pt>
                <c:pt idx="4852">
                  <c:v>30.521875680356505</c:v>
                </c:pt>
                <c:pt idx="4853">
                  <c:v>30.527411955691299</c:v>
                </c:pt>
                <c:pt idx="4854">
                  <c:v>30.532946454046503</c:v>
                </c:pt>
                <c:pt idx="4855">
                  <c:v>30.538479174515796</c:v>
                </c:pt>
                <c:pt idx="4856">
                  <c:v>30.544010116192801</c:v>
                </c:pt>
                <c:pt idx="4857">
                  <c:v>30.549539278171288</c:v>
                </c:pt>
                <c:pt idx="4858">
                  <c:v>30.555066659544799</c:v>
                </c:pt>
                <c:pt idx="4859">
                  <c:v>30.560592259407194</c:v>
                </c:pt>
                <c:pt idx="4860">
                  <c:v>30.566116076852097</c:v>
                </c:pt>
                <c:pt idx="4861">
                  <c:v>30.571638110973097</c:v>
                </c:pt>
                <c:pt idx="4862">
                  <c:v>30.577158360864004</c:v>
                </c:pt>
                <c:pt idx="4863">
                  <c:v>30.582676825618499</c:v>
                </c:pt>
                <c:pt idx="4864">
                  <c:v>30.588193504330192</c:v>
                </c:pt>
                <c:pt idx="4865">
                  <c:v>30.593708396092801</c:v>
                </c:pt>
                <c:pt idx="4866">
                  <c:v>30.599221499999999</c:v>
                </c:pt>
                <c:pt idx="4867">
                  <c:v>30.604732815145496</c:v>
                </c:pt>
                <c:pt idx="4868">
                  <c:v>30.610242340622996</c:v>
                </c:pt>
                <c:pt idx="4869">
                  <c:v>30.615750075526197</c:v>
                </c:pt>
                <c:pt idx="4870">
                  <c:v>30.621256018948703</c:v>
                </c:pt>
                <c:pt idx="4871">
                  <c:v>30.626760169984198</c:v>
                </c:pt>
                <c:pt idx="4872">
                  <c:v>30.6322625277265</c:v>
                </c:pt>
                <c:pt idx="4873">
                  <c:v>30.6377630912692</c:v>
                </c:pt>
                <c:pt idx="4874">
                  <c:v>30.643261859706001</c:v>
                </c:pt>
                <c:pt idx="4875">
                  <c:v>30.648758832130497</c:v>
                </c:pt>
                <c:pt idx="4876">
                  <c:v>30.654254007636506</c:v>
                </c:pt>
                <c:pt idx="4877">
                  <c:v>30.659747385317697</c:v>
                </c:pt>
                <c:pt idx="4878">
                  <c:v>30.665238964267697</c:v>
                </c:pt>
                <c:pt idx="4879">
                  <c:v>30.670728743580302</c:v>
                </c:pt>
                <c:pt idx="4880">
                  <c:v>30.676216722349</c:v>
                </c:pt>
                <c:pt idx="4881">
                  <c:v>30.681702899667698</c:v>
                </c:pt>
                <c:pt idx="4882">
                  <c:v>30.687187274629895</c:v>
                </c:pt>
                <c:pt idx="4883">
                  <c:v>30.692669846329398</c:v>
                </c:pt>
                <c:pt idx="4884">
                  <c:v>30.698150613859905</c:v>
                </c:pt>
                <c:pt idx="4885">
                  <c:v>30.703629576314992</c:v>
                </c:pt>
                <c:pt idx="4886">
                  <c:v>30.709106732788396</c:v>
                </c:pt>
                <c:pt idx="4887">
                  <c:v>30.714582082373898</c:v>
                </c:pt>
                <c:pt idx="4888">
                  <c:v>30.720055624164999</c:v>
                </c:pt>
                <c:pt idx="4889">
                  <c:v>30.725527357255597</c:v>
                </c:pt>
                <c:pt idx="4890">
                  <c:v>30.730997280739096</c:v>
                </c:pt>
                <c:pt idx="4891">
                  <c:v>30.736465393709501</c:v>
                </c:pt>
                <c:pt idx="4892">
                  <c:v>30.741931695260295</c:v>
                </c:pt>
                <c:pt idx="4893">
                  <c:v>30.747396184485197</c:v>
                </c:pt>
                <c:pt idx="4894">
                  <c:v>30.752858860478003</c:v>
                </c:pt>
                <c:pt idx="4895">
                  <c:v>30.758319722332196</c:v>
                </c:pt>
                <c:pt idx="4896">
                  <c:v>30.763778769141702</c:v>
                </c:pt>
                <c:pt idx="4897">
                  <c:v>30.769235999999996</c:v>
                </c:pt>
                <c:pt idx="4898">
                  <c:v>30.774691414000898</c:v>
                </c:pt>
                <c:pt idx="4899">
                  <c:v>30.780145010238002</c:v>
                </c:pt>
                <c:pt idx="4900">
                  <c:v>30.785596787804998</c:v>
                </c:pt>
                <c:pt idx="4901">
                  <c:v>30.791046745795697</c:v>
                </c:pt>
                <c:pt idx="4902">
                  <c:v>30.796494883303694</c:v>
                </c:pt>
                <c:pt idx="4903">
                  <c:v>30.801941199422604</c:v>
                </c:pt>
                <c:pt idx="4904">
                  <c:v>30.807385693246303</c:v>
                </c:pt>
                <c:pt idx="4905">
                  <c:v>30.812828363868302</c:v>
                </c:pt>
                <c:pt idx="4906">
                  <c:v>30.818269210382297</c:v>
                </c:pt>
                <c:pt idx="4907">
                  <c:v>30.823708231882097</c:v>
                </c:pt>
                <c:pt idx="4908">
                  <c:v>30.829145427461299</c:v>
                </c:pt>
                <c:pt idx="4909">
                  <c:v>30.834580796213604</c:v>
                </c:pt>
                <c:pt idx="4910">
                  <c:v>30.840014337232699</c:v>
                </c:pt>
                <c:pt idx="4911">
                  <c:v>30.845446049612296</c:v>
                </c:pt>
                <c:pt idx="4912">
                  <c:v>30.850875932446009</c:v>
                </c:pt>
                <c:pt idx="4913">
                  <c:v>30.856303984827598</c:v>
                </c:pt>
                <c:pt idx="4914">
                  <c:v>30.861730205850797</c:v>
                </c:pt>
                <c:pt idx="4915">
                  <c:v>30.867154594609101</c:v>
                </c:pt>
                <c:pt idx="4916">
                  <c:v>30.872577150196399</c:v>
                </c:pt>
                <c:pt idx="4917">
                  <c:v>30.877997871706199</c:v>
                </c:pt>
                <c:pt idx="4918">
                  <c:v>30.8834167582324</c:v>
                </c:pt>
                <c:pt idx="4919">
                  <c:v>30.888833808868497</c:v>
                </c:pt>
                <c:pt idx="4920">
                  <c:v>30.894249022708195</c:v>
                </c:pt>
                <c:pt idx="4921">
                  <c:v>30.899662398845297</c:v>
                </c:pt>
                <c:pt idx="4922">
                  <c:v>30.905073936373398</c:v>
                </c:pt>
                <c:pt idx="4923">
                  <c:v>30.910483634386196</c:v>
                </c:pt>
                <c:pt idx="4924">
                  <c:v>30.915891491977401</c:v>
                </c:pt>
                <c:pt idx="4925">
                  <c:v>30.921297508240695</c:v>
                </c:pt>
                <c:pt idx="4926">
                  <c:v>30.926701682269794</c:v>
                </c:pt>
                <c:pt idx="4927">
                  <c:v>30.932104013158295</c:v>
                </c:pt>
                <c:pt idx="4928">
                  <c:v>30.937504499999999</c:v>
                </c:pt>
                <c:pt idx="4929">
                  <c:v>30.9429031418885</c:v>
                </c:pt>
                <c:pt idx="4930">
                  <c:v>30.948299937917493</c:v>
                </c:pt>
                <c:pt idx="4931">
                  <c:v>30.953694887180696</c:v>
                </c:pt>
                <c:pt idx="4932">
                  <c:v>30.959087988771795</c:v>
                </c:pt>
                <c:pt idx="4933">
                  <c:v>30.964479241784392</c:v>
                </c:pt>
                <c:pt idx="4934">
                  <c:v>30.9698686453123</c:v>
                </c:pt>
                <c:pt idx="4935">
                  <c:v>30.975256198449195</c:v>
                </c:pt>
                <c:pt idx="4936">
                  <c:v>30.980641900288695</c:v>
                </c:pt>
                <c:pt idx="4937">
                  <c:v>30.986025749924497</c:v>
                </c:pt>
                <c:pt idx="4938">
                  <c:v>30.991407746450299</c:v>
                </c:pt>
                <c:pt idx="4939">
                  <c:v>30.996787888959698</c:v>
                </c:pt>
                <c:pt idx="4940">
                  <c:v>31.002166176546599</c:v>
                </c:pt>
                <c:pt idx="4941">
                  <c:v>31.007542608304497</c:v>
                </c:pt>
                <c:pt idx="4942">
                  <c:v>31.012917183327197</c:v>
                </c:pt>
                <c:pt idx="4943">
                  <c:v>31.018289900708297</c:v>
                </c:pt>
                <c:pt idx="4944">
                  <c:v>31.023660759541499</c:v>
                </c:pt>
                <c:pt idx="4945">
                  <c:v>31.029029758920498</c:v>
                </c:pt>
                <c:pt idx="4946">
                  <c:v>31.034396897938997</c:v>
                </c:pt>
                <c:pt idx="4947">
                  <c:v>31.039762175690601</c:v>
                </c:pt>
                <c:pt idx="4948">
                  <c:v>31.045125591269194</c:v>
                </c:pt>
                <c:pt idx="4949">
                  <c:v>31.050487143768198</c:v>
                </c:pt>
                <c:pt idx="4950">
                  <c:v>31.055846832281595</c:v>
                </c:pt>
                <c:pt idx="4951">
                  <c:v>31.061204655902799</c:v>
                </c:pt>
                <c:pt idx="4952">
                  <c:v>31.066560613725596</c:v>
                </c:pt>
                <c:pt idx="4953">
                  <c:v>31.071914704843703</c:v>
                </c:pt>
                <c:pt idx="4954">
                  <c:v>31.077266928350802</c:v>
                </c:pt>
                <c:pt idx="4955">
                  <c:v>31.082617283340593</c:v>
                </c:pt>
                <c:pt idx="4956">
                  <c:v>31.087965768906706</c:v>
                </c:pt>
                <c:pt idx="4957">
                  <c:v>31.093312384142898</c:v>
                </c:pt>
                <c:pt idx="4958">
                  <c:v>31.098657128142701</c:v>
                </c:pt>
                <c:pt idx="4959">
                  <c:v>31.103999999999999</c:v>
                </c:pt>
                <c:pt idx="4960">
                  <c:v>31.109340998808399</c:v>
                </c:pt>
                <c:pt idx="4961">
                  <c:v>31.114680123661504</c:v>
                </c:pt>
                <c:pt idx="4962">
                  <c:v>31.120017373653099</c:v>
                </c:pt>
                <c:pt idx="4963">
                  <c:v>31.125352747876899</c:v>
                </c:pt>
                <c:pt idx="4964">
                  <c:v>31.130686245426499</c:v>
                </c:pt>
                <c:pt idx="4965">
                  <c:v>31.136017865395601</c:v>
                </c:pt>
                <c:pt idx="4966">
                  <c:v>31.141347606877897</c:v>
                </c:pt>
                <c:pt idx="4967">
                  <c:v>31.1466754689671</c:v>
                </c:pt>
                <c:pt idx="4968">
                  <c:v>31.152001450756902</c:v>
                </c:pt>
                <c:pt idx="4969">
                  <c:v>31.157325551341</c:v>
                </c:pt>
                <c:pt idx="4970">
                  <c:v>31.162647769812999</c:v>
                </c:pt>
                <c:pt idx="4971">
                  <c:v>31.167968105266706</c:v>
                </c:pt>
                <c:pt idx="4972">
                  <c:v>31.173286556795695</c:v>
                </c:pt>
                <c:pt idx="4973">
                  <c:v>31.178603123493701</c:v>
                </c:pt>
                <c:pt idx="4974">
                  <c:v>31.183917804454399</c:v>
                </c:pt>
                <c:pt idx="4975">
                  <c:v>31.189230598771392</c:v>
                </c:pt>
                <c:pt idx="4976">
                  <c:v>31.194541505538599</c:v>
                </c:pt>
                <c:pt idx="4977">
                  <c:v>31.199850523849506</c:v>
                </c:pt>
                <c:pt idx="4978">
                  <c:v>31.205157652797798</c:v>
                </c:pt>
                <c:pt idx="4979">
                  <c:v>31.210462891477295</c:v>
                </c:pt>
                <c:pt idx="4980">
                  <c:v>31.215766238981594</c:v>
                </c:pt>
                <c:pt idx="4981">
                  <c:v>31.221067694404404</c:v>
                </c:pt>
                <c:pt idx="4982">
                  <c:v>31.226367256839296</c:v>
                </c:pt>
                <c:pt idx="4983">
                  <c:v>31.231664925380201</c:v>
                </c:pt>
                <c:pt idx="4984">
                  <c:v>31.236960699120505</c:v>
                </c:pt>
                <c:pt idx="4985">
                  <c:v>31.242254577154196</c:v>
                </c:pt>
                <c:pt idx="4986">
                  <c:v>31.247546558574694</c:v>
                </c:pt>
                <c:pt idx="4987">
                  <c:v>31.252836642475895</c:v>
                </c:pt>
                <c:pt idx="4988">
                  <c:v>31.258124827951395</c:v>
                </c:pt>
                <c:pt idx="4989">
                  <c:v>31.2634111140949</c:v>
                </c:pt>
                <c:pt idx="4990">
                  <c:v>31.268695499999996</c:v>
                </c:pt>
                <c:pt idx="4991">
                  <c:v>31.273977984760499</c:v>
                </c:pt>
                <c:pt idx="4992">
                  <c:v>31.279258567469999</c:v>
                </c:pt>
                <c:pt idx="4993">
                  <c:v>31.284537247222293</c:v>
                </c:pt>
                <c:pt idx="4994">
                  <c:v>31.289814023110999</c:v>
                </c:pt>
                <c:pt idx="4995">
                  <c:v>31.295088894229796</c:v>
                </c:pt>
                <c:pt idx="4996">
                  <c:v>31.300361859672403</c:v>
                </c:pt>
                <c:pt idx="4997">
                  <c:v>31.305632918532396</c:v>
                </c:pt>
                <c:pt idx="4998">
                  <c:v>31.310902069903701</c:v>
                </c:pt>
                <c:pt idx="4999">
                  <c:v>31.316169312879701</c:v>
                </c:pt>
                <c:pt idx="5000">
                  <c:v>31.321434646554302</c:v>
                </c:pt>
                <c:pt idx="5001">
                  <c:v>31.326698070021095</c:v>
                </c:pt>
                <c:pt idx="5002">
                  <c:v>31.331959582373898</c:v>
                </c:pt>
                <c:pt idx="5003">
                  <c:v>31.3372191827062</c:v>
                </c:pt>
                <c:pt idx="5004">
                  <c:v>31.342476870111792</c:v>
                </c:pt>
                <c:pt idx="5005">
                  <c:v>31.347732643684296</c:v>
                </c:pt>
                <c:pt idx="5006">
                  <c:v>31.352986502517499</c:v>
                </c:pt>
                <c:pt idx="5007">
                  <c:v>31.358238445705098</c:v>
                </c:pt>
                <c:pt idx="5008">
                  <c:v>31.363488472340599</c:v>
                </c:pt>
                <c:pt idx="5009">
                  <c:v>31.36873658151789</c:v>
                </c:pt>
                <c:pt idx="5010">
                  <c:v>31.373982772330599</c:v>
                </c:pt>
                <c:pt idx="5011">
                  <c:v>31.379227043872302</c:v>
                </c:pt>
                <c:pt idx="5012">
                  <c:v>31.384469395236799</c:v>
                </c:pt>
                <c:pt idx="5013">
                  <c:v>31.389709825517798</c:v>
                </c:pt>
                <c:pt idx="5014">
                  <c:v>31.394948333808905</c:v>
                </c:pt>
                <c:pt idx="5015">
                  <c:v>31.400184919203799</c:v>
                </c:pt>
                <c:pt idx="5016">
                  <c:v>31.405419580796192</c:v>
                </c:pt>
                <c:pt idx="5017">
                  <c:v>31.410652317679798</c:v>
                </c:pt>
                <c:pt idx="5018">
                  <c:v>31.415883128948298</c:v>
                </c:pt>
                <c:pt idx="5019">
                  <c:v>31.421112013695396</c:v>
                </c:pt>
                <c:pt idx="5020">
                  <c:v>31.426338971014697</c:v>
                </c:pt>
                <c:pt idx="5021">
                  <c:v>31.431564000000005</c:v>
                </c:pt>
                <c:pt idx="5022">
                  <c:v>31.436787099744897</c:v>
                </c:pt>
                <c:pt idx="5023">
                  <c:v>31.442008269343091</c:v>
                </c:pt>
                <c:pt idx="5024">
                  <c:v>31.447227507888297</c:v>
                </c:pt>
                <c:pt idx="5025">
                  <c:v>31.452444814474198</c:v>
                </c:pt>
                <c:pt idx="5026">
                  <c:v>31.457660188194399</c:v>
                </c:pt>
                <c:pt idx="5027">
                  <c:v>31.462873628142699</c:v>
                </c:pt>
                <c:pt idx="5028">
                  <c:v>31.468085133412799</c:v>
                </c:pt>
                <c:pt idx="5029">
                  <c:v>31.473294703098301</c:v>
                </c:pt>
                <c:pt idx="5030">
                  <c:v>31.478502336292795</c:v>
                </c:pt>
                <c:pt idx="5031">
                  <c:v>31.483708032090195</c:v>
                </c:pt>
                <c:pt idx="5032">
                  <c:v>31.488911789584098</c:v>
                </c:pt>
                <c:pt idx="5033">
                  <c:v>31.494113607868098</c:v>
                </c:pt>
                <c:pt idx="5034">
                  <c:v>31.499313486036002</c:v>
                </c:pt>
                <c:pt idx="5035">
                  <c:v>31.504511423181501</c:v>
                </c:pt>
                <c:pt idx="5036">
                  <c:v>31.5097074183982</c:v>
                </c:pt>
                <c:pt idx="5037">
                  <c:v>31.514901470779801</c:v>
                </c:pt>
                <c:pt idx="5038">
                  <c:v>31.520093579419996</c:v>
                </c:pt>
                <c:pt idx="5039">
                  <c:v>31.525283743412395</c:v>
                </c:pt>
                <c:pt idx="5040">
                  <c:v>31.530471961850903</c:v>
                </c:pt>
                <c:pt idx="5041">
                  <c:v>31.535658233828997</c:v>
                </c:pt>
                <c:pt idx="5042">
                  <c:v>31.540842558440499</c:v>
                </c:pt>
                <c:pt idx="5043">
                  <c:v>31.546024934778991</c:v>
                </c:pt>
                <c:pt idx="5044">
                  <c:v>31.551205361938205</c:v>
                </c:pt>
                <c:pt idx="5045">
                  <c:v>31.556383839011797</c:v>
                </c:pt>
                <c:pt idx="5046">
                  <c:v>31.561560365093502</c:v>
                </c:pt>
                <c:pt idx="5047">
                  <c:v>31.566734939276994</c:v>
                </c:pt>
                <c:pt idx="5048">
                  <c:v>31.571907560655905</c:v>
                </c:pt>
                <c:pt idx="5049">
                  <c:v>31.577078228324005</c:v>
                </c:pt>
                <c:pt idx="5050">
                  <c:v>31.582246941374891</c:v>
                </c:pt>
                <c:pt idx="5051">
                  <c:v>31.587413698902395</c:v>
                </c:pt>
                <c:pt idx="5052">
                  <c:v>31.592578499999995</c:v>
                </c:pt>
                <c:pt idx="5053">
                  <c:v>31.597741343761491</c:v>
                </c:pt>
                <c:pt idx="5054">
                  <c:v>31.602902229280701</c:v>
                </c:pt>
                <c:pt idx="5055">
                  <c:v>31.608061155651004</c:v>
                </c:pt>
                <c:pt idx="5056">
                  <c:v>31.613218121966405</c:v>
                </c:pt>
                <c:pt idx="5057">
                  <c:v>31.6183731273203</c:v>
                </c:pt>
                <c:pt idx="5058">
                  <c:v>31.623526170806599</c:v>
                </c:pt>
                <c:pt idx="5059">
                  <c:v>31.628677251518898</c:v>
                </c:pt>
                <c:pt idx="5060">
                  <c:v>31.633826368550903</c:v>
                </c:pt>
                <c:pt idx="5061">
                  <c:v>31.638973520996302</c:v>
                </c:pt>
                <c:pt idx="5062">
                  <c:v>31.644118707948703</c:v>
                </c:pt>
                <c:pt idx="5063">
                  <c:v>31.6492619285019</c:v>
                </c:pt>
                <c:pt idx="5064">
                  <c:v>31.654403181749501</c:v>
                </c:pt>
                <c:pt idx="5065">
                  <c:v>31.659542466785297</c:v>
                </c:pt>
                <c:pt idx="5066">
                  <c:v>31.664679782702802</c:v>
                </c:pt>
                <c:pt idx="5067">
                  <c:v>31.669815128595904</c:v>
                </c:pt>
                <c:pt idx="5068">
                  <c:v>31.674948503558102</c:v>
                </c:pt>
                <c:pt idx="5069">
                  <c:v>31.680079906683197</c:v>
                </c:pt>
                <c:pt idx="5070">
                  <c:v>31.685209337064894</c:v>
                </c:pt>
                <c:pt idx="5071">
                  <c:v>31.690336793796799</c:v>
                </c:pt>
                <c:pt idx="5072">
                  <c:v>31.695462275972595</c:v>
                </c:pt>
                <c:pt idx="5073">
                  <c:v>31.700585782686005</c:v>
                </c:pt>
                <c:pt idx="5074">
                  <c:v>31.705707313030796</c:v>
                </c:pt>
                <c:pt idx="5075">
                  <c:v>31.710826866100501</c:v>
                </c:pt>
                <c:pt idx="5076">
                  <c:v>31.715944440988899</c:v>
                </c:pt>
                <c:pt idx="5077">
                  <c:v>31.721060036789599</c:v>
                </c:pt>
                <c:pt idx="5078">
                  <c:v>31.726173652596401</c:v>
                </c:pt>
                <c:pt idx="5079">
                  <c:v>31.731285287502899</c:v>
                </c:pt>
                <c:pt idx="5080">
                  <c:v>31.736394940602899</c:v>
                </c:pt>
                <c:pt idx="5081">
                  <c:v>31.741502610989894</c:v>
                </c:pt>
                <c:pt idx="5082">
                  <c:v>31.746608297757696</c:v>
                </c:pt>
                <c:pt idx="5083">
                  <c:v>31.751711999999998</c:v>
                </c:pt>
                <c:pt idx="5084">
                  <c:v>31.756813716810402</c:v>
                </c:pt>
                <c:pt idx="5085">
                  <c:v>31.761913447282701</c:v>
                </c:pt>
                <c:pt idx="5086">
                  <c:v>31.767011190510601</c:v>
                </c:pt>
                <c:pt idx="5087">
                  <c:v>31.772106945587591</c:v>
                </c:pt>
                <c:pt idx="5088">
                  <c:v>31.777200711607502</c:v>
                </c:pt>
                <c:pt idx="5089">
                  <c:v>31.782292487664094</c:v>
                </c:pt>
                <c:pt idx="5090">
                  <c:v>31.787382272850891</c:v>
                </c:pt>
                <c:pt idx="5091">
                  <c:v>31.792470066261597</c:v>
                </c:pt>
                <c:pt idx="5092">
                  <c:v>31.797555866989999</c:v>
                </c:pt>
                <c:pt idx="5093">
                  <c:v>31.802639674129789</c:v>
                </c:pt>
                <c:pt idx="5094">
                  <c:v>31.807721486774501</c:v>
                </c:pt>
                <c:pt idx="5095">
                  <c:v>31.812801304018002</c:v>
                </c:pt>
                <c:pt idx="5096">
                  <c:v>31.817879124953809</c:v>
                </c:pt>
                <c:pt idx="5097">
                  <c:v>31.8229549486758</c:v>
                </c:pt>
                <c:pt idx="5098">
                  <c:v>31.828028774277499</c:v>
                </c:pt>
                <c:pt idx="5099">
                  <c:v>31.833100600852603</c:v>
                </c:pt>
                <c:pt idx="5100">
                  <c:v>31.838170427494909</c:v>
                </c:pt>
                <c:pt idx="5101">
                  <c:v>31.843238253298001</c:v>
                </c:pt>
                <c:pt idx="5102">
                  <c:v>31.848304077355596</c:v>
                </c:pt>
                <c:pt idx="5103">
                  <c:v>31.853367898761402</c:v>
                </c:pt>
                <c:pt idx="5104">
                  <c:v>31.858429716609095</c:v>
                </c:pt>
                <c:pt idx="5105">
                  <c:v>31.863489529992297</c:v>
                </c:pt>
                <c:pt idx="5106">
                  <c:v>31.868547338004795</c:v>
                </c:pt>
                <c:pt idx="5107">
                  <c:v>31.873603139740197</c:v>
                </c:pt>
                <c:pt idx="5108">
                  <c:v>31.878656934292199</c:v>
                </c:pt>
                <c:pt idx="5109">
                  <c:v>31.883708720754601</c:v>
                </c:pt>
                <c:pt idx="5110">
                  <c:v>31.888758498220895</c:v>
                </c:pt>
                <c:pt idx="5111">
                  <c:v>31.893806265784999</c:v>
                </c:pt>
                <c:pt idx="5112">
                  <c:v>31.898852022540403</c:v>
                </c:pt>
                <c:pt idx="5113">
                  <c:v>31.903895767580803</c:v>
                </c:pt>
                <c:pt idx="5114">
                  <c:v>31.908937499999997</c:v>
                </c:pt>
                <c:pt idx="5115">
                  <c:v>31.913977218891603</c:v>
                </c:pt>
                <c:pt idx="5116">
                  <c:v>31.919014923349302</c:v>
                </c:pt>
                <c:pt idx="5117">
                  <c:v>31.9240506124669</c:v>
                </c:pt>
                <c:pt idx="5118">
                  <c:v>31.929084285337893</c:v>
                </c:pt>
                <c:pt idx="5119">
                  <c:v>31.934115941056003</c:v>
                </c:pt>
                <c:pt idx="5120">
                  <c:v>31.939145578714996</c:v>
                </c:pt>
                <c:pt idx="5121">
                  <c:v>31.944173197408603</c:v>
                </c:pt>
                <c:pt idx="5122">
                  <c:v>31.949198796230405</c:v>
                </c:pt>
                <c:pt idx="5123">
                  <c:v>31.954222374274096</c:v>
                </c:pt>
                <c:pt idx="5124">
                  <c:v>31.959243930633392</c:v>
                </c:pt>
                <c:pt idx="5125">
                  <c:v>31.964263464401999</c:v>
                </c:pt>
                <c:pt idx="5126">
                  <c:v>31.969280974673598</c:v>
                </c:pt>
                <c:pt idx="5127">
                  <c:v>31.974296460541797</c:v>
                </c:pt>
                <c:pt idx="5128">
                  <c:v>31.979309921100295</c:v>
                </c:pt>
                <c:pt idx="5129">
                  <c:v>31.984321355442898</c:v>
                </c:pt>
                <c:pt idx="5130">
                  <c:v>31.989330762663194</c:v>
                </c:pt>
                <c:pt idx="5131">
                  <c:v>31.9943381418549</c:v>
                </c:pt>
                <c:pt idx="5132">
                  <c:v>31.999343492111695</c:v>
                </c:pt>
                <c:pt idx="5133">
                  <c:v>32.004346812527302</c:v>
                </c:pt>
                <c:pt idx="5134">
                  <c:v>32.009348102195304</c:v>
                </c:pt>
                <c:pt idx="5135">
                  <c:v>32.014347360209491</c:v>
                </c:pt>
                <c:pt idx="5136">
                  <c:v>32.019344585663482</c:v>
                </c:pt>
                <c:pt idx="5137">
                  <c:v>32.024339777651001</c:v>
                </c:pt>
                <c:pt idx="5138">
                  <c:v>32.029332935265714</c:v>
                </c:pt>
                <c:pt idx="5139">
                  <c:v>32.034324057601289</c:v>
                </c:pt>
                <c:pt idx="5140">
                  <c:v>32.039313143751507</c:v>
                </c:pt>
                <c:pt idx="5141">
                  <c:v>32.044300192809906</c:v>
                </c:pt>
                <c:pt idx="5142">
                  <c:v>32.049285203870298</c:v>
                </c:pt>
                <c:pt idx="5143">
                  <c:v>32.054268176026291</c:v>
                </c:pt>
                <c:pt idx="5144">
                  <c:v>32.059249108371702</c:v>
                </c:pt>
                <c:pt idx="5145">
                  <c:v>32.064228</c:v>
                </c:pt>
                <c:pt idx="5146">
                  <c:v>32.069204850005001</c:v>
                </c:pt>
                <c:pt idx="5147">
                  <c:v>32.074179657480492</c:v>
                </c:pt>
                <c:pt idx="5148">
                  <c:v>32.079152421519908</c:v>
                </c:pt>
                <c:pt idx="5149">
                  <c:v>32.084123141217091</c:v>
                </c:pt>
                <c:pt idx="5150">
                  <c:v>32.089091815665796</c:v>
                </c:pt>
                <c:pt idx="5151">
                  <c:v>32.094058443959604</c:v>
                </c:pt>
                <c:pt idx="5152">
                  <c:v>32.099023025192196</c:v>
                </c:pt>
                <c:pt idx="5153">
                  <c:v>32.103985558457197</c:v>
                </c:pt>
                <c:pt idx="5154">
                  <c:v>32.108946042848501</c:v>
                </c:pt>
                <c:pt idx="5155">
                  <c:v>32.113904477459592</c:v>
                </c:pt>
                <c:pt idx="5156">
                  <c:v>32.118860861384292</c:v>
                </c:pt>
                <c:pt idx="5157">
                  <c:v>32.123815193716197</c:v>
                </c:pt>
                <c:pt idx="5158">
                  <c:v>32.128767473549097</c:v>
                </c:pt>
                <c:pt idx="5159">
                  <c:v>32.133717699976501</c:v>
                </c:pt>
                <c:pt idx="5160">
                  <c:v>32.138665872092197</c:v>
                </c:pt>
                <c:pt idx="5161">
                  <c:v>32.143611988990003</c:v>
                </c:pt>
                <c:pt idx="5162">
                  <c:v>32.1485560497633</c:v>
                </c:pt>
                <c:pt idx="5163">
                  <c:v>32.153498053506091</c:v>
                </c:pt>
                <c:pt idx="5164">
                  <c:v>32.1584379993119</c:v>
                </c:pt>
                <c:pt idx="5165">
                  <c:v>32.163375886274409</c:v>
                </c:pt>
                <c:pt idx="5166">
                  <c:v>32.168311713487306</c:v>
                </c:pt>
                <c:pt idx="5167">
                  <c:v>32.173245480044294</c:v>
                </c:pt>
                <c:pt idx="5168">
                  <c:v>32.178177185039104</c:v>
                </c:pt>
                <c:pt idx="5169">
                  <c:v>32.183106827565403</c:v>
                </c:pt>
                <c:pt idx="5170">
                  <c:v>32.188034406716795</c:v>
                </c:pt>
                <c:pt idx="5171">
                  <c:v>32.192959921587111</c:v>
                </c:pt>
                <c:pt idx="5172">
                  <c:v>32.197883371269796</c:v>
                </c:pt>
                <c:pt idx="5173">
                  <c:v>32.202804754858803</c:v>
                </c:pt>
                <c:pt idx="5174">
                  <c:v>32.207724071447792</c:v>
                </c:pt>
                <c:pt idx="5175">
                  <c:v>32.212641320130203</c:v>
                </c:pt>
                <c:pt idx="5176">
                  <c:v>32.217556500000001</c:v>
                </c:pt>
                <c:pt idx="5177">
                  <c:v>32.222469610150718</c:v>
                </c:pt>
                <c:pt idx="5178">
                  <c:v>32.2273806496761</c:v>
                </c:pt>
                <c:pt idx="5179">
                  <c:v>32.232289617669799</c:v>
                </c:pt>
                <c:pt idx="5180">
                  <c:v>32.237196513225499</c:v>
                </c:pt>
                <c:pt idx="5181">
                  <c:v>32.242101335436907</c:v>
                </c:pt>
                <c:pt idx="5182">
                  <c:v>32.247004083397684</c:v>
                </c:pt>
                <c:pt idx="5183">
                  <c:v>32.25190475620149</c:v>
                </c:pt>
                <c:pt idx="5184">
                  <c:v>32.256803352942192</c:v>
                </c:pt>
                <c:pt idx="5185">
                  <c:v>32.261699872713194</c:v>
                </c:pt>
                <c:pt idx="5186">
                  <c:v>32.266594314608405</c:v>
                </c:pt>
                <c:pt idx="5187">
                  <c:v>32.271486677721491</c:v>
                </c:pt>
                <c:pt idx="5188">
                  <c:v>32.276376961146006</c:v>
                </c:pt>
                <c:pt idx="5189">
                  <c:v>32.281265163975696</c:v>
                </c:pt>
                <c:pt idx="5190">
                  <c:v>32.2861512853043</c:v>
                </c:pt>
                <c:pt idx="5191">
                  <c:v>32.291035324225412</c:v>
                </c:pt>
                <c:pt idx="5192">
                  <c:v>32.295917279832807</c:v>
                </c:pt>
                <c:pt idx="5193">
                  <c:v>32.300797151220188</c:v>
                </c:pt>
                <c:pt idx="5194">
                  <c:v>32.305674937481101</c:v>
                </c:pt>
                <c:pt idx="5195">
                  <c:v>32.310550637709397</c:v>
                </c:pt>
                <c:pt idx="5196">
                  <c:v>32.315424250998589</c:v>
                </c:pt>
                <c:pt idx="5197">
                  <c:v>32.320295776442492</c:v>
                </c:pt>
                <c:pt idx="5198">
                  <c:v>32.32516521313481</c:v>
                </c:pt>
                <c:pt idx="5199">
                  <c:v>32.330032560169201</c:v>
                </c:pt>
                <c:pt idx="5200">
                  <c:v>32.334897816639291</c:v>
                </c:pt>
                <c:pt idx="5201">
                  <c:v>32.339760981638797</c:v>
                </c:pt>
                <c:pt idx="5202">
                  <c:v>32.344622054261386</c:v>
                </c:pt>
                <c:pt idx="5203">
                  <c:v>32.349481033600789</c:v>
                </c:pt>
                <c:pt idx="5204">
                  <c:v>32.354337918750595</c:v>
                </c:pt>
                <c:pt idx="5205">
                  <c:v>32.359192708804699</c:v>
                </c:pt>
                <c:pt idx="5206">
                  <c:v>32.36404540285659</c:v>
                </c:pt>
                <c:pt idx="5207">
                  <c:v>32.368896000000007</c:v>
                </c:pt>
                <c:pt idx="5208">
                  <c:v>32.373744499328694</c:v>
                </c:pt>
                <c:pt idx="5209">
                  <c:v>32.378590899936199</c:v>
                </c:pt>
                <c:pt idx="5210">
                  <c:v>32.383435200916395</c:v>
                </c:pt>
                <c:pt idx="5211">
                  <c:v>32.388277401362785</c:v>
                </c:pt>
                <c:pt idx="5212">
                  <c:v>32.3931175003692</c:v>
                </c:pt>
                <c:pt idx="5213">
                  <c:v>32.397955497029301</c:v>
                </c:pt>
                <c:pt idx="5214">
                  <c:v>32.402791390436697</c:v>
                </c:pt>
                <c:pt idx="5215">
                  <c:v>32.407625179685091</c:v>
                </c:pt>
                <c:pt idx="5216">
                  <c:v>32.412456863868293</c:v>
                </c:pt>
                <c:pt idx="5217">
                  <c:v>32.417286442079799</c:v>
                </c:pt>
                <c:pt idx="5218">
                  <c:v>32.422113913413504</c:v>
                </c:pt>
                <c:pt idx="5219">
                  <c:v>32.426939276962806</c:v>
                </c:pt>
                <c:pt idx="5220">
                  <c:v>32.431762531821697</c:v>
                </c:pt>
                <c:pt idx="5221">
                  <c:v>32.436583677083696</c:v>
                </c:pt>
                <c:pt idx="5222">
                  <c:v>32.441402711842485</c:v>
                </c:pt>
                <c:pt idx="5223">
                  <c:v>32.446219635191802</c:v>
                </c:pt>
                <c:pt idx="5224">
                  <c:v>32.451034446225393</c:v>
                </c:pt>
                <c:pt idx="5225">
                  <c:v>32.455847144036795</c:v>
                </c:pt>
                <c:pt idx="5226">
                  <c:v>32.460657727719799</c:v>
                </c:pt>
                <c:pt idx="5227">
                  <c:v>32.465466196367998</c:v>
                </c:pt>
                <c:pt idx="5228">
                  <c:v>32.470272549075204</c:v>
                </c:pt>
                <c:pt idx="5229">
                  <c:v>32.475076784935005</c:v>
                </c:pt>
                <c:pt idx="5230">
                  <c:v>32.479878903041197</c:v>
                </c:pt>
                <c:pt idx="5231">
                  <c:v>32.484678902487296</c:v>
                </c:pt>
                <c:pt idx="5232">
                  <c:v>32.489476782367191</c:v>
                </c:pt>
                <c:pt idx="5233">
                  <c:v>32.4942725417744</c:v>
                </c:pt>
                <c:pt idx="5234">
                  <c:v>32.49906617980259</c:v>
                </c:pt>
                <c:pt idx="5235">
                  <c:v>32.503857695545591</c:v>
                </c:pt>
                <c:pt idx="5236">
                  <c:v>32.508647088097092</c:v>
                </c:pt>
                <c:pt idx="5237">
                  <c:v>32.513434356550597</c:v>
                </c:pt>
                <c:pt idx="5238">
                  <c:v>32.518219500000001</c:v>
                </c:pt>
                <c:pt idx="5239">
                  <c:v>32.523002517538906</c:v>
                </c:pt>
                <c:pt idx="5240">
                  <c:v>32.527783408260895</c:v>
                </c:pt>
                <c:pt idx="5241">
                  <c:v>32.532562171259805</c:v>
                </c:pt>
                <c:pt idx="5242">
                  <c:v>32.537338805629204</c:v>
                </c:pt>
                <c:pt idx="5243">
                  <c:v>32.542113310462909</c:v>
                </c:pt>
                <c:pt idx="5244">
                  <c:v>32.546885684854495</c:v>
                </c:pt>
                <c:pt idx="5245">
                  <c:v>32.551655927897691</c:v>
                </c:pt>
                <c:pt idx="5246">
                  <c:v>32.556424038686188</c:v>
                </c:pt>
                <c:pt idx="5247">
                  <c:v>32.561190016313702</c:v>
                </c:pt>
                <c:pt idx="5248">
                  <c:v>32.565953859873808</c:v>
                </c:pt>
                <c:pt idx="5249">
                  <c:v>32.570715568460301</c:v>
                </c:pt>
                <c:pt idx="5250">
                  <c:v>32.575475141166805</c:v>
                </c:pt>
                <c:pt idx="5251">
                  <c:v>32.580232577086996</c:v>
                </c:pt>
                <c:pt idx="5252">
                  <c:v>32.584987875314688</c:v>
                </c:pt>
                <c:pt idx="5253">
                  <c:v>32.589741034943394</c:v>
                </c:pt>
                <c:pt idx="5254">
                  <c:v>32.594492055066993</c:v>
                </c:pt>
                <c:pt idx="5255">
                  <c:v>32.599240934779012</c:v>
                </c:pt>
                <c:pt idx="5256">
                  <c:v>32.603987673173094</c:v>
                </c:pt>
                <c:pt idx="5257">
                  <c:v>32.608732269343101</c:v>
                </c:pt>
                <c:pt idx="5258">
                  <c:v>32.613474722382591</c:v>
                </c:pt>
                <c:pt idx="5259">
                  <c:v>32.618215031385304</c:v>
                </c:pt>
                <c:pt idx="5260">
                  <c:v>32.622953195444907</c:v>
                </c:pt>
                <c:pt idx="5261">
                  <c:v>32.627689213655096</c:v>
                </c:pt>
                <c:pt idx="5262">
                  <c:v>32.6324230851096</c:v>
                </c:pt>
                <c:pt idx="5263">
                  <c:v>32.637154808902011</c:v>
                </c:pt>
                <c:pt idx="5264">
                  <c:v>32.641884384126094</c:v>
                </c:pt>
                <c:pt idx="5265">
                  <c:v>32.646611809875502</c:v>
                </c:pt>
                <c:pt idx="5266">
                  <c:v>32.651337085243888</c:v>
                </c:pt>
                <c:pt idx="5267">
                  <c:v>32.656060209324998</c:v>
                </c:pt>
                <c:pt idx="5268">
                  <c:v>32.660781181212386</c:v>
                </c:pt>
                <c:pt idx="5269">
                  <c:v>32.665500000000009</c:v>
                </c:pt>
                <c:pt idx="5270">
                  <c:v>32.6702166647813</c:v>
                </c:pt>
                <c:pt idx="5271">
                  <c:v>32.674931174650098</c:v>
                </c:pt>
                <c:pt idx="5272">
                  <c:v>32.679643528699899</c:v>
                </c:pt>
                <c:pt idx="5273">
                  <c:v>32.684353726024604</c:v>
                </c:pt>
                <c:pt idx="5274">
                  <c:v>32.689061765717788</c:v>
                </c:pt>
                <c:pt idx="5275">
                  <c:v>32.693767646873205</c:v>
                </c:pt>
                <c:pt idx="5276">
                  <c:v>32.698471368584507</c:v>
                </c:pt>
                <c:pt idx="5277">
                  <c:v>32.70317292994531</c:v>
                </c:pt>
                <c:pt idx="5278">
                  <c:v>32.707872330049405</c:v>
                </c:pt>
                <c:pt idx="5279">
                  <c:v>32.712569567990293</c:v>
                </c:pt>
                <c:pt idx="5280">
                  <c:v>32.717264642861899</c:v>
                </c:pt>
                <c:pt idx="5281">
                  <c:v>32.721957553757797</c:v>
                </c:pt>
                <c:pt idx="5282">
                  <c:v>32.726648299771711</c:v>
                </c:pt>
                <c:pt idx="5283">
                  <c:v>32.731336879997301</c:v>
                </c:pt>
                <c:pt idx="5284">
                  <c:v>32.736023293528305</c:v>
                </c:pt>
                <c:pt idx="5285">
                  <c:v>32.740707539458199</c:v>
                </c:pt>
                <c:pt idx="5286">
                  <c:v>32.745389616880907</c:v>
                </c:pt>
                <c:pt idx="5287">
                  <c:v>32.750069524890094</c:v>
                </c:pt>
                <c:pt idx="5288">
                  <c:v>32.754747262579301</c:v>
                </c:pt>
                <c:pt idx="5289">
                  <c:v>32.759422829042293</c:v>
                </c:pt>
                <c:pt idx="5290">
                  <c:v>32.764096223372803</c:v>
                </c:pt>
                <c:pt idx="5291">
                  <c:v>32.768767444664498</c:v>
                </c:pt>
                <c:pt idx="5292">
                  <c:v>32.773436492011001</c:v>
                </c:pt>
                <c:pt idx="5293">
                  <c:v>32.778103364506109</c:v>
                </c:pt>
                <c:pt idx="5294">
                  <c:v>32.782768061243289</c:v>
                </c:pt>
                <c:pt idx="5295">
                  <c:v>32.787430581316485</c:v>
                </c:pt>
                <c:pt idx="5296">
                  <c:v>32.792090923819309</c:v>
                </c:pt>
                <c:pt idx="5297">
                  <c:v>32.796749087845299</c:v>
                </c:pt>
                <c:pt idx="5298">
                  <c:v>32.801405072488294</c:v>
                </c:pt>
                <c:pt idx="5299">
                  <c:v>32.806058876841995</c:v>
                </c:pt>
                <c:pt idx="5300">
                  <c:v>32.810710499999999</c:v>
                </c:pt>
                <c:pt idx="5301">
                  <c:v>32.815359941056002</c:v>
                </c:pt>
                <c:pt idx="5302">
                  <c:v>32.820007199103799</c:v>
                </c:pt>
                <c:pt idx="5303">
                  <c:v>32.824652273236893</c:v>
                </c:pt>
                <c:pt idx="5304">
                  <c:v>32.829295162549101</c:v>
                </c:pt>
                <c:pt idx="5305">
                  <c:v>32.833935866134105</c:v>
                </c:pt>
                <c:pt idx="5306">
                  <c:v>32.838574383085501</c:v>
                </c:pt>
                <c:pt idx="5307">
                  <c:v>32.843210712497097</c:v>
                </c:pt>
                <c:pt idx="5308">
                  <c:v>32.847844853462476</c:v>
                </c:pt>
                <c:pt idx="5309">
                  <c:v>32.852476805075398</c:v>
                </c:pt>
                <c:pt idx="5310">
                  <c:v>32.857106566429493</c:v>
                </c:pt>
                <c:pt idx="5311">
                  <c:v>32.861734136618395</c:v>
                </c:pt>
                <c:pt idx="5312">
                  <c:v>32.866359514736004</c:v>
                </c:pt>
                <c:pt idx="5313">
                  <c:v>32.870982699875803</c:v>
                </c:pt>
                <c:pt idx="5314">
                  <c:v>32.875603691131495</c:v>
                </c:pt>
                <c:pt idx="5315">
                  <c:v>32.880222487596889</c:v>
                </c:pt>
                <c:pt idx="5316">
                  <c:v>32.884839088365588</c:v>
                </c:pt>
                <c:pt idx="5317">
                  <c:v>32.889453492531295</c:v>
                </c:pt>
                <c:pt idx="5318">
                  <c:v>32.894065699187692</c:v>
                </c:pt>
                <c:pt idx="5319">
                  <c:v>32.898675707428403</c:v>
                </c:pt>
                <c:pt idx="5320">
                  <c:v>32.903283516347187</c:v>
                </c:pt>
                <c:pt idx="5321">
                  <c:v>32.907889125037791</c:v>
                </c:pt>
                <c:pt idx="5322">
                  <c:v>32.912492532593703</c:v>
                </c:pt>
                <c:pt idx="5323">
                  <c:v>32.917093738108804</c:v>
                </c:pt>
                <c:pt idx="5324">
                  <c:v>32.921692740676697</c:v>
                </c:pt>
                <c:pt idx="5325">
                  <c:v>32.926289539391092</c:v>
                </c:pt>
                <c:pt idx="5326">
                  <c:v>32.930884133345586</c:v>
                </c:pt>
                <c:pt idx="5327">
                  <c:v>32.935476521634094</c:v>
                </c:pt>
                <c:pt idx="5328">
                  <c:v>32.940066703349991</c:v>
                </c:pt>
                <c:pt idx="5329">
                  <c:v>32.944654677587188</c:v>
                </c:pt>
                <c:pt idx="5330">
                  <c:v>32.949240443439294</c:v>
                </c:pt>
                <c:pt idx="5331">
                  <c:v>32.953823999999997</c:v>
                </c:pt>
                <c:pt idx="5332">
                  <c:v>32.958405346363001</c:v>
                </c:pt>
                <c:pt idx="5333">
                  <c:v>32.962984481621987</c:v>
                </c:pt>
                <c:pt idx="5334">
                  <c:v>32.967561404870594</c:v>
                </c:pt>
                <c:pt idx="5335">
                  <c:v>32.972136115202595</c:v>
                </c:pt>
                <c:pt idx="5336">
                  <c:v>32.976708611711594</c:v>
                </c:pt>
                <c:pt idx="5337">
                  <c:v>32.981278893491293</c:v>
                </c:pt>
                <c:pt idx="5338">
                  <c:v>32.985846959635488</c:v>
                </c:pt>
                <c:pt idx="5339">
                  <c:v>32.990412809237696</c:v>
                </c:pt>
                <c:pt idx="5340">
                  <c:v>32.994976441391692</c:v>
                </c:pt>
                <c:pt idx="5341">
                  <c:v>32.9995378551912</c:v>
                </c:pt>
                <c:pt idx="5342">
                  <c:v>33.004097049729801</c:v>
                </c:pt>
                <c:pt idx="5343">
                  <c:v>33.008654024101205</c:v>
                </c:pt>
                <c:pt idx="5344">
                  <c:v>33.013208777399193</c:v>
                </c:pt>
                <c:pt idx="5345">
                  <c:v>33.01776130871739</c:v>
                </c:pt>
                <c:pt idx="5346">
                  <c:v>33.022311617149505</c:v>
                </c:pt>
                <c:pt idx="5347">
                  <c:v>33.0268597017891</c:v>
                </c:pt>
                <c:pt idx="5348">
                  <c:v>33.031405561729997</c:v>
                </c:pt>
                <c:pt idx="5349">
                  <c:v>33.035949196065907</c:v>
                </c:pt>
                <c:pt idx="5350">
                  <c:v>33.04049060389039</c:v>
                </c:pt>
                <c:pt idx="5351">
                  <c:v>33.045029784297292</c:v>
                </c:pt>
                <c:pt idx="5352">
                  <c:v>33.0495667363801</c:v>
                </c:pt>
                <c:pt idx="5353">
                  <c:v>33.054101459232676</c:v>
                </c:pt>
                <c:pt idx="5354">
                  <c:v>33.058633951948593</c:v>
                </c:pt>
                <c:pt idx="5355">
                  <c:v>33.063164213621597</c:v>
                </c:pt>
                <c:pt idx="5356">
                  <c:v>33.067692243345299</c:v>
                </c:pt>
                <c:pt idx="5357">
                  <c:v>33.0722180402135</c:v>
                </c:pt>
                <c:pt idx="5358">
                  <c:v>33.076741603319796</c:v>
                </c:pt>
                <c:pt idx="5359">
                  <c:v>33.081262931757898</c:v>
                </c:pt>
                <c:pt idx="5360">
                  <c:v>33.085782024621501</c:v>
                </c:pt>
                <c:pt idx="5361">
                  <c:v>33.090298881004301</c:v>
                </c:pt>
                <c:pt idx="5362">
                  <c:v>33.094813500000001</c:v>
                </c:pt>
                <c:pt idx="5363">
                  <c:v>33.099325880702203</c:v>
                </c:pt>
                <c:pt idx="5364">
                  <c:v>33.103836022204703</c:v>
                </c:pt>
                <c:pt idx="5365">
                  <c:v>33.108343923601105</c:v>
                </c:pt>
                <c:pt idx="5366">
                  <c:v>33.112849583985096</c:v>
                </c:pt>
                <c:pt idx="5367">
                  <c:v>33.1173530024504</c:v>
                </c:pt>
                <c:pt idx="5368">
                  <c:v>33.1218541780907</c:v>
                </c:pt>
                <c:pt idx="5369">
                  <c:v>33.126353109999705</c:v>
                </c:pt>
                <c:pt idx="5370">
                  <c:v>33.130849797270997</c:v>
                </c:pt>
                <c:pt idx="5371">
                  <c:v>33.135344238998407</c:v>
                </c:pt>
                <c:pt idx="5372">
                  <c:v>33.139836434275502</c:v>
                </c:pt>
                <c:pt idx="5373">
                  <c:v>33.144326382196006</c:v>
                </c:pt>
                <c:pt idx="5374">
                  <c:v>33.148814081853594</c:v>
                </c:pt>
                <c:pt idx="5375">
                  <c:v>33.153299532341997</c:v>
                </c:pt>
                <c:pt idx="5376">
                  <c:v>33.157782732754903</c:v>
                </c:pt>
                <c:pt idx="5377">
                  <c:v>33.162263682185909</c:v>
                </c:pt>
                <c:pt idx="5378">
                  <c:v>33.166742379728809</c:v>
                </c:pt>
                <c:pt idx="5379">
                  <c:v>33.171218824477208</c:v>
                </c:pt>
                <c:pt idx="5380">
                  <c:v>33.175693015524807</c:v>
                </c:pt>
                <c:pt idx="5381">
                  <c:v>33.180164951965395</c:v>
                </c:pt>
                <c:pt idx="5382">
                  <c:v>33.184634632892489</c:v>
                </c:pt>
                <c:pt idx="5383">
                  <c:v>33.1891020573999</c:v>
                </c:pt>
                <c:pt idx="5384">
                  <c:v>33.193567224581209</c:v>
                </c:pt>
                <c:pt idx="5385">
                  <c:v>33.19803013353031</c:v>
                </c:pt>
                <c:pt idx="5386">
                  <c:v>33.202490783340593</c:v>
                </c:pt>
                <c:pt idx="5387">
                  <c:v>33.206949173106004</c:v>
                </c:pt>
                <c:pt idx="5388">
                  <c:v>33.211405301920003</c:v>
                </c:pt>
                <c:pt idx="5389">
                  <c:v>33.215859168876499</c:v>
                </c:pt>
                <c:pt idx="5390">
                  <c:v>33.220310773069009</c:v>
                </c:pt>
                <c:pt idx="5391">
                  <c:v>33.224760113591302</c:v>
                </c:pt>
                <c:pt idx="5392">
                  <c:v>33.2292071895371</c:v>
                </c:pt>
                <c:pt idx="5393">
                  <c:v>33.233652000000006</c:v>
                </c:pt>
                <c:pt idx="5394">
                  <c:v>33.238094544073704</c:v>
                </c:pt>
                <c:pt idx="5395">
                  <c:v>33.242534820851915</c:v>
                </c:pt>
                <c:pt idx="5396">
                  <c:v>33.246972829428408</c:v>
                </c:pt>
                <c:pt idx="5397">
                  <c:v>33.251408568896586</c:v>
                </c:pt>
                <c:pt idx="5398">
                  <c:v>33.255842038350501</c:v>
                </c:pt>
                <c:pt idx="5399">
                  <c:v>33.260273236883606</c:v>
                </c:pt>
                <c:pt idx="5400">
                  <c:v>33.26470216358971</c:v>
                </c:pt>
                <c:pt idx="5401">
                  <c:v>33.269128817562404</c:v>
                </c:pt>
                <c:pt idx="5402">
                  <c:v>33.273553197895303</c:v>
                </c:pt>
                <c:pt idx="5403">
                  <c:v>33.277975303682297</c:v>
                </c:pt>
                <c:pt idx="5404">
                  <c:v>33.282395134017008</c:v>
                </c:pt>
                <c:pt idx="5405">
                  <c:v>33.286812687992999</c:v>
                </c:pt>
                <c:pt idx="5406">
                  <c:v>33.291227964704099</c:v>
                </c:pt>
                <c:pt idx="5407">
                  <c:v>33.295640963243898</c:v>
                </c:pt>
                <c:pt idx="5408">
                  <c:v>33.30005168270619</c:v>
                </c:pt>
                <c:pt idx="5409">
                  <c:v>33.304460122184594</c:v>
                </c:pt>
                <c:pt idx="5410">
                  <c:v>33.308866280772691</c:v>
                </c:pt>
                <c:pt idx="5411">
                  <c:v>33.313270157564389</c:v>
                </c:pt>
                <c:pt idx="5412">
                  <c:v>33.31767175165318</c:v>
                </c:pt>
                <c:pt idx="5413">
                  <c:v>33.322071062132899</c:v>
                </c:pt>
                <c:pt idx="5414">
                  <c:v>33.326468088097094</c:v>
                </c:pt>
                <c:pt idx="5415">
                  <c:v>33.330862828639496</c:v>
                </c:pt>
                <c:pt idx="5416">
                  <c:v>33.335255282853907</c:v>
                </c:pt>
                <c:pt idx="5417">
                  <c:v>33.339645449833796</c:v>
                </c:pt>
                <c:pt idx="5418">
                  <c:v>33.344033328673099</c:v>
                </c:pt>
                <c:pt idx="5419">
                  <c:v>33.348418918465306</c:v>
                </c:pt>
                <c:pt idx="5420">
                  <c:v>33.352802218304198</c:v>
                </c:pt>
                <c:pt idx="5421">
                  <c:v>33.357183227283386</c:v>
                </c:pt>
                <c:pt idx="5422">
                  <c:v>33.3615619444967</c:v>
                </c:pt>
                <c:pt idx="5423">
                  <c:v>33.3659383690376</c:v>
                </c:pt>
                <c:pt idx="5424">
                  <c:v>33.370312500000004</c:v>
                </c:pt>
                <c:pt idx="5425">
                  <c:v>33.374684336477493</c:v>
                </c:pt>
                <c:pt idx="5426">
                  <c:v>33.379053877563692</c:v>
                </c:pt>
                <c:pt idx="5427">
                  <c:v>33.383421122352388</c:v>
                </c:pt>
                <c:pt idx="5428">
                  <c:v>33.387786069937185</c:v>
                </c:pt>
                <c:pt idx="5429">
                  <c:v>33.392148719411907</c:v>
                </c:pt>
                <c:pt idx="5430">
                  <c:v>33.396509069870099</c:v>
                </c:pt>
                <c:pt idx="5431">
                  <c:v>33.400867120405493</c:v>
                </c:pt>
                <c:pt idx="5432">
                  <c:v>33.405222870111807</c:v>
                </c:pt>
                <c:pt idx="5433">
                  <c:v>33.4095763180826</c:v>
                </c:pt>
                <c:pt idx="5434">
                  <c:v>33.413927463411788</c:v>
                </c:pt>
                <c:pt idx="5435">
                  <c:v>33.418276305192897</c:v>
                </c:pt>
                <c:pt idx="5436">
                  <c:v>33.422622842519608</c:v>
                </c:pt>
                <c:pt idx="5437">
                  <c:v>33.426967074485596</c:v>
                </c:pt>
                <c:pt idx="5438">
                  <c:v>33.431309000184598</c:v>
                </c:pt>
                <c:pt idx="5439">
                  <c:v>33.435648618710296</c:v>
                </c:pt>
                <c:pt idx="5440">
                  <c:v>33.439985929156499</c:v>
                </c:pt>
                <c:pt idx="5441">
                  <c:v>33.444320930616591</c:v>
                </c:pt>
                <c:pt idx="5442">
                  <c:v>33.448653622184601</c:v>
                </c:pt>
                <c:pt idx="5443">
                  <c:v>33.452984002953897</c:v>
                </c:pt>
                <c:pt idx="5444">
                  <c:v>33.457312072018397</c:v>
                </c:pt>
                <c:pt idx="5445">
                  <c:v>33.461637828471709</c:v>
                </c:pt>
                <c:pt idx="5446">
                  <c:v>33.465961271407494</c:v>
                </c:pt>
                <c:pt idx="5447">
                  <c:v>33.470282399919398</c:v>
                </c:pt>
                <c:pt idx="5448">
                  <c:v>33.474601213101295</c:v>
                </c:pt>
                <c:pt idx="5449">
                  <c:v>33.478917710046701</c:v>
                </c:pt>
                <c:pt idx="5450">
                  <c:v>33.483231889849293</c:v>
                </c:pt>
                <c:pt idx="5451">
                  <c:v>33.487543751602786</c:v>
                </c:pt>
                <c:pt idx="5452">
                  <c:v>33.491853294401004</c:v>
                </c:pt>
                <c:pt idx="5453">
                  <c:v>33.496160517337394</c:v>
                </c:pt>
                <c:pt idx="5454">
                  <c:v>33.5004654195059</c:v>
                </c:pt>
                <c:pt idx="5455">
                  <c:v>33.504767999999999</c:v>
                </c:pt>
                <c:pt idx="5456">
                  <c:v>33.509068257913491</c:v>
                </c:pt>
                <c:pt idx="5457">
                  <c:v>33.513366192339994</c:v>
                </c:pt>
                <c:pt idx="5458">
                  <c:v>33.51766180237319</c:v>
                </c:pt>
                <c:pt idx="5459">
                  <c:v>33.521955087106804</c:v>
                </c:pt>
                <c:pt idx="5460">
                  <c:v>33.526246045634593</c:v>
                </c:pt>
                <c:pt idx="5461">
                  <c:v>33.530534677050099</c:v>
                </c:pt>
                <c:pt idx="5462">
                  <c:v>33.534820980447094</c:v>
                </c:pt>
                <c:pt idx="5463">
                  <c:v>33.539104954919303</c:v>
                </c:pt>
                <c:pt idx="5464">
                  <c:v>33.543386599560293</c:v>
                </c:pt>
                <c:pt idx="5465">
                  <c:v>33.547665913463796</c:v>
                </c:pt>
                <c:pt idx="5466">
                  <c:v>33.551942895723492</c:v>
                </c:pt>
                <c:pt idx="5467">
                  <c:v>33.556217545433192</c:v>
                </c:pt>
                <c:pt idx="5468">
                  <c:v>33.560489861686385</c:v>
                </c:pt>
                <c:pt idx="5469">
                  <c:v>33.564759843576908</c:v>
                </c:pt>
                <c:pt idx="5470">
                  <c:v>33.569027490198394</c:v>
                </c:pt>
                <c:pt idx="5471">
                  <c:v>33.573292800644495</c:v>
                </c:pt>
                <c:pt idx="5472">
                  <c:v>33.577555774008907</c:v>
                </c:pt>
                <c:pt idx="5473">
                  <c:v>33.581816409385389</c:v>
                </c:pt>
                <c:pt idx="5474">
                  <c:v>33.586074705867489</c:v>
                </c:pt>
                <c:pt idx="5475">
                  <c:v>33.590330662549107</c:v>
                </c:pt>
                <c:pt idx="5476">
                  <c:v>33.594584278523698</c:v>
                </c:pt>
                <c:pt idx="5477">
                  <c:v>33.598835552885106</c:v>
                </c:pt>
                <c:pt idx="5478">
                  <c:v>33.603084484726892</c:v>
                </c:pt>
                <c:pt idx="5479">
                  <c:v>33.607331073142895</c:v>
                </c:pt>
                <c:pt idx="5480">
                  <c:v>33.611575317226702</c:v>
                </c:pt>
                <c:pt idx="5481">
                  <c:v>33.615817216072003</c:v>
                </c:pt>
                <c:pt idx="5482">
                  <c:v>33.6200567687724</c:v>
                </c:pt>
                <c:pt idx="5483">
                  <c:v>33.624293974421811</c:v>
                </c:pt>
                <c:pt idx="5484">
                  <c:v>33.628528832113716</c:v>
                </c:pt>
                <c:pt idx="5485">
                  <c:v>33.632761340941911</c:v>
                </c:pt>
                <c:pt idx="5486">
                  <c:v>33.636991500000001</c:v>
                </c:pt>
                <c:pt idx="5487">
                  <c:v>33.641219308381707</c:v>
                </c:pt>
                <c:pt idx="5488">
                  <c:v>33.645444765180798</c:v>
                </c:pt>
                <c:pt idx="5489">
                  <c:v>33.649667869490791</c:v>
                </c:pt>
                <c:pt idx="5490">
                  <c:v>33.653888620405496</c:v>
                </c:pt>
                <c:pt idx="5491">
                  <c:v>33.658107017018594</c:v>
                </c:pt>
                <c:pt idx="5492">
                  <c:v>33.662323058423709</c:v>
                </c:pt>
                <c:pt idx="5493">
                  <c:v>33.666536743714502</c:v>
                </c:pt>
                <c:pt idx="5494">
                  <c:v>33.670748071984804</c:v>
                </c:pt>
                <c:pt idx="5495">
                  <c:v>33.674957042328202</c:v>
                </c:pt>
                <c:pt idx="5496">
                  <c:v>33.679163653838394</c:v>
                </c:pt>
                <c:pt idx="5497">
                  <c:v>33.683367905609096</c:v>
                </c:pt>
                <c:pt idx="5498">
                  <c:v>33.687569796733897</c:v>
                </c:pt>
                <c:pt idx="5499">
                  <c:v>33.691769326306598</c:v>
                </c:pt>
                <c:pt idx="5500">
                  <c:v>33.695966493420805</c:v>
                </c:pt>
                <c:pt idx="5501">
                  <c:v>33.700161297170304</c:v>
                </c:pt>
                <c:pt idx="5502">
                  <c:v>33.704353736648599</c:v>
                </c:pt>
                <c:pt idx="5503">
                  <c:v>33.708543810949607</c:v>
                </c:pt>
                <c:pt idx="5504">
                  <c:v>33.712731519166901</c:v>
                </c:pt>
                <c:pt idx="5505">
                  <c:v>33.7169168603941</c:v>
                </c:pt>
                <c:pt idx="5506">
                  <c:v>33.721099833725006</c:v>
                </c:pt>
                <c:pt idx="5507">
                  <c:v>33.725280438253201</c:v>
                </c:pt>
                <c:pt idx="5508">
                  <c:v>33.729458673072401</c:v>
                </c:pt>
                <c:pt idx="5509">
                  <c:v>33.733634537276394</c:v>
                </c:pt>
                <c:pt idx="5510">
                  <c:v>33.737808029958707</c:v>
                </c:pt>
                <c:pt idx="5511">
                  <c:v>33.74197915021319</c:v>
                </c:pt>
                <c:pt idx="5512">
                  <c:v>33.746147897133397</c:v>
                </c:pt>
                <c:pt idx="5513">
                  <c:v>33.750314269812996</c:v>
                </c:pt>
                <c:pt idx="5514">
                  <c:v>33.754478267345796</c:v>
                </c:pt>
                <c:pt idx="5515">
                  <c:v>33.758639888825506</c:v>
                </c:pt>
                <c:pt idx="5516">
                  <c:v>33.762799133345602</c:v>
                </c:pt>
                <c:pt idx="5517">
                  <c:v>33.766956000000008</c:v>
                </c:pt>
                <c:pt idx="5518">
                  <c:v>33.771110487882297</c:v>
                </c:pt>
                <c:pt idx="5519">
                  <c:v>33.775262596086101</c:v>
                </c:pt>
                <c:pt idx="5520">
                  <c:v>33.77941232370511</c:v>
                </c:pt>
                <c:pt idx="5521">
                  <c:v>33.783559669833195</c:v>
                </c:pt>
                <c:pt idx="5522">
                  <c:v>33.787704633563798</c:v>
                </c:pt>
                <c:pt idx="5523">
                  <c:v>33.791847213990799</c:v>
                </c:pt>
                <c:pt idx="5524">
                  <c:v>33.7959874102078</c:v>
                </c:pt>
                <c:pt idx="5525">
                  <c:v>33.800125221308498</c:v>
                </c:pt>
                <c:pt idx="5526">
                  <c:v>33.804260646386489</c:v>
                </c:pt>
                <c:pt idx="5527">
                  <c:v>33.808393684535602</c:v>
                </c:pt>
                <c:pt idx="5528">
                  <c:v>33.812524334849499</c:v>
                </c:pt>
                <c:pt idx="5529">
                  <c:v>33.816652596421697</c:v>
                </c:pt>
                <c:pt idx="5530">
                  <c:v>33.820778468346091</c:v>
                </c:pt>
                <c:pt idx="5531">
                  <c:v>33.824901949716391</c:v>
                </c:pt>
                <c:pt idx="5532">
                  <c:v>33.829023039626094</c:v>
                </c:pt>
                <c:pt idx="5533">
                  <c:v>33.833141737168901</c:v>
                </c:pt>
                <c:pt idx="5534">
                  <c:v>33.837258041438702</c:v>
                </c:pt>
                <c:pt idx="5535">
                  <c:v>33.841371951528998</c:v>
                </c:pt>
                <c:pt idx="5536">
                  <c:v>33.845483466533487</c:v>
                </c:pt>
                <c:pt idx="5537">
                  <c:v>33.849592585545999</c:v>
                </c:pt>
                <c:pt idx="5538">
                  <c:v>33.853699307659987</c:v>
                </c:pt>
                <c:pt idx="5539">
                  <c:v>33.857803631969389</c:v>
                </c:pt>
                <c:pt idx="5540">
                  <c:v>33.861905557567695</c:v>
                </c:pt>
                <c:pt idx="5541">
                  <c:v>33.8660050835487</c:v>
                </c:pt>
                <c:pt idx="5542">
                  <c:v>33.870102209006099</c:v>
                </c:pt>
                <c:pt idx="5543">
                  <c:v>33.874196933033495</c:v>
                </c:pt>
                <c:pt idx="5544">
                  <c:v>33.878289254724592</c:v>
                </c:pt>
                <c:pt idx="5545">
                  <c:v>33.882379173173099</c:v>
                </c:pt>
                <c:pt idx="5546">
                  <c:v>33.886466687472684</c:v>
                </c:pt>
                <c:pt idx="5547">
                  <c:v>33.890551796717098</c:v>
                </c:pt>
                <c:pt idx="5548">
                  <c:v>33.894634499999995</c:v>
                </c:pt>
                <c:pt idx="5549">
                  <c:v>33.898714796415007</c:v>
                </c:pt>
                <c:pt idx="5550">
                  <c:v>33.902792685055907</c:v>
                </c:pt>
                <c:pt idx="5551">
                  <c:v>33.906868165016284</c:v>
                </c:pt>
                <c:pt idx="5552">
                  <c:v>33.910941235389899</c:v>
                </c:pt>
                <c:pt idx="5553">
                  <c:v>33.915011895270396</c:v>
                </c:pt>
                <c:pt idx="5554">
                  <c:v>33.919080143751493</c:v>
                </c:pt>
                <c:pt idx="5555">
                  <c:v>33.923145979926808</c:v>
                </c:pt>
                <c:pt idx="5556">
                  <c:v>33.927209402890092</c:v>
                </c:pt>
                <c:pt idx="5557">
                  <c:v>33.931270411735092</c:v>
                </c:pt>
                <c:pt idx="5558">
                  <c:v>33.935329005555403</c:v>
                </c:pt>
                <c:pt idx="5559">
                  <c:v>33.939385183444692</c:v>
                </c:pt>
                <c:pt idx="5560">
                  <c:v>33.943438944496698</c:v>
                </c:pt>
                <c:pt idx="5561">
                  <c:v>33.947490287804996</c:v>
                </c:pt>
                <c:pt idx="5562">
                  <c:v>33.951539212463494</c:v>
                </c:pt>
                <c:pt idx="5563">
                  <c:v>33.955585717565697</c:v>
                </c:pt>
                <c:pt idx="5564">
                  <c:v>33.959629802205392</c:v>
                </c:pt>
                <c:pt idx="5565">
                  <c:v>33.963671465476089</c:v>
                </c:pt>
                <c:pt idx="5566">
                  <c:v>33.967710706471813</c:v>
                </c:pt>
                <c:pt idx="5567">
                  <c:v>33.971747524285895</c:v>
                </c:pt>
                <c:pt idx="5568">
                  <c:v>33.975781918012096</c:v>
                </c:pt>
                <c:pt idx="5569">
                  <c:v>33.979813886744296</c:v>
                </c:pt>
                <c:pt idx="5570">
                  <c:v>33.983843429575998</c:v>
                </c:pt>
                <c:pt idx="5571">
                  <c:v>33.987870545600991</c:v>
                </c:pt>
                <c:pt idx="5572">
                  <c:v>33.991895233912899</c:v>
                </c:pt>
                <c:pt idx="5573">
                  <c:v>33.995917493605504</c:v>
                </c:pt>
                <c:pt idx="5574">
                  <c:v>33.999937323772301</c:v>
                </c:pt>
                <c:pt idx="5575">
                  <c:v>34.0039547235071</c:v>
                </c:pt>
                <c:pt idx="5576">
                  <c:v>34.00796969190359</c:v>
                </c:pt>
                <c:pt idx="5577">
                  <c:v>34.011982228055501</c:v>
                </c:pt>
                <c:pt idx="5578">
                  <c:v>34.015992331056403</c:v>
                </c:pt>
                <c:pt idx="5579">
                  <c:v>34.020000000000003</c:v>
                </c:pt>
                <c:pt idx="5580">
                  <c:v>34.024005233980105</c:v>
                </c:pt>
                <c:pt idx="5581">
                  <c:v>34.028008032090206</c:v>
                </c:pt>
                <c:pt idx="5582">
                  <c:v>34.032008393424206</c:v>
                </c:pt>
                <c:pt idx="5583">
                  <c:v>34.036006317075611</c:v>
                </c:pt>
                <c:pt idx="5584">
                  <c:v>34.0400018021382</c:v>
                </c:pt>
                <c:pt idx="5585">
                  <c:v>34.043994847705697</c:v>
                </c:pt>
                <c:pt idx="5586">
                  <c:v>34.0479854528717</c:v>
                </c:pt>
                <c:pt idx="5587">
                  <c:v>34.051973616729903</c:v>
                </c:pt>
                <c:pt idx="5588">
                  <c:v>34.055959338374009</c:v>
                </c:pt>
                <c:pt idx="5589">
                  <c:v>34.0599426168977</c:v>
                </c:pt>
                <c:pt idx="5590">
                  <c:v>34.063923451394693</c:v>
                </c:pt>
                <c:pt idx="5591">
                  <c:v>34.067901840958704</c:v>
                </c:pt>
                <c:pt idx="5592">
                  <c:v>34.071877784683288</c:v>
                </c:pt>
                <c:pt idx="5593">
                  <c:v>34.075851281662189</c:v>
                </c:pt>
                <c:pt idx="5594">
                  <c:v>34.079822330989209</c:v>
                </c:pt>
                <c:pt idx="5595">
                  <c:v>34.083790931757903</c:v>
                </c:pt>
                <c:pt idx="5596">
                  <c:v>34.087757083061987</c:v>
                </c:pt>
                <c:pt idx="5597">
                  <c:v>34.0917207839952</c:v>
                </c:pt>
                <c:pt idx="5598">
                  <c:v>34.095682033651102</c:v>
                </c:pt>
                <c:pt idx="5599">
                  <c:v>34.099640831123502</c:v>
                </c:pt>
                <c:pt idx="5600">
                  <c:v>34.103597175505996</c:v>
                </c:pt>
                <c:pt idx="5601">
                  <c:v>34.107551065892387</c:v>
                </c:pt>
                <c:pt idx="5602">
                  <c:v>34.111502501376293</c:v>
                </c:pt>
                <c:pt idx="5603">
                  <c:v>34.115451481051295</c:v>
                </c:pt>
                <c:pt idx="5604">
                  <c:v>34.119398004011302</c:v>
                </c:pt>
                <c:pt idx="5605">
                  <c:v>34.123342069349803</c:v>
                </c:pt>
                <c:pt idx="5606">
                  <c:v>34.127283676160594</c:v>
                </c:pt>
                <c:pt idx="5607">
                  <c:v>34.1312228235373</c:v>
                </c:pt>
                <c:pt idx="5608">
                  <c:v>34.135159510573715</c:v>
                </c:pt>
                <c:pt idx="5609">
                  <c:v>34.1390937363633</c:v>
                </c:pt>
                <c:pt idx="5610">
                  <c:v>34.1430255</c:v>
                </c:pt>
                <c:pt idx="5611">
                  <c:v>34.146954800577404</c:v>
                </c:pt>
                <c:pt idx="5612">
                  <c:v>34.150881637189094</c:v>
                </c:pt>
                <c:pt idx="5613">
                  <c:v>34.154806008928901</c:v>
                </c:pt>
                <c:pt idx="5614">
                  <c:v>34.158727914890399</c:v>
                </c:pt>
                <c:pt idx="5615">
                  <c:v>34.162647354167397</c:v>
                </c:pt>
                <c:pt idx="5616">
                  <c:v>34.1665643258534</c:v>
                </c:pt>
                <c:pt idx="5617">
                  <c:v>34.170478829042295</c:v>
                </c:pt>
                <c:pt idx="5618">
                  <c:v>34.174390862827707</c:v>
                </c:pt>
                <c:pt idx="5619">
                  <c:v>34.178300426303203</c:v>
                </c:pt>
                <c:pt idx="5620">
                  <c:v>34.182207518562691</c:v>
                </c:pt>
                <c:pt idx="5621">
                  <c:v>34.186112138699606</c:v>
                </c:pt>
                <c:pt idx="5622">
                  <c:v>34.190014285807806</c:v>
                </c:pt>
                <c:pt idx="5623">
                  <c:v>34.193913958980914</c:v>
                </c:pt>
                <c:pt idx="5624">
                  <c:v>34.197811157312586</c:v>
                </c:pt>
                <c:pt idx="5625">
                  <c:v>34.201705879896593</c:v>
                </c:pt>
                <c:pt idx="5626">
                  <c:v>34.205598125826604</c:v>
                </c:pt>
                <c:pt idx="5627">
                  <c:v>34.209487894196194</c:v>
                </c:pt>
                <c:pt idx="5628">
                  <c:v>34.213375184099206</c:v>
                </c:pt>
                <c:pt idx="5629">
                  <c:v>34.217259994629302</c:v>
                </c:pt>
                <c:pt idx="5630">
                  <c:v>34.22114232488002</c:v>
                </c:pt>
                <c:pt idx="5631">
                  <c:v>34.225022173945106</c:v>
                </c:pt>
                <c:pt idx="5632">
                  <c:v>34.228899540918405</c:v>
                </c:pt>
                <c:pt idx="5633">
                  <c:v>34.2327744248934</c:v>
                </c:pt>
                <c:pt idx="5634">
                  <c:v>34.236646824963906</c:v>
                </c:pt>
                <c:pt idx="5635">
                  <c:v>34.240516740223605</c:v>
                </c:pt>
                <c:pt idx="5636">
                  <c:v>34.244384169765986</c:v>
                </c:pt>
                <c:pt idx="5637">
                  <c:v>34.248249112685002</c:v>
                </c:pt>
                <c:pt idx="5638">
                  <c:v>34.252111568074305</c:v>
                </c:pt>
                <c:pt idx="5639">
                  <c:v>34.255971535027399</c:v>
                </c:pt>
                <c:pt idx="5640">
                  <c:v>34.259829012638093</c:v>
                </c:pt>
                <c:pt idx="5641">
                  <c:v>34.263684000000005</c:v>
                </c:pt>
                <c:pt idx="5642">
                  <c:v>34.267536496206901</c:v>
                </c:pt>
                <c:pt idx="5643">
                  <c:v>34.271386500352492</c:v>
                </c:pt>
                <c:pt idx="5644">
                  <c:v>34.275234011530301</c:v>
                </c:pt>
                <c:pt idx="5645">
                  <c:v>34.279079028834204</c:v>
                </c:pt>
                <c:pt idx="5646">
                  <c:v>34.282921551357795</c:v>
                </c:pt>
                <c:pt idx="5647">
                  <c:v>34.286761578194799</c:v>
                </c:pt>
                <c:pt idx="5648">
                  <c:v>34.290599108438812</c:v>
                </c:pt>
                <c:pt idx="5649">
                  <c:v>34.294434141183601</c:v>
                </c:pt>
                <c:pt idx="5650">
                  <c:v>34.298266675522804</c:v>
                </c:pt>
                <c:pt idx="5651">
                  <c:v>34.302096710550202</c:v>
                </c:pt>
                <c:pt idx="5652">
                  <c:v>34.3059242453593</c:v>
                </c:pt>
                <c:pt idx="5653">
                  <c:v>34.309749279043992</c:v>
                </c:pt>
                <c:pt idx="5654">
                  <c:v>34.313571810697894</c:v>
                </c:pt>
                <c:pt idx="5655">
                  <c:v>34.31739183941459</c:v>
                </c:pt>
                <c:pt idx="5656">
                  <c:v>34.321209364287895</c:v>
                </c:pt>
                <c:pt idx="5657">
                  <c:v>34.3250243844114</c:v>
                </c:pt>
                <c:pt idx="5658">
                  <c:v>34.328836898878912</c:v>
                </c:pt>
                <c:pt idx="5659">
                  <c:v>34.3326469067839</c:v>
                </c:pt>
                <c:pt idx="5660">
                  <c:v>34.336454407220288</c:v>
                </c:pt>
                <c:pt idx="5661">
                  <c:v>34.340259399281692</c:v>
                </c:pt>
                <c:pt idx="5662">
                  <c:v>34.344061882061695</c:v>
                </c:pt>
                <c:pt idx="5663">
                  <c:v>34.347861854654084</c:v>
                </c:pt>
                <c:pt idx="5664">
                  <c:v>34.351659316152492</c:v>
                </c:pt>
                <c:pt idx="5665">
                  <c:v>34.355454265650692</c:v>
                </c:pt>
                <c:pt idx="5666">
                  <c:v>34.359246702242281</c:v>
                </c:pt>
                <c:pt idx="5667">
                  <c:v>34.363036625021003</c:v>
                </c:pt>
                <c:pt idx="5668">
                  <c:v>34.366824033080491</c:v>
                </c:pt>
                <c:pt idx="5669">
                  <c:v>34.370608925514397</c:v>
                </c:pt>
                <c:pt idx="5670">
                  <c:v>34.374391301416487</c:v>
                </c:pt>
                <c:pt idx="5671">
                  <c:v>34.378171159880495</c:v>
                </c:pt>
                <c:pt idx="5672">
                  <c:v>34.381948499999993</c:v>
                </c:pt>
                <c:pt idx="5673">
                  <c:v>34.385723320868699</c:v>
                </c:pt>
                <c:pt idx="5674">
                  <c:v>34.389495621580295</c:v>
                </c:pt>
                <c:pt idx="5675">
                  <c:v>34.393265401228589</c:v>
                </c:pt>
                <c:pt idx="5676">
                  <c:v>34.397032658907101</c:v>
                </c:pt>
                <c:pt idx="5677">
                  <c:v>34.400797393709496</c:v>
                </c:pt>
                <c:pt idx="5678">
                  <c:v>34.404559604729599</c:v>
                </c:pt>
                <c:pt idx="5679">
                  <c:v>34.408319291061105</c:v>
                </c:pt>
                <c:pt idx="5680">
                  <c:v>34.412076451797482</c:v>
                </c:pt>
                <c:pt idx="5681">
                  <c:v>34.415831086032696</c:v>
                </c:pt>
                <c:pt idx="5682">
                  <c:v>34.419583192860294</c:v>
                </c:pt>
                <c:pt idx="5683">
                  <c:v>34.423332771373907</c:v>
                </c:pt>
                <c:pt idx="5684">
                  <c:v>34.427079820667295</c:v>
                </c:pt>
                <c:pt idx="5685">
                  <c:v>34.430824339834196</c:v>
                </c:pt>
                <c:pt idx="5686">
                  <c:v>34.434566327968199</c:v>
                </c:pt>
                <c:pt idx="5687">
                  <c:v>34.438305784163006</c:v>
                </c:pt>
                <c:pt idx="5688">
                  <c:v>34.442042707512293</c:v>
                </c:pt>
                <c:pt idx="5689">
                  <c:v>34.445777097109904</c:v>
                </c:pt>
                <c:pt idx="5690">
                  <c:v>34.4495089520493</c:v>
                </c:pt>
                <c:pt idx="5691">
                  <c:v>34.453238271424297</c:v>
                </c:pt>
                <c:pt idx="5692">
                  <c:v>34.456965054328492</c:v>
                </c:pt>
                <c:pt idx="5693">
                  <c:v>34.460689299855702</c:v>
                </c:pt>
                <c:pt idx="5694">
                  <c:v>34.464411007099493</c:v>
                </c:pt>
                <c:pt idx="5695">
                  <c:v>34.468130175153604</c:v>
                </c:pt>
                <c:pt idx="5696">
                  <c:v>34.471846803111696</c:v>
                </c:pt>
                <c:pt idx="5697">
                  <c:v>34.475560890067499</c:v>
                </c:pt>
                <c:pt idx="5698">
                  <c:v>34.479272435114595</c:v>
                </c:pt>
                <c:pt idx="5699">
                  <c:v>34.482981437346886</c:v>
                </c:pt>
                <c:pt idx="5700">
                  <c:v>34.486687895857791</c:v>
                </c:pt>
                <c:pt idx="5701">
                  <c:v>34.490391809741197</c:v>
                </c:pt>
                <c:pt idx="5702">
                  <c:v>34.494093178090701</c:v>
                </c:pt>
                <c:pt idx="5703">
                  <c:v>34.497792000000004</c:v>
                </c:pt>
                <c:pt idx="5704">
                  <c:v>34.501488274562796</c:v>
                </c:pt>
                <c:pt idx="5705">
                  <c:v>34.505182000872708</c:v>
                </c:pt>
                <c:pt idx="5706">
                  <c:v>34.508873178023599</c:v>
                </c:pt>
                <c:pt idx="5707">
                  <c:v>34.512561805108902</c:v>
                </c:pt>
                <c:pt idx="5708">
                  <c:v>34.516247881222483</c:v>
                </c:pt>
                <c:pt idx="5709">
                  <c:v>34.519931405457996</c:v>
                </c:pt>
                <c:pt idx="5710">
                  <c:v>34.523612376909114</c:v>
                </c:pt>
                <c:pt idx="5711">
                  <c:v>34.527290794669497</c:v>
                </c:pt>
                <c:pt idx="5712">
                  <c:v>34.530966657832892</c:v>
                </c:pt>
                <c:pt idx="5713">
                  <c:v>34.534639965492893</c:v>
                </c:pt>
                <c:pt idx="5714">
                  <c:v>34.538310716743304</c:v>
                </c:pt>
                <c:pt idx="5715">
                  <c:v>34.541978910677699</c:v>
                </c:pt>
                <c:pt idx="5716">
                  <c:v>34.545644546389802</c:v>
                </c:pt>
                <c:pt idx="5717">
                  <c:v>34.549307622973402</c:v>
                </c:pt>
                <c:pt idx="5718">
                  <c:v>34.552968139522001</c:v>
                </c:pt>
                <c:pt idx="5719">
                  <c:v>34.556626095129396</c:v>
                </c:pt>
                <c:pt idx="5720">
                  <c:v>34.560281488889295</c:v>
                </c:pt>
                <c:pt idx="5721">
                  <c:v>34.563934319895303</c:v>
                </c:pt>
                <c:pt idx="5722">
                  <c:v>34.567584587241086</c:v>
                </c:pt>
                <c:pt idx="5723">
                  <c:v>34.571232290020504</c:v>
                </c:pt>
                <c:pt idx="5724">
                  <c:v>34.574877427326989</c:v>
                </c:pt>
                <c:pt idx="5725">
                  <c:v>34.578519998254507</c:v>
                </c:pt>
                <c:pt idx="5726">
                  <c:v>34.58216000189649</c:v>
                </c:pt>
                <c:pt idx="5727">
                  <c:v>34.585797437346891</c:v>
                </c:pt>
                <c:pt idx="5728">
                  <c:v>34.589432303699098</c:v>
                </c:pt>
                <c:pt idx="5729">
                  <c:v>34.593064600046993</c:v>
                </c:pt>
                <c:pt idx="5730">
                  <c:v>34.596694325484201</c:v>
                </c:pt>
                <c:pt idx="5731">
                  <c:v>34.600321479104394</c:v>
                </c:pt>
                <c:pt idx="5732">
                  <c:v>34.603946060001299</c:v>
                </c:pt>
                <c:pt idx="5733">
                  <c:v>34.607568067268588</c:v>
                </c:pt>
                <c:pt idx="5734">
                  <c:v>34.611187499999993</c:v>
                </c:pt>
                <c:pt idx="5735">
                  <c:v>34.614804357289088</c:v>
                </c:pt>
                <c:pt idx="5736">
                  <c:v>34.618418638229706</c:v>
                </c:pt>
                <c:pt idx="5737">
                  <c:v>34.622030341915412</c:v>
                </c:pt>
                <c:pt idx="5738">
                  <c:v>34.625639467439804</c:v>
                </c:pt>
                <c:pt idx="5739">
                  <c:v>34.629246013896797</c:v>
                </c:pt>
                <c:pt idx="5740">
                  <c:v>34.632849980380001</c:v>
                </c:pt>
                <c:pt idx="5741">
                  <c:v>34.636451365983</c:v>
                </c:pt>
                <c:pt idx="5742">
                  <c:v>34.640050169799594</c:v>
                </c:pt>
                <c:pt idx="5743">
                  <c:v>34.643646390923401</c:v>
                </c:pt>
                <c:pt idx="5744">
                  <c:v>34.647240028448195</c:v>
                </c:pt>
                <c:pt idx="5745">
                  <c:v>34.650831081467487</c:v>
                </c:pt>
                <c:pt idx="5746">
                  <c:v>34.6544195490752</c:v>
                </c:pt>
                <c:pt idx="5747">
                  <c:v>34.658005430364902</c:v>
                </c:pt>
                <c:pt idx="5748">
                  <c:v>34.661588724430203</c:v>
                </c:pt>
                <c:pt idx="5749">
                  <c:v>34.665169430364905</c:v>
                </c:pt>
                <c:pt idx="5750">
                  <c:v>34.668747547262591</c:v>
                </c:pt>
                <c:pt idx="5751">
                  <c:v>34.672323074217097</c:v>
                </c:pt>
                <c:pt idx="5752">
                  <c:v>34.675896010321907</c:v>
                </c:pt>
                <c:pt idx="5753">
                  <c:v>34.6794663546709</c:v>
                </c:pt>
                <c:pt idx="5754">
                  <c:v>34.683034106357596</c:v>
                </c:pt>
                <c:pt idx="5755">
                  <c:v>34.686599264475809</c:v>
                </c:pt>
                <c:pt idx="5756">
                  <c:v>34.690161828119209</c:v>
                </c:pt>
                <c:pt idx="5757">
                  <c:v>34.693721796381503</c:v>
                </c:pt>
                <c:pt idx="5758">
                  <c:v>34.697279168356197</c:v>
                </c:pt>
                <c:pt idx="5759">
                  <c:v>34.700833943137205</c:v>
                </c:pt>
                <c:pt idx="5760">
                  <c:v>34.704386119818096</c:v>
                </c:pt>
                <c:pt idx="5761">
                  <c:v>34.707935697492495</c:v>
                </c:pt>
                <c:pt idx="5762">
                  <c:v>34.711482675254288</c:v>
                </c:pt>
                <c:pt idx="5763">
                  <c:v>34.715027052196994</c:v>
                </c:pt>
                <c:pt idx="5764">
                  <c:v>34.718568827414302</c:v>
                </c:pt>
                <c:pt idx="5765">
                  <c:v>34.722108000000013</c:v>
                </c:pt>
                <c:pt idx="5766">
                  <c:v>34.725644569047695</c:v>
                </c:pt>
                <c:pt idx="5767">
                  <c:v>34.729178533651108</c:v>
                </c:pt>
                <c:pt idx="5768">
                  <c:v>34.732709892903912</c:v>
                </c:pt>
                <c:pt idx="5769">
                  <c:v>34.73623864589981</c:v>
                </c:pt>
                <c:pt idx="5770">
                  <c:v>34.739764791732391</c:v>
                </c:pt>
                <c:pt idx="5771">
                  <c:v>34.743288329495499</c:v>
                </c:pt>
                <c:pt idx="5772">
                  <c:v>34.746809258282696</c:v>
                </c:pt>
                <c:pt idx="5773">
                  <c:v>34.75032757718769</c:v>
                </c:pt>
                <c:pt idx="5774">
                  <c:v>34.753843285304292</c:v>
                </c:pt>
                <c:pt idx="5775">
                  <c:v>34.757356381726005</c:v>
                </c:pt>
                <c:pt idx="5776">
                  <c:v>34.760866865546589</c:v>
                </c:pt>
                <c:pt idx="5777">
                  <c:v>34.764374735859811</c:v>
                </c:pt>
                <c:pt idx="5778">
                  <c:v>34.767879991759301</c:v>
                </c:pt>
                <c:pt idx="5779">
                  <c:v>34.7713826323386</c:v>
                </c:pt>
                <c:pt idx="5780">
                  <c:v>34.774882656691588</c:v>
                </c:pt>
                <c:pt idx="5781">
                  <c:v>34.778380063911904</c:v>
                </c:pt>
                <c:pt idx="5782">
                  <c:v>34.781874853093186</c:v>
                </c:pt>
                <c:pt idx="5783">
                  <c:v>34.785367023329201</c:v>
                </c:pt>
                <c:pt idx="5784">
                  <c:v>34.788856573713488</c:v>
                </c:pt>
                <c:pt idx="5785">
                  <c:v>34.792343503339907</c:v>
                </c:pt>
                <c:pt idx="5786">
                  <c:v>34.795827811302097</c:v>
                </c:pt>
                <c:pt idx="5787">
                  <c:v>34.799309496693596</c:v>
                </c:pt>
                <c:pt idx="5788">
                  <c:v>34.802788558608292</c:v>
                </c:pt>
                <c:pt idx="5789">
                  <c:v>34.806264996139802</c:v>
                </c:pt>
                <c:pt idx="5790">
                  <c:v>34.809738808381709</c:v>
                </c:pt>
                <c:pt idx="5791">
                  <c:v>34.813209994427901</c:v>
                </c:pt>
                <c:pt idx="5792">
                  <c:v>34.816678553371794</c:v>
                </c:pt>
                <c:pt idx="5793">
                  <c:v>34.820144484307292</c:v>
                </c:pt>
                <c:pt idx="5794">
                  <c:v>34.823607786328097</c:v>
                </c:pt>
                <c:pt idx="5795">
                  <c:v>34.827068458527798</c:v>
                </c:pt>
                <c:pt idx="5796">
                  <c:v>34.830526499999998</c:v>
                </c:pt>
                <c:pt idx="5797">
                  <c:v>34.833981909838492</c:v>
                </c:pt>
                <c:pt idx="5798">
                  <c:v>34.83743468713709</c:v>
                </c:pt>
                <c:pt idx="5799">
                  <c:v>34.840884830989197</c:v>
                </c:pt>
                <c:pt idx="5800">
                  <c:v>34.844332340488705</c:v>
                </c:pt>
                <c:pt idx="5801">
                  <c:v>34.847777214729298</c:v>
                </c:pt>
                <c:pt idx="5802">
                  <c:v>34.851219452804486</c:v>
                </c:pt>
                <c:pt idx="5803">
                  <c:v>34.854659053808184</c:v>
                </c:pt>
                <c:pt idx="5804">
                  <c:v>34.858096016833997</c:v>
                </c:pt>
                <c:pt idx="5805">
                  <c:v>34.861530340975513</c:v>
                </c:pt>
                <c:pt idx="5806">
                  <c:v>34.864962025326491</c:v>
                </c:pt>
                <c:pt idx="5807">
                  <c:v>34.8683910689806</c:v>
                </c:pt>
                <c:pt idx="5808">
                  <c:v>34.871817471031484</c:v>
                </c:pt>
                <c:pt idx="5809">
                  <c:v>34.875241230573003</c:v>
                </c:pt>
                <c:pt idx="5810">
                  <c:v>34.878662346698697</c:v>
                </c:pt>
                <c:pt idx="5811">
                  <c:v>34.882080818502196</c:v>
                </c:pt>
                <c:pt idx="5812">
                  <c:v>34.885496645077396</c:v>
                </c:pt>
                <c:pt idx="5813">
                  <c:v>34.8889098255178</c:v>
                </c:pt>
                <c:pt idx="5814">
                  <c:v>34.892320358917104</c:v>
                </c:pt>
                <c:pt idx="5815">
                  <c:v>34.89572824436911</c:v>
                </c:pt>
                <c:pt idx="5816">
                  <c:v>34.8991334809674</c:v>
                </c:pt>
                <c:pt idx="5817">
                  <c:v>34.902536067805698</c:v>
                </c:pt>
                <c:pt idx="5818">
                  <c:v>34.905936003977708</c:v>
                </c:pt>
                <c:pt idx="5819">
                  <c:v>34.909333288577109</c:v>
                </c:pt>
                <c:pt idx="5820">
                  <c:v>34.912727920697492</c:v>
                </c:pt>
                <c:pt idx="5821">
                  <c:v>34.916119899432701</c:v>
                </c:pt>
                <c:pt idx="5822">
                  <c:v>34.919509223876297</c:v>
                </c:pt>
                <c:pt idx="5823">
                  <c:v>34.922895893122103</c:v>
                </c:pt>
                <c:pt idx="5824">
                  <c:v>34.926279906263595</c:v>
                </c:pt>
                <c:pt idx="5825">
                  <c:v>34.929661262394696</c:v>
                </c:pt>
                <c:pt idx="5826">
                  <c:v>34.933039960608902</c:v>
                </c:pt>
                <c:pt idx="5827">
                  <c:v>34.936416000000001</c:v>
                </c:pt>
                <c:pt idx="5828">
                  <c:v>34.93978937966159</c:v>
                </c:pt>
                <c:pt idx="5829">
                  <c:v>34.943160098687493</c:v>
                </c:pt>
                <c:pt idx="5830">
                  <c:v>34.946528156171304</c:v>
                </c:pt>
                <c:pt idx="5831">
                  <c:v>34.949893551206678</c:v>
                </c:pt>
                <c:pt idx="5832">
                  <c:v>34.953256282887494</c:v>
                </c:pt>
                <c:pt idx="5833">
                  <c:v>34.956616350307094</c:v>
                </c:pt>
                <c:pt idx="5834">
                  <c:v>34.959973752559499</c:v>
                </c:pt>
                <c:pt idx="5835">
                  <c:v>34.963328488738199</c:v>
                </c:pt>
                <c:pt idx="5836">
                  <c:v>34.966680557936989</c:v>
                </c:pt>
                <c:pt idx="5837">
                  <c:v>34.970029959249388</c:v>
                </c:pt>
                <c:pt idx="5838">
                  <c:v>34.973376691769296</c:v>
                </c:pt>
                <c:pt idx="5839">
                  <c:v>34.976720754590296</c:v>
                </c:pt>
                <c:pt idx="5840">
                  <c:v>34.980062146806098</c:v>
                </c:pt>
                <c:pt idx="5841">
                  <c:v>34.983400867510291</c:v>
                </c:pt>
                <c:pt idx="5842">
                  <c:v>34.986736915796691</c:v>
                </c:pt>
                <c:pt idx="5843">
                  <c:v>34.990070290759007</c:v>
                </c:pt>
                <c:pt idx="5844">
                  <c:v>34.993400991490702</c:v>
                </c:pt>
                <c:pt idx="5845">
                  <c:v>34.996729017085698</c:v>
                </c:pt>
                <c:pt idx="5846">
                  <c:v>35.000054366637592</c:v>
                </c:pt>
                <c:pt idx="5847">
                  <c:v>35.003377039239993</c:v>
                </c:pt>
                <c:pt idx="5848">
                  <c:v>35.006697033986804</c:v>
                </c:pt>
                <c:pt idx="5849">
                  <c:v>35.010014349971506</c:v>
                </c:pt>
                <c:pt idx="5850">
                  <c:v>35.013328986287803</c:v>
                </c:pt>
                <c:pt idx="5851">
                  <c:v>35.016640942029504</c:v>
                </c:pt>
                <c:pt idx="5852">
                  <c:v>35.019950216290198</c:v>
                </c:pt>
                <c:pt idx="5853">
                  <c:v>35.023256808163502</c:v>
                </c:pt>
                <c:pt idx="5854">
                  <c:v>35.026560716743298</c:v>
                </c:pt>
                <c:pt idx="5855">
                  <c:v>35.029861941123102</c:v>
                </c:pt>
                <c:pt idx="5856">
                  <c:v>35.033160480396795</c:v>
                </c:pt>
                <c:pt idx="5857">
                  <c:v>35.036456333657803</c:v>
                </c:pt>
                <c:pt idx="5858">
                  <c:v>35.039749499999999</c:v>
                </c:pt>
                <c:pt idx="5859">
                  <c:v>35.043039978517001</c:v>
                </c:pt>
                <c:pt idx="5860">
                  <c:v>35.04632776830249</c:v>
                </c:pt>
                <c:pt idx="5861">
                  <c:v>35.049612868450204</c:v>
                </c:pt>
                <c:pt idx="5862">
                  <c:v>35.052895278053803</c:v>
                </c:pt>
                <c:pt idx="5863">
                  <c:v>35.056174996206899</c:v>
                </c:pt>
                <c:pt idx="5864">
                  <c:v>35.059452022003299</c:v>
                </c:pt>
                <c:pt idx="5865">
                  <c:v>35.062726354536601</c:v>
                </c:pt>
                <c:pt idx="5866">
                  <c:v>35.065997992900506</c:v>
                </c:pt>
                <c:pt idx="5867">
                  <c:v>35.069266936188811</c:v>
                </c:pt>
                <c:pt idx="5868">
                  <c:v>35.072533183495004</c:v>
                </c:pt>
                <c:pt idx="5869">
                  <c:v>35.075796733912902</c:v>
                </c:pt>
                <c:pt idx="5870">
                  <c:v>35.079057586536194</c:v>
                </c:pt>
                <c:pt idx="5871">
                  <c:v>35.082315740458512</c:v>
                </c:pt>
                <c:pt idx="5872">
                  <c:v>35.0855711947736</c:v>
                </c:pt>
                <c:pt idx="5873">
                  <c:v>35.088823948575111</c:v>
                </c:pt>
                <c:pt idx="5874">
                  <c:v>35.092074000956707</c:v>
                </c:pt>
                <c:pt idx="5875">
                  <c:v>35.095321351012004</c:v>
                </c:pt>
                <c:pt idx="5876">
                  <c:v>35.09856599783491</c:v>
                </c:pt>
                <c:pt idx="5877">
                  <c:v>35.101807940518903</c:v>
                </c:pt>
                <c:pt idx="5878">
                  <c:v>35.105047178157804</c:v>
                </c:pt>
                <c:pt idx="5879">
                  <c:v>35.108283709845196</c:v>
                </c:pt>
                <c:pt idx="5880">
                  <c:v>35.111517534674903</c:v>
                </c:pt>
                <c:pt idx="5881">
                  <c:v>35.114748651740484</c:v>
                </c:pt>
                <c:pt idx="5882">
                  <c:v>35.117977060135594</c:v>
                </c:pt>
                <c:pt idx="5883">
                  <c:v>35.121202758954105</c:v>
                </c:pt>
                <c:pt idx="5884">
                  <c:v>35.1244257472895</c:v>
                </c:pt>
                <c:pt idx="5885">
                  <c:v>35.127646024235496</c:v>
                </c:pt>
                <c:pt idx="5886">
                  <c:v>35.130863588885902</c:v>
                </c:pt>
                <c:pt idx="5887">
                  <c:v>35.134078440334299</c:v>
                </c:pt>
                <c:pt idx="5888">
                  <c:v>35.137290577674491</c:v>
                </c:pt>
                <c:pt idx="5889">
                  <c:v>35.140500000000003</c:v>
                </c:pt>
                <c:pt idx="5890">
                  <c:v>35.1437067064046</c:v>
                </c:pt>
                <c:pt idx="5891">
                  <c:v>35.146910695982001</c:v>
                </c:pt>
                <c:pt idx="5892">
                  <c:v>35.150111967825907</c:v>
                </c:pt>
                <c:pt idx="5893">
                  <c:v>35.153310521029809</c:v>
                </c:pt>
                <c:pt idx="5894">
                  <c:v>35.1565063546877</c:v>
                </c:pt>
                <c:pt idx="5895">
                  <c:v>35.159699467892985</c:v>
                </c:pt>
                <c:pt idx="5896">
                  <c:v>35.162889859739494</c:v>
                </c:pt>
                <c:pt idx="5897">
                  <c:v>35.166077529320901</c:v>
                </c:pt>
                <c:pt idx="5898">
                  <c:v>35.169262475730896</c:v>
                </c:pt>
                <c:pt idx="5899">
                  <c:v>35.172444698063195</c:v>
                </c:pt>
                <c:pt idx="5900">
                  <c:v>35.175624195411395</c:v>
                </c:pt>
                <c:pt idx="5901">
                  <c:v>35.178800966869204</c:v>
                </c:pt>
                <c:pt idx="5902">
                  <c:v>35.181975011530298</c:v>
                </c:pt>
                <c:pt idx="5903">
                  <c:v>35.185146328488507</c:v>
                </c:pt>
                <c:pt idx="5904">
                  <c:v>35.188314916837307</c:v>
                </c:pt>
                <c:pt idx="5905">
                  <c:v>35.191480775670492</c:v>
                </c:pt>
                <c:pt idx="5906">
                  <c:v>35.194643904081808</c:v>
                </c:pt>
                <c:pt idx="5907">
                  <c:v>35.197804301164801</c:v>
                </c:pt>
                <c:pt idx="5908">
                  <c:v>35.200961966013196</c:v>
                </c:pt>
                <c:pt idx="5909">
                  <c:v>35.204116897720809</c:v>
                </c:pt>
                <c:pt idx="5910">
                  <c:v>35.207269095381193</c:v>
                </c:pt>
                <c:pt idx="5911">
                  <c:v>35.210418558088001</c:v>
                </c:pt>
                <c:pt idx="5912">
                  <c:v>35.213565284935108</c:v>
                </c:pt>
                <c:pt idx="5913">
                  <c:v>35.216709275015901</c:v>
                </c:pt>
                <c:pt idx="5914">
                  <c:v>35.219850527424398</c:v>
                </c:pt>
                <c:pt idx="5915">
                  <c:v>35.222989041254102</c:v>
                </c:pt>
                <c:pt idx="5916">
                  <c:v>35.226124815598709</c:v>
                </c:pt>
                <c:pt idx="5917">
                  <c:v>35.229257849551914</c:v>
                </c:pt>
                <c:pt idx="5918">
                  <c:v>35.232388142207405</c:v>
                </c:pt>
                <c:pt idx="5919">
                  <c:v>35.235515692658915</c:v>
                </c:pt>
                <c:pt idx="5920">
                  <c:v>35.238640500000002</c:v>
                </c:pt>
                <c:pt idx="5921">
                  <c:v>35.241762563324492</c:v>
                </c:pt>
                <c:pt idx="5922">
                  <c:v>35.244881881725988</c:v>
                </c:pt>
                <c:pt idx="5923">
                  <c:v>35.24799845429829</c:v>
                </c:pt>
                <c:pt idx="5924">
                  <c:v>35.251112280135011</c:v>
                </c:pt>
                <c:pt idx="5925">
                  <c:v>35.254223358329703</c:v>
                </c:pt>
                <c:pt idx="5926">
                  <c:v>35.257331687976198</c:v>
                </c:pt>
                <c:pt idx="5927">
                  <c:v>35.260437268168204</c:v>
                </c:pt>
                <c:pt idx="5928">
                  <c:v>35.263540097999403</c:v>
                </c:pt>
                <c:pt idx="5929">
                  <c:v>35.266640176563399</c:v>
                </c:pt>
                <c:pt idx="5930">
                  <c:v>35.269737502953909</c:v>
                </c:pt>
                <c:pt idx="5931">
                  <c:v>35.272832076264599</c:v>
                </c:pt>
                <c:pt idx="5932">
                  <c:v>35.275923895589308</c:v>
                </c:pt>
                <c:pt idx="5933">
                  <c:v>35.279012960021511</c:v>
                </c:pt>
                <c:pt idx="5934">
                  <c:v>35.282099268655003</c:v>
                </c:pt>
                <c:pt idx="5935">
                  <c:v>35.285182820583408</c:v>
                </c:pt>
                <c:pt idx="5936">
                  <c:v>35.288263614900501</c:v>
                </c:pt>
                <c:pt idx="5937">
                  <c:v>35.291341650699898</c:v>
                </c:pt>
                <c:pt idx="5938">
                  <c:v>35.294416927075311</c:v>
                </c:pt>
                <c:pt idx="5939">
                  <c:v>35.297489443120398</c:v>
                </c:pt>
                <c:pt idx="5940">
                  <c:v>35.300559197928905</c:v>
                </c:pt>
                <c:pt idx="5941">
                  <c:v>35.303626190594493</c:v>
                </c:pt>
                <c:pt idx="5942">
                  <c:v>35.306690420210792</c:v>
                </c:pt>
                <c:pt idx="5943">
                  <c:v>35.309751885871599</c:v>
                </c:pt>
                <c:pt idx="5944">
                  <c:v>35.312810586670494</c:v>
                </c:pt>
                <c:pt idx="5945">
                  <c:v>35.315866521701189</c:v>
                </c:pt>
                <c:pt idx="5946">
                  <c:v>35.318919690057399</c:v>
                </c:pt>
                <c:pt idx="5947">
                  <c:v>35.321970090832799</c:v>
                </c:pt>
                <c:pt idx="5948">
                  <c:v>35.325017723121107</c:v>
                </c:pt>
                <c:pt idx="5949">
                  <c:v>35.328062586015903</c:v>
                </c:pt>
                <c:pt idx="5950">
                  <c:v>35.331104678610991</c:v>
                </c:pt>
                <c:pt idx="5951">
                  <c:v>35.334143999999995</c:v>
                </c:pt>
                <c:pt idx="5952">
                  <c:v>35.337180549276589</c:v>
                </c:pt>
                <c:pt idx="5953">
                  <c:v>35.340214325534497</c:v>
                </c:pt>
                <c:pt idx="5954">
                  <c:v>35.343245327867493</c:v>
                </c:pt>
                <c:pt idx="5955">
                  <c:v>35.346273555369088</c:v>
                </c:pt>
                <c:pt idx="5956">
                  <c:v>35.349299007132991</c:v>
                </c:pt>
                <c:pt idx="5957">
                  <c:v>35.352321682252992</c:v>
                </c:pt>
                <c:pt idx="5958">
                  <c:v>35.355341579822792</c:v>
                </c:pt>
                <c:pt idx="5959">
                  <c:v>35.358358698935909</c:v>
                </c:pt>
                <c:pt idx="5960">
                  <c:v>35.361373038686196</c:v>
                </c:pt>
                <c:pt idx="5961">
                  <c:v>35.364384598167192</c:v>
                </c:pt>
                <c:pt idx="5962">
                  <c:v>35.367393376472805</c:v>
                </c:pt>
                <c:pt idx="5963">
                  <c:v>35.37039937269649</c:v>
                </c:pt>
                <c:pt idx="5964">
                  <c:v>35.373402585931998</c:v>
                </c:pt>
                <c:pt idx="5965">
                  <c:v>35.376403015273091</c:v>
                </c:pt>
                <c:pt idx="5966">
                  <c:v>35.379400659813385</c:v>
                </c:pt>
                <c:pt idx="5967">
                  <c:v>35.382395518646589</c:v>
                </c:pt>
                <c:pt idx="5968">
                  <c:v>35.385387590866387</c:v>
                </c:pt>
                <c:pt idx="5969">
                  <c:v>35.388376875566394</c:v>
                </c:pt>
                <c:pt idx="5970">
                  <c:v>35.391363371840491</c:v>
                </c:pt>
                <c:pt idx="5971">
                  <c:v>35.394347078782189</c:v>
                </c:pt>
                <c:pt idx="5972">
                  <c:v>35.397327995485199</c:v>
                </c:pt>
                <c:pt idx="5973">
                  <c:v>35.400306121043293</c:v>
                </c:pt>
                <c:pt idx="5974">
                  <c:v>35.40328145454999</c:v>
                </c:pt>
                <c:pt idx="5975">
                  <c:v>35.406253995099199</c:v>
                </c:pt>
                <c:pt idx="5976">
                  <c:v>35.409223741784395</c:v>
                </c:pt>
                <c:pt idx="5977">
                  <c:v>35.412190693699394</c:v>
                </c:pt>
                <c:pt idx="5978">
                  <c:v>35.415154849937906</c:v>
                </c:pt>
                <c:pt idx="5979">
                  <c:v>35.418116209593499</c:v>
                </c:pt>
                <c:pt idx="5980">
                  <c:v>35.421074771759898</c:v>
                </c:pt>
                <c:pt idx="5981">
                  <c:v>35.424030535530903</c:v>
                </c:pt>
                <c:pt idx="5982">
                  <c:v>35.426983499999999</c:v>
                </c:pt>
                <c:pt idx="5983">
                  <c:v>35.429933664261</c:v>
                </c:pt>
                <c:pt idx="5984">
                  <c:v>35.432881027407589</c:v>
                </c:pt>
                <c:pt idx="5985">
                  <c:v>35.435825588533497</c:v>
                </c:pt>
                <c:pt idx="5986">
                  <c:v>35.438767346732199</c:v>
                </c:pt>
                <c:pt idx="5987">
                  <c:v>35.441706301097589</c:v>
                </c:pt>
                <c:pt idx="5988">
                  <c:v>35.444642450723386</c:v>
                </c:pt>
                <c:pt idx="5989">
                  <c:v>35.447575794703098</c:v>
                </c:pt>
                <c:pt idx="5990">
                  <c:v>35.450506332130502</c:v>
                </c:pt>
                <c:pt idx="5991">
                  <c:v>35.453434062099291</c:v>
                </c:pt>
                <c:pt idx="5992">
                  <c:v>35.456358983703097</c:v>
                </c:pt>
                <c:pt idx="5993">
                  <c:v>35.459281096035696</c:v>
                </c:pt>
                <c:pt idx="5994">
                  <c:v>35.46220039819071</c:v>
                </c:pt>
                <c:pt idx="5995">
                  <c:v>35.465116889261907</c:v>
                </c:pt>
                <c:pt idx="5996">
                  <c:v>35.468030568342797</c:v>
                </c:pt>
                <c:pt idx="5997">
                  <c:v>35.470941434527198</c:v>
                </c:pt>
                <c:pt idx="5998">
                  <c:v>35.473849486908797</c:v>
                </c:pt>
                <c:pt idx="5999">
                  <c:v>35.476754724581205</c:v>
                </c:pt>
                <c:pt idx="6000">
                  <c:v>35.479657146638196</c:v>
                </c:pt>
                <c:pt idx="6001">
                  <c:v>35.482556752173501</c:v>
                </c:pt>
                <c:pt idx="6002">
                  <c:v>35.485453540280595</c:v>
                </c:pt>
                <c:pt idx="6003">
                  <c:v>35.488347510053394</c:v>
                </c:pt>
                <c:pt idx="6004">
                  <c:v>35.491238660585402</c:v>
                </c:pt>
                <c:pt idx="6005">
                  <c:v>35.494126990970408</c:v>
                </c:pt>
                <c:pt idx="6006">
                  <c:v>35.497012500302098</c:v>
                </c:pt>
                <c:pt idx="6007">
                  <c:v>35.499895187674099</c:v>
                </c:pt>
                <c:pt idx="6008">
                  <c:v>35.502775052180205</c:v>
                </c:pt>
                <c:pt idx="6009">
                  <c:v>35.505652092914005</c:v>
                </c:pt>
                <c:pt idx="6010">
                  <c:v>35.508526308969209</c:v>
                </c:pt>
                <c:pt idx="6011">
                  <c:v>35.511397699439392</c:v>
                </c:pt>
                <c:pt idx="6012">
                  <c:v>35.514266263418484</c:v>
                </c:pt>
                <c:pt idx="6013">
                  <c:v>35.517132000000004</c:v>
                </c:pt>
                <c:pt idx="6014">
                  <c:v>35.519994908277702</c:v>
                </c:pt>
                <c:pt idx="6015">
                  <c:v>35.522854987345198</c:v>
                </c:pt>
                <c:pt idx="6016">
                  <c:v>35.525712236296208</c:v>
                </c:pt>
                <c:pt idx="6017">
                  <c:v>35.528566654224399</c:v>
                </c:pt>
                <c:pt idx="6018">
                  <c:v>35.531418240223601</c:v>
                </c:pt>
                <c:pt idx="6019">
                  <c:v>35.534266993387291</c:v>
                </c:pt>
                <c:pt idx="6020">
                  <c:v>35.537112912809214</c:v>
                </c:pt>
                <c:pt idx="6021">
                  <c:v>35.539955997583206</c:v>
                </c:pt>
                <c:pt idx="6022">
                  <c:v>35.542796246802709</c:v>
                </c:pt>
                <c:pt idx="6023">
                  <c:v>35.545633659561595</c:v>
                </c:pt>
                <c:pt idx="6024">
                  <c:v>35.548468234953503</c:v>
                </c:pt>
                <c:pt idx="6025">
                  <c:v>35.551299972072094</c:v>
                </c:pt>
                <c:pt idx="6026">
                  <c:v>35.554128870011098</c:v>
                </c:pt>
                <c:pt idx="6027">
                  <c:v>35.556954927864098</c:v>
                </c:pt>
                <c:pt idx="6028">
                  <c:v>35.559778144724909</c:v>
                </c:pt>
                <c:pt idx="6029">
                  <c:v>35.562598519687199</c:v>
                </c:pt>
                <c:pt idx="6030">
                  <c:v>35.565416051844494</c:v>
                </c:pt>
                <c:pt idx="6031">
                  <c:v>35.568230740290709</c:v>
                </c:pt>
                <c:pt idx="6032">
                  <c:v>35.571042584119397</c:v>
                </c:pt>
                <c:pt idx="6033">
                  <c:v>35.573851582424197</c:v>
                </c:pt>
                <c:pt idx="6034">
                  <c:v>35.576657734298998</c:v>
                </c:pt>
                <c:pt idx="6035">
                  <c:v>35.579461038837195</c:v>
                </c:pt>
                <c:pt idx="6036">
                  <c:v>35.582261495132791</c:v>
                </c:pt>
                <c:pt idx="6037">
                  <c:v>35.585059102279203</c:v>
                </c:pt>
                <c:pt idx="6038">
                  <c:v>35.587853859370291</c:v>
                </c:pt>
                <c:pt idx="6039">
                  <c:v>35.590645765499595</c:v>
                </c:pt>
                <c:pt idx="6040">
                  <c:v>35.593434819761001</c:v>
                </c:pt>
                <c:pt idx="6041">
                  <c:v>35.596221021247992</c:v>
                </c:pt>
                <c:pt idx="6042">
                  <c:v>35.599004369054398</c:v>
                </c:pt>
                <c:pt idx="6043">
                  <c:v>35.601784862273796</c:v>
                </c:pt>
                <c:pt idx="6044">
                  <c:v>35.6045625</c:v>
                </c:pt>
                <c:pt idx="6045">
                  <c:v>35.607337281326593</c:v>
                </c:pt>
                <c:pt idx="6046">
                  <c:v>35.610109205347293</c:v>
                </c:pt>
                <c:pt idx="6047">
                  <c:v>35.612878271155708</c:v>
                </c:pt>
                <c:pt idx="6048">
                  <c:v>35.615644477845684</c:v>
                </c:pt>
                <c:pt idx="6049">
                  <c:v>35.618407824510804</c:v>
                </c:pt>
                <c:pt idx="6050">
                  <c:v>35.621168310244698</c:v>
                </c:pt>
                <c:pt idx="6051">
                  <c:v>35.623925934141212</c:v>
                </c:pt>
                <c:pt idx="6052">
                  <c:v>35.626680695293892</c:v>
                </c:pt>
                <c:pt idx="6053">
                  <c:v>35.629432592796498</c:v>
                </c:pt>
                <c:pt idx="6054">
                  <c:v>35.632181625742696</c:v>
                </c:pt>
                <c:pt idx="6055">
                  <c:v>35.63492779322619</c:v>
                </c:pt>
                <c:pt idx="6056">
                  <c:v>35.63767109434059</c:v>
                </c:pt>
                <c:pt idx="6057">
                  <c:v>35.640411528179705</c:v>
                </c:pt>
                <c:pt idx="6058">
                  <c:v>35.643149093837096</c:v>
                </c:pt>
                <c:pt idx="6059">
                  <c:v>35.645883790406494</c:v>
                </c:pt>
                <c:pt idx="6060">
                  <c:v>35.648615616981608</c:v>
                </c:pt>
                <c:pt idx="6061">
                  <c:v>35.651344572656186</c:v>
                </c:pt>
                <c:pt idx="6062">
                  <c:v>35.6540706565238</c:v>
                </c:pt>
                <c:pt idx="6063">
                  <c:v>35.656793867678196</c:v>
                </c:pt>
                <c:pt idx="6064">
                  <c:v>35.659514205212993</c:v>
                </c:pt>
                <c:pt idx="6065">
                  <c:v>35.662231668221906</c:v>
                </c:pt>
                <c:pt idx="6066">
                  <c:v>35.664946255798689</c:v>
                </c:pt>
                <c:pt idx="6067">
                  <c:v>35.667657967036995</c:v>
                </c:pt>
                <c:pt idx="6068">
                  <c:v>35.670366801030497</c:v>
                </c:pt>
                <c:pt idx="6069">
                  <c:v>35.673072756872905</c:v>
                </c:pt>
                <c:pt idx="6070">
                  <c:v>35.675775833657809</c:v>
                </c:pt>
                <c:pt idx="6071">
                  <c:v>35.678476030479011</c:v>
                </c:pt>
                <c:pt idx="6072">
                  <c:v>35.681173346430107</c:v>
                </c:pt>
                <c:pt idx="6073">
                  <c:v>35.683867780604892</c:v>
                </c:pt>
                <c:pt idx="6074">
                  <c:v>35.686559332096905</c:v>
                </c:pt>
                <c:pt idx="6075">
                  <c:v>35.689247999999999</c:v>
                </c:pt>
                <c:pt idx="6076">
                  <c:v>35.691933783407698</c:v>
                </c:pt>
                <c:pt idx="6077">
                  <c:v>35.694616681413898</c:v>
                </c:pt>
                <c:pt idx="6078">
                  <c:v>35.697296693111994</c:v>
                </c:pt>
                <c:pt idx="6079">
                  <c:v>35.699973817595911</c:v>
                </c:pt>
                <c:pt idx="6080">
                  <c:v>35.702648053959201</c:v>
                </c:pt>
                <c:pt idx="6081">
                  <c:v>35.705319401295696</c:v>
                </c:pt>
                <c:pt idx="6082">
                  <c:v>35.707987858698893</c:v>
                </c:pt>
                <c:pt idx="6083">
                  <c:v>35.710653425262684</c:v>
                </c:pt>
                <c:pt idx="6084">
                  <c:v>35.713316100080604</c:v>
                </c:pt>
                <c:pt idx="6085">
                  <c:v>35.715975882246298</c:v>
                </c:pt>
                <c:pt idx="6086">
                  <c:v>35.718632770853603</c:v>
                </c:pt>
                <c:pt idx="6087">
                  <c:v>35.721286764996094</c:v>
                </c:pt>
                <c:pt idx="6088">
                  <c:v>35.723937863767596</c:v>
                </c:pt>
                <c:pt idx="6089">
                  <c:v>35.726586066261596</c:v>
                </c:pt>
                <c:pt idx="6090">
                  <c:v>35.729231371572013</c:v>
                </c:pt>
                <c:pt idx="6091">
                  <c:v>35.731873778792291</c:v>
                </c:pt>
                <c:pt idx="6092">
                  <c:v>35.734513287016199</c:v>
                </c:pt>
                <c:pt idx="6093">
                  <c:v>35.737149895337495</c:v>
                </c:pt>
                <c:pt idx="6094">
                  <c:v>35.739783602849904</c:v>
                </c:pt>
                <c:pt idx="6095">
                  <c:v>35.742414408646894</c:v>
                </c:pt>
                <c:pt idx="6096">
                  <c:v>35.745042311822402</c:v>
                </c:pt>
                <c:pt idx="6097">
                  <c:v>35.747667311469897</c:v>
                </c:pt>
                <c:pt idx="6098">
                  <c:v>35.750289406683187</c:v>
                </c:pt>
                <c:pt idx="6099">
                  <c:v>35.752908596556011</c:v>
                </c:pt>
                <c:pt idx="6100">
                  <c:v>35.755524880181909</c:v>
                </c:pt>
                <c:pt idx="6101">
                  <c:v>35.758138256654711</c:v>
                </c:pt>
                <c:pt idx="6102">
                  <c:v>35.760748725068005</c:v>
                </c:pt>
                <c:pt idx="6103">
                  <c:v>35.76335628451541</c:v>
                </c:pt>
                <c:pt idx="6104">
                  <c:v>35.765960934090813</c:v>
                </c:pt>
                <c:pt idx="6105">
                  <c:v>35.768562672887811</c:v>
                </c:pt>
                <c:pt idx="6106">
                  <c:v>35.771161499999998</c:v>
                </c:pt>
                <c:pt idx="6107">
                  <c:v>35.773757414521206</c:v>
                </c:pt>
                <c:pt idx="6108">
                  <c:v>35.776350415545004</c:v>
                </c:pt>
                <c:pt idx="6109">
                  <c:v>35.778940502165106</c:v>
                </c:pt>
                <c:pt idx="6110">
                  <c:v>35.781527673475196</c:v>
                </c:pt>
                <c:pt idx="6111">
                  <c:v>35.784111928569011</c:v>
                </c:pt>
                <c:pt idx="6112">
                  <c:v>35.786693266540198</c:v>
                </c:pt>
                <c:pt idx="6113">
                  <c:v>35.789271686482493</c:v>
                </c:pt>
                <c:pt idx="6114">
                  <c:v>35.791847187489495</c:v>
                </c:pt>
                <c:pt idx="6115">
                  <c:v>35.794419768655004</c:v>
                </c:pt>
                <c:pt idx="6116">
                  <c:v>35.796989429072497</c:v>
                </c:pt>
                <c:pt idx="6117">
                  <c:v>35.79955616783591</c:v>
                </c:pt>
                <c:pt idx="6118">
                  <c:v>35.802119984038811</c:v>
                </c:pt>
                <c:pt idx="6119">
                  <c:v>35.804680876774896</c:v>
                </c:pt>
                <c:pt idx="6120">
                  <c:v>35.807238845137803</c:v>
                </c:pt>
                <c:pt idx="6121">
                  <c:v>35.8097938882213</c:v>
                </c:pt>
                <c:pt idx="6122">
                  <c:v>35.812346005118997</c:v>
                </c:pt>
                <c:pt idx="6123">
                  <c:v>35.814895194924596</c:v>
                </c:pt>
                <c:pt idx="6124">
                  <c:v>35.817441456731885</c:v>
                </c:pt>
                <c:pt idx="6125">
                  <c:v>35.819984789634482</c:v>
                </c:pt>
                <c:pt idx="6126">
                  <c:v>35.822525192726012</c:v>
                </c:pt>
                <c:pt idx="6127">
                  <c:v>35.825062665100198</c:v>
                </c:pt>
                <c:pt idx="6128">
                  <c:v>35.8275972058508</c:v>
                </c:pt>
                <c:pt idx="6129">
                  <c:v>35.830128814071408</c:v>
                </c:pt>
                <c:pt idx="6130">
                  <c:v>35.832657488855702</c:v>
                </c:pt>
                <c:pt idx="6131">
                  <c:v>35.835183229297392</c:v>
                </c:pt>
                <c:pt idx="6132">
                  <c:v>35.837706034490296</c:v>
                </c:pt>
                <c:pt idx="6133">
                  <c:v>35.840225903527902</c:v>
                </c:pt>
                <c:pt idx="6134">
                  <c:v>35.842742835504005</c:v>
                </c:pt>
                <c:pt idx="6135">
                  <c:v>35.845256829512294</c:v>
                </c:pt>
                <c:pt idx="6136">
                  <c:v>35.84776788464638</c:v>
                </c:pt>
                <c:pt idx="6137">
                  <c:v>35.850275999999994</c:v>
                </c:pt>
                <c:pt idx="6138">
                  <c:v>35.852781174666788</c:v>
                </c:pt>
                <c:pt idx="6139">
                  <c:v>35.855283407740579</c:v>
                </c:pt>
                <c:pt idx="6140">
                  <c:v>35.857782698314892</c:v>
                </c:pt>
                <c:pt idx="6141">
                  <c:v>35.860279045483495</c:v>
                </c:pt>
                <c:pt idx="6142">
                  <c:v>35.862772448340102</c:v>
                </c:pt>
                <c:pt idx="6143">
                  <c:v>35.865262905978305</c:v>
                </c:pt>
                <c:pt idx="6144">
                  <c:v>35.867750417491898</c:v>
                </c:pt>
                <c:pt idx="6145">
                  <c:v>35.870234981974399</c:v>
                </c:pt>
                <c:pt idx="6146">
                  <c:v>35.872716598519709</c:v>
                </c:pt>
                <c:pt idx="6147">
                  <c:v>35.875195266221304</c:v>
                </c:pt>
                <c:pt idx="6148">
                  <c:v>35.877670984173101</c:v>
                </c:pt>
                <c:pt idx="6149">
                  <c:v>35.880143751468587</c:v>
                </c:pt>
                <c:pt idx="6150">
                  <c:v>35.882613567201489</c:v>
                </c:pt>
                <c:pt idx="6151">
                  <c:v>35.885080430465592</c:v>
                </c:pt>
                <c:pt idx="6152">
                  <c:v>35.887544340354495</c:v>
                </c:pt>
                <c:pt idx="6153">
                  <c:v>35.890005295961906</c:v>
                </c:pt>
                <c:pt idx="6154">
                  <c:v>35.8924632963815</c:v>
                </c:pt>
                <c:pt idx="6155">
                  <c:v>35.894918340706909</c:v>
                </c:pt>
                <c:pt idx="6156">
                  <c:v>35.897370428032005</c:v>
                </c:pt>
                <c:pt idx="6157">
                  <c:v>35.899819557450193</c:v>
                </c:pt>
                <c:pt idx="6158">
                  <c:v>35.902265728055504</c:v>
                </c:pt>
                <c:pt idx="6159">
                  <c:v>35.904708938941305</c:v>
                </c:pt>
                <c:pt idx="6160">
                  <c:v>35.907149189201391</c:v>
                </c:pt>
                <c:pt idx="6161">
                  <c:v>35.909586477929594</c:v>
                </c:pt>
                <c:pt idx="6162">
                  <c:v>35.912020804219395</c:v>
                </c:pt>
                <c:pt idx="6163">
                  <c:v>35.91445216716459</c:v>
                </c:pt>
                <c:pt idx="6164">
                  <c:v>35.91688056585879</c:v>
                </c:pt>
                <c:pt idx="6165">
                  <c:v>35.919305999395803</c:v>
                </c:pt>
                <c:pt idx="6166">
                  <c:v>35.921728466869197</c:v>
                </c:pt>
                <c:pt idx="6167">
                  <c:v>35.92414796737269</c:v>
                </c:pt>
                <c:pt idx="6168">
                  <c:v>35.926564499999998</c:v>
                </c:pt>
                <c:pt idx="6169">
                  <c:v>35.928978063844802</c:v>
                </c:pt>
                <c:pt idx="6170">
                  <c:v>35.931388658000692</c:v>
                </c:pt>
                <c:pt idx="6171">
                  <c:v>35.933796281561598</c:v>
                </c:pt>
                <c:pt idx="6172">
                  <c:v>35.936200933620903</c:v>
                </c:pt>
                <c:pt idx="6173">
                  <c:v>35.938602613272494</c:v>
                </c:pt>
                <c:pt idx="6174">
                  <c:v>35.941001319609896</c:v>
                </c:pt>
                <c:pt idx="6175">
                  <c:v>35.94339705172699</c:v>
                </c:pt>
                <c:pt idx="6176">
                  <c:v>35.945789808717393</c:v>
                </c:pt>
                <c:pt idx="6177">
                  <c:v>35.948179589674702</c:v>
                </c:pt>
                <c:pt idx="6178">
                  <c:v>35.950566393692682</c:v>
                </c:pt>
                <c:pt idx="6179">
                  <c:v>35.952950219865102</c:v>
                </c:pt>
                <c:pt idx="6180">
                  <c:v>35.955331067285393</c:v>
                </c:pt>
                <c:pt idx="6181">
                  <c:v>35.957708935047492</c:v>
                </c:pt>
                <c:pt idx="6182">
                  <c:v>35.960083822244997</c:v>
                </c:pt>
                <c:pt idx="6183">
                  <c:v>35.962455727971509</c:v>
                </c:pt>
                <c:pt idx="6184">
                  <c:v>35.964824651320889</c:v>
                </c:pt>
                <c:pt idx="6185">
                  <c:v>35.967190591386689</c:v>
                </c:pt>
                <c:pt idx="6186">
                  <c:v>35.969553547262592</c:v>
                </c:pt>
                <c:pt idx="6187">
                  <c:v>35.971913518042392</c:v>
                </c:pt>
                <c:pt idx="6188">
                  <c:v>35.974270502819593</c:v>
                </c:pt>
                <c:pt idx="6189">
                  <c:v>35.976624500688089</c:v>
                </c:pt>
                <c:pt idx="6190">
                  <c:v>35.978975510741499</c:v>
                </c:pt>
                <c:pt idx="6191">
                  <c:v>35.981323532073397</c:v>
                </c:pt>
                <c:pt idx="6192">
                  <c:v>35.983668563777684</c:v>
                </c:pt>
                <c:pt idx="6193">
                  <c:v>35.986010604947801</c:v>
                </c:pt>
                <c:pt idx="6194">
                  <c:v>35.988349654677592</c:v>
                </c:pt>
                <c:pt idx="6195">
                  <c:v>35.990685712060703</c:v>
                </c:pt>
                <c:pt idx="6196">
                  <c:v>35.993018776190809</c:v>
                </c:pt>
                <c:pt idx="6197">
                  <c:v>35.995348846161612</c:v>
                </c:pt>
                <c:pt idx="6198">
                  <c:v>35.997675921066801</c:v>
                </c:pt>
                <c:pt idx="6199">
                  <c:v>36</c:v>
                </c:pt>
                <c:pt idx="6200">
                  <c:v>36.002321082055005</c:v>
                </c:pt>
                <c:pt idx="6201">
                  <c:v>36.004639166325397</c:v>
                </c:pt>
                <c:pt idx="6202">
                  <c:v>36.006954251904901</c:v>
                </c:pt>
                <c:pt idx="6203">
                  <c:v>36.009266337887297</c:v>
                </c:pt>
                <c:pt idx="6204">
                  <c:v>36.011575423366089</c:v>
                </c:pt>
                <c:pt idx="6205">
                  <c:v>36.013881507435087</c:v>
                </c:pt>
                <c:pt idx="6206">
                  <c:v>36.016184589187993</c:v>
                </c:pt>
                <c:pt idx="6207">
                  <c:v>36.018484667718383</c:v>
                </c:pt>
                <c:pt idx="6208">
                  <c:v>36.020781742120107</c:v>
                </c:pt>
                <c:pt idx="6209">
                  <c:v>36.023075811486699</c:v>
                </c:pt>
                <c:pt idx="6210">
                  <c:v>36.02536687491191</c:v>
                </c:pt>
                <c:pt idx="6211">
                  <c:v>36.027654931489401</c:v>
                </c:pt>
                <c:pt idx="6212">
                  <c:v>36.029939980312804</c:v>
                </c:pt>
                <c:pt idx="6213">
                  <c:v>36.032222020476013</c:v>
                </c:pt>
                <c:pt idx="6214">
                  <c:v>36.034501051072489</c:v>
                </c:pt>
                <c:pt idx="6215">
                  <c:v>36.036777071195999</c:v>
                </c:pt>
                <c:pt idx="6216">
                  <c:v>36.039050079940296</c:v>
                </c:pt>
                <c:pt idx="6217">
                  <c:v>36.041320076398897</c:v>
                </c:pt>
                <c:pt idx="6218">
                  <c:v>36.043587059665683</c:v>
                </c:pt>
                <c:pt idx="6219">
                  <c:v>36.0458510288342</c:v>
                </c:pt>
                <c:pt idx="6220">
                  <c:v>36.048111982998208</c:v>
                </c:pt>
                <c:pt idx="6221">
                  <c:v>36.050369921251395</c:v>
                </c:pt>
                <c:pt idx="6222">
                  <c:v>36.052624842687393</c:v>
                </c:pt>
                <c:pt idx="6223">
                  <c:v>36.054876746399898</c:v>
                </c:pt>
                <c:pt idx="6224">
                  <c:v>36.057125631482691</c:v>
                </c:pt>
                <c:pt idx="6225">
                  <c:v>36.059371497029296</c:v>
                </c:pt>
                <c:pt idx="6226">
                  <c:v>36.061614342133502</c:v>
                </c:pt>
                <c:pt idx="6227">
                  <c:v>36.063854165888998</c:v>
                </c:pt>
                <c:pt idx="6228">
                  <c:v>36.066090967389499</c:v>
                </c:pt>
                <c:pt idx="6229">
                  <c:v>36.068324745728603</c:v>
                </c:pt>
                <c:pt idx="6230">
                  <c:v>36.070555500000005</c:v>
                </c:pt>
                <c:pt idx="6231">
                  <c:v>36.072783229297393</c:v>
                </c:pt>
                <c:pt idx="6232">
                  <c:v>36.075007932714598</c:v>
                </c:pt>
                <c:pt idx="6233">
                  <c:v>36.077229609345089</c:v>
                </c:pt>
                <c:pt idx="6234">
                  <c:v>36.079448258282696</c:v>
                </c:pt>
                <c:pt idx="6235">
                  <c:v>36.081663878620994</c:v>
                </c:pt>
                <c:pt idx="6236">
                  <c:v>36.083876469453891</c:v>
                </c:pt>
                <c:pt idx="6237">
                  <c:v>36.086086029874799</c:v>
                </c:pt>
                <c:pt idx="6238">
                  <c:v>36.0882925589775</c:v>
                </c:pt>
                <c:pt idx="6239">
                  <c:v>36.090496055855802</c:v>
                </c:pt>
                <c:pt idx="6240">
                  <c:v>36.092696519603194</c:v>
                </c:pt>
                <c:pt idx="6241">
                  <c:v>36.094893949313594</c:v>
                </c:pt>
                <c:pt idx="6242">
                  <c:v>36.097088344080404</c:v>
                </c:pt>
                <c:pt idx="6243">
                  <c:v>36.099279702997599</c:v>
                </c:pt>
                <c:pt idx="6244">
                  <c:v>36.101468025158596</c:v>
                </c:pt>
                <c:pt idx="6245">
                  <c:v>36.103653309657297</c:v>
                </c:pt>
                <c:pt idx="6246">
                  <c:v>36.105835555587298</c:v>
                </c:pt>
                <c:pt idx="6247">
                  <c:v>36.108014762042195</c:v>
                </c:pt>
                <c:pt idx="6248">
                  <c:v>36.110190928115912</c:v>
                </c:pt>
                <c:pt idx="6249">
                  <c:v>36.112364052901903</c:v>
                </c:pt>
                <c:pt idx="6250">
                  <c:v>36.114534135493898</c:v>
                </c:pt>
                <c:pt idx="6251">
                  <c:v>36.116701174985707</c:v>
                </c:pt>
                <c:pt idx="6252">
                  <c:v>36.118865170471004</c:v>
                </c:pt>
                <c:pt idx="6253">
                  <c:v>36.121026121043293</c:v>
                </c:pt>
                <c:pt idx="6254">
                  <c:v>36.123184025796391</c:v>
                </c:pt>
                <c:pt idx="6255">
                  <c:v>36.125338883824014</c:v>
                </c:pt>
                <c:pt idx="6256">
                  <c:v>36.127490694219702</c:v>
                </c:pt>
                <c:pt idx="6257">
                  <c:v>36.1296394560773</c:v>
                </c:pt>
                <c:pt idx="6258">
                  <c:v>36.131785168490495</c:v>
                </c:pt>
                <c:pt idx="6259">
                  <c:v>36.133927830552807</c:v>
                </c:pt>
                <c:pt idx="6260">
                  <c:v>36.136067441358094</c:v>
                </c:pt>
                <c:pt idx="6261">
                  <c:v>36.138204000000002</c:v>
                </c:pt>
                <c:pt idx="6262">
                  <c:v>36.140337505572198</c:v>
                </c:pt>
                <c:pt idx="6263">
                  <c:v>36.142467957168293</c:v>
                </c:pt>
                <c:pt idx="6264">
                  <c:v>36.144595353882004</c:v>
                </c:pt>
                <c:pt idx="6265">
                  <c:v>36.146719694807103</c:v>
                </c:pt>
                <c:pt idx="6266">
                  <c:v>36.148840979037296</c:v>
                </c:pt>
                <c:pt idx="6267">
                  <c:v>36.150959205666091</c:v>
                </c:pt>
                <c:pt idx="6268">
                  <c:v>36.153074373787391</c:v>
                </c:pt>
                <c:pt idx="6269">
                  <c:v>36.155186482494692</c:v>
                </c:pt>
                <c:pt idx="6270">
                  <c:v>36.157295530881804</c:v>
                </c:pt>
                <c:pt idx="6271">
                  <c:v>36.159401518042387</c:v>
                </c:pt>
                <c:pt idx="6272">
                  <c:v>36.1615044430701</c:v>
                </c:pt>
                <c:pt idx="6273">
                  <c:v>36.163604305058598</c:v>
                </c:pt>
                <c:pt idx="6274">
                  <c:v>36.165701103101604</c:v>
                </c:pt>
                <c:pt idx="6275">
                  <c:v>36.167794836292799</c:v>
                </c:pt>
                <c:pt idx="6276">
                  <c:v>36.169885503725993</c:v>
                </c:pt>
                <c:pt idx="6277">
                  <c:v>36.171973104494597</c:v>
                </c:pt>
                <c:pt idx="6278">
                  <c:v>36.174057637692584</c:v>
                </c:pt>
                <c:pt idx="6279">
                  <c:v>36.176139102413501</c:v>
                </c:pt>
                <c:pt idx="6280">
                  <c:v>36.178217497751</c:v>
                </c:pt>
                <c:pt idx="6281">
                  <c:v>36.180292822798805</c:v>
                </c:pt>
                <c:pt idx="6282">
                  <c:v>36.182365076650697</c:v>
                </c:pt>
                <c:pt idx="6283">
                  <c:v>36.184434258400195</c:v>
                </c:pt>
                <c:pt idx="6284">
                  <c:v>36.1865003671411</c:v>
                </c:pt>
                <c:pt idx="6285">
                  <c:v>36.188563401966995</c:v>
                </c:pt>
                <c:pt idx="6286">
                  <c:v>36.19062336197171</c:v>
                </c:pt>
                <c:pt idx="6287">
                  <c:v>36.192680246248905</c:v>
                </c:pt>
                <c:pt idx="6288">
                  <c:v>36.194734053892091</c:v>
                </c:pt>
                <c:pt idx="6289">
                  <c:v>36.196784783995199</c:v>
                </c:pt>
                <c:pt idx="6290">
                  <c:v>36.19883243565171</c:v>
                </c:pt>
                <c:pt idx="6291">
                  <c:v>36.200877007955398</c:v>
                </c:pt>
                <c:pt idx="6292">
                  <c:v>36.20291850000001</c:v>
                </c:pt>
                <c:pt idx="6293">
                  <c:v>36.204956910879112</c:v>
                </c:pt>
                <c:pt idx="6294">
                  <c:v>36.2069922396865</c:v>
                </c:pt>
                <c:pt idx="6295">
                  <c:v>36.209024485515798</c:v>
                </c:pt>
                <c:pt idx="6296">
                  <c:v>36.211053647460595</c:v>
                </c:pt>
                <c:pt idx="6297">
                  <c:v>36.213079724614801</c:v>
                </c:pt>
                <c:pt idx="6298">
                  <c:v>36.21510271607201</c:v>
                </c:pt>
                <c:pt idx="6299">
                  <c:v>36.217122620925814</c:v>
                </c:pt>
                <c:pt idx="6300">
                  <c:v>36.219139438270005</c:v>
                </c:pt>
                <c:pt idx="6301">
                  <c:v>36.221153167198111</c:v>
                </c:pt>
                <c:pt idx="6302">
                  <c:v>36.223163806804109</c:v>
                </c:pt>
                <c:pt idx="6303">
                  <c:v>36.225171356181413</c:v>
                </c:pt>
                <c:pt idx="6304">
                  <c:v>36.227175814423816</c:v>
                </c:pt>
                <c:pt idx="6305">
                  <c:v>36.229177180625008</c:v>
                </c:pt>
                <c:pt idx="6306">
                  <c:v>36.231175453878699</c:v>
                </c:pt>
                <c:pt idx="6307">
                  <c:v>36.233170633278505</c:v>
                </c:pt>
                <c:pt idx="6308">
                  <c:v>36.235162717918207</c:v>
                </c:pt>
                <c:pt idx="6309">
                  <c:v>36.237151706891304</c:v>
                </c:pt>
                <c:pt idx="6310">
                  <c:v>36.239137599291702</c:v>
                </c:pt>
                <c:pt idx="6311">
                  <c:v>36.241120394212999</c:v>
                </c:pt>
                <c:pt idx="6312">
                  <c:v>36.243100090748904</c:v>
                </c:pt>
                <c:pt idx="6313">
                  <c:v>36.245076687992999</c:v>
                </c:pt>
                <c:pt idx="6314">
                  <c:v>36.2470501850391</c:v>
                </c:pt>
                <c:pt idx="6315">
                  <c:v>36.249020580980805</c:v>
                </c:pt>
                <c:pt idx="6316">
                  <c:v>36.2509878749119</c:v>
                </c:pt>
                <c:pt idx="6317">
                  <c:v>36.252952065925911</c:v>
                </c:pt>
                <c:pt idx="6318">
                  <c:v>36.254913153116696</c:v>
                </c:pt>
                <c:pt idx="6319">
                  <c:v>36.256871135577903</c:v>
                </c:pt>
                <c:pt idx="6320">
                  <c:v>36.258826012403098</c:v>
                </c:pt>
                <c:pt idx="6321">
                  <c:v>36.260777782686006</c:v>
                </c:pt>
                <c:pt idx="6322">
                  <c:v>36.262726445520507</c:v>
                </c:pt>
                <c:pt idx="6323">
                  <c:v>36.264672000000004</c:v>
                </c:pt>
                <c:pt idx="6324">
                  <c:v>36.266614445218295</c:v>
                </c:pt>
                <c:pt idx="6325">
                  <c:v>36.268553780269208</c:v>
                </c:pt>
                <c:pt idx="6326">
                  <c:v>36.270490004246192</c:v>
                </c:pt>
                <c:pt idx="6327">
                  <c:v>36.272423116243196</c:v>
                </c:pt>
                <c:pt idx="6328">
                  <c:v>36.274353115353598</c:v>
                </c:pt>
                <c:pt idx="6329">
                  <c:v>36.276280000671299</c:v>
                </c:pt>
                <c:pt idx="6330">
                  <c:v>36.278203771289995</c:v>
                </c:pt>
                <c:pt idx="6331">
                  <c:v>36.280124426303196</c:v>
                </c:pt>
                <c:pt idx="6332">
                  <c:v>36.282041964804804</c:v>
                </c:pt>
                <c:pt idx="6333">
                  <c:v>36.283956385888303</c:v>
                </c:pt>
                <c:pt idx="6334">
                  <c:v>36.285867688647585</c:v>
                </c:pt>
                <c:pt idx="6335">
                  <c:v>36.287775872176205</c:v>
                </c:pt>
                <c:pt idx="6336">
                  <c:v>36.289680935567802</c:v>
                </c:pt>
                <c:pt idx="6337">
                  <c:v>36.291582877916198</c:v>
                </c:pt>
                <c:pt idx="6338">
                  <c:v>36.293481698314899</c:v>
                </c:pt>
                <c:pt idx="6339">
                  <c:v>36.295377395857813</c:v>
                </c:pt>
                <c:pt idx="6340">
                  <c:v>36.297269969638492</c:v>
                </c:pt>
                <c:pt idx="6341">
                  <c:v>36.299159418750605</c:v>
                </c:pt>
                <c:pt idx="6342">
                  <c:v>36.301045742287897</c:v>
                </c:pt>
                <c:pt idx="6343">
                  <c:v>36.302928939344099</c:v>
                </c:pt>
                <c:pt idx="6344">
                  <c:v>36.304809009012786</c:v>
                </c:pt>
                <c:pt idx="6345">
                  <c:v>36.306685950387696</c:v>
                </c:pt>
                <c:pt idx="6346">
                  <c:v>36.308559762562496</c:v>
                </c:pt>
                <c:pt idx="6347">
                  <c:v>36.310430444630896</c:v>
                </c:pt>
                <c:pt idx="6348">
                  <c:v>36.312297995686585</c:v>
                </c:pt>
                <c:pt idx="6349">
                  <c:v>36.314162414823294</c:v>
                </c:pt>
                <c:pt idx="6350">
                  <c:v>36.31602370113459</c:v>
                </c:pt>
                <c:pt idx="6351">
                  <c:v>36.317881853714177</c:v>
                </c:pt>
                <c:pt idx="6352">
                  <c:v>36.319736871655898</c:v>
                </c:pt>
                <c:pt idx="6353">
                  <c:v>36.321588754053195</c:v>
                </c:pt>
                <c:pt idx="6354">
                  <c:v>36.323437499999997</c:v>
                </c:pt>
                <c:pt idx="6355">
                  <c:v>36.325283108589808</c:v>
                </c:pt>
                <c:pt idx="6356">
                  <c:v>36.327125578916494</c:v>
                </c:pt>
                <c:pt idx="6357">
                  <c:v>36.328964910073502</c:v>
                </c:pt>
                <c:pt idx="6358">
                  <c:v>36.330801101154691</c:v>
                </c:pt>
                <c:pt idx="6359">
                  <c:v>36.332634151253693</c:v>
                </c:pt>
                <c:pt idx="6360">
                  <c:v>36.334464059464281</c:v>
                </c:pt>
                <c:pt idx="6361">
                  <c:v>36.336290824880003</c:v>
                </c:pt>
                <c:pt idx="6362">
                  <c:v>36.338114446594602</c:v>
                </c:pt>
                <c:pt idx="6363">
                  <c:v>36.339934923701804</c:v>
                </c:pt>
                <c:pt idx="6364">
                  <c:v>36.341752255295191</c:v>
                </c:pt>
                <c:pt idx="6365">
                  <c:v>36.343566440468592</c:v>
                </c:pt>
                <c:pt idx="6366">
                  <c:v>36.345377478315591</c:v>
                </c:pt>
                <c:pt idx="6367">
                  <c:v>36.347185367929903</c:v>
                </c:pt>
                <c:pt idx="6368">
                  <c:v>36.348990108405204</c:v>
                </c:pt>
                <c:pt idx="6369">
                  <c:v>36.350791698835195</c:v>
                </c:pt>
                <c:pt idx="6370">
                  <c:v>36.352590138313595</c:v>
                </c:pt>
                <c:pt idx="6371">
                  <c:v>36.354385425933991</c:v>
                </c:pt>
                <c:pt idx="6372">
                  <c:v>36.356177560790186</c:v>
                </c:pt>
                <c:pt idx="6373">
                  <c:v>36.357966541975799</c:v>
                </c:pt>
                <c:pt idx="6374">
                  <c:v>36.359752368584502</c:v>
                </c:pt>
                <c:pt idx="6375">
                  <c:v>36.361535039710006</c:v>
                </c:pt>
                <c:pt idx="6376">
                  <c:v>36.363314554445999</c:v>
                </c:pt>
                <c:pt idx="6377">
                  <c:v>36.365090911886099</c:v>
                </c:pt>
                <c:pt idx="6378">
                  <c:v>36.366864111124194</c:v>
                </c:pt>
                <c:pt idx="6379">
                  <c:v>36.368634151253694</c:v>
                </c:pt>
                <c:pt idx="6380">
                  <c:v>36.370401031368488</c:v>
                </c:pt>
                <c:pt idx="6381">
                  <c:v>36.372164750562192</c:v>
                </c:pt>
                <c:pt idx="6382">
                  <c:v>36.373925307928602</c:v>
                </c:pt>
                <c:pt idx="6383">
                  <c:v>36.3756827025612</c:v>
                </c:pt>
                <c:pt idx="6384">
                  <c:v>36.377436933553803</c:v>
                </c:pt>
                <c:pt idx="6385">
                  <c:v>36.379187999999999</c:v>
                </c:pt>
                <c:pt idx="6386">
                  <c:v>36.380935900993599</c:v>
                </c:pt>
                <c:pt idx="6387">
                  <c:v>36.382680635628191</c:v>
                </c:pt>
                <c:pt idx="6388">
                  <c:v>36.384422202997492</c:v>
                </c:pt>
                <c:pt idx="6389">
                  <c:v>36.386160602195297</c:v>
                </c:pt>
                <c:pt idx="6390">
                  <c:v>36.387895832315095</c:v>
                </c:pt>
                <c:pt idx="6391">
                  <c:v>36.38962789245069</c:v>
                </c:pt>
                <c:pt idx="6392">
                  <c:v>36.391356781695798</c:v>
                </c:pt>
                <c:pt idx="6393">
                  <c:v>36.393082499143993</c:v>
                </c:pt>
                <c:pt idx="6394">
                  <c:v>36.3948050438891</c:v>
                </c:pt>
                <c:pt idx="6395">
                  <c:v>36.3965244150247</c:v>
                </c:pt>
                <c:pt idx="6396">
                  <c:v>36.398240611644489</c:v>
                </c:pt>
                <c:pt idx="6397">
                  <c:v>36.399953632842099</c:v>
                </c:pt>
                <c:pt idx="6398">
                  <c:v>36.401663477711381</c:v>
                </c:pt>
                <c:pt idx="6399">
                  <c:v>36.403370145345903</c:v>
                </c:pt>
                <c:pt idx="6400">
                  <c:v>36.405073634839404</c:v>
                </c:pt>
                <c:pt idx="6401">
                  <c:v>36.406773945285501</c:v>
                </c:pt>
                <c:pt idx="6402">
                  <c:v>36.408471075777904</c:v>
                </c:pt>
                <c:pt idx="6403">
                  <c:v>36.410165025410393</c:v>
                </c:pt>
                <c:pt idx="6404">
                  <c:v>36.411855793276487</c:v>
                </c:pt>
                <c:pt idx="6405">
                  <c:v>36.413543378470003</c:v>
                </c:pt>
                <c:pt idx="6406">
                  <c:v>36.415227780084592</c:v>
                </c:pt>
                <c:pt idx="6407">
                  <c:v>36.416908997213895</c:v>
                </c:pt>
                <c:pt idx="6408">
                  <c:v>36.418587028951698</c:v>
                </c:pt>
                <c:pt idx="6409">
                  <c:v>36.420261874391592</c:v>
                </c:pt>
                <c:pt idx="6410">
                  <c:v>36.4219335326273</c:v>
                </c:pt>
                <c:pt idx="6411">
                  <c:v>36.423602002752496</c:v>
                </c:pt>
                <c:pt idx="6412">
                  <c:v>36.425267283860897</c:v>
                </c:pt>
                <c:pt idx="6413">
                  <c:v>36.426929375046193</c:v>
                </c:pt>
                <c:pt idx="6414">
                  <c:v>36.428588275402007</c:v>
                </c:pt>
                <c:pt idx="6415">
                  <c:v>36.430243984022006</c:v>
                </c:pt>
                <c:pt idx="6416">
                  <c:v>36.431896499999993</c:v>
                </c:pt>
                <c:pt idx="6417">
                  <c:v>36.433545822429608</c:v>
                </c:pt>
                <c:pt idx="6418">
                  <c:v>36.435191950404501</c:v>
                </c:pt>
                <c:pt idx="6419">
                  <c:v>36.436834883018392</c:v>
                </c:pt>
                <c:pt idx="6420">
                  <c:v>36.438474619364897</c:v>
                </c:pt>
                <c:pt idx="6421">
                  <c:v>36.440111158537803</c:v>
                </c:pt>
                <c:pt idx="6422">
                  <c:v>36.441744499630786</c:v>
                </c:pt>
                <c:pt idx="6423">
                  <c:v>36.443374641737392</c:v>
                </c:pt>
                <c:pt idx="6424">
                  <c:v>36.445001583951495</c:v>
                </c:pt>
                <c:pt idx="6425">
                  <c:v>36.446625325366696</c:v>
                </c:pt>
                <c:pt idx="6426">
                  <c:v>36.4482458650767</c:v>
                </c:pt>
                <c:pt idx="6427">
                  <c:v>36.449863202175202</c:v>
                </c:pt>
                <c:pt idx="6428">
                  <c:v>36.451477335755797</c:v>
                </c:pt>
                <c:pt idx="6429">
                  <c:v>36.453088264912189</c:v>
                </c:pt>
                <c:pt idx="6430">
                  <c:v>36.454695988738195</c:v>
                </c:pt>
                <c:pt idx="6431">
                  <c:v>36.456300506327395</c:v>
                </c:pt>
                <c:pt idx="6432">
                  <c:v>36.457901816773493</c:v>
                </c:pt>
                <c:pt idx="6433">
                  <c:v>36.459499919170199</c:v>
                </c:pt>
                <c:pt idx="6434">
                  <c:v>36.461094812611194</c:v>
                </c:pt>
                <c:pt idx="6435">
                  <c:v>36.462686496190095</c:v>
                </c:pt>
                <c:pt idx="6436">
                  <c:v>36.464274969000691</c:v>
                </c:pt>
                <c:pt idx="6437">
                  <c:v>36.465860230136599</c:v>
                </c:pt>
                <c:pt idx="6438">
                  <c:v>36.467442278691593</c:v>
                </c:pt>
                <c:pt idx="6439">
                  <c:v>36.469021113759197</c:v>
                </c:pt>
                <c:pt idx="6440">
                  <c:v>36.470596734433201</c:v>
                </c:pt>
                <c:pt idx="6441">
                  <c:v>36.472169139807299</c:v>
                </c:pt>
                <c:pt idx="6442">
                  <c:v>36.473738328975216</c:v>
                </c:pt>
                <c:pt idx="6443">
                  <c:v>36.475304301030498</c:v>
                </c:pt>
                <c:pt idx="6444">
                  <c:v>36.476867055066982</c:v>
                </c:pt>
                <c:pt idx="6445">
                  <c:v>36.478426590178202</c:v>
                </c:pt>
                <c:pt idx="6446">
                  <c:v>36.479982905458002</c:v>
                </c:pt>
                <c:pt idx="6447">
                  <c:v>36.481536000000006</c:v>
                </c:pt>
                <c:pt idx="6448">
                  <c:v>36.483085872897895</c:v>
                </c:pt>
                <c:pt idx="6449">
                  <c:v>36.484632523245288</c:v>
                </c:pt>
                <c:pt idx="6450">
                  <c:v>36.486175950135909</c:v>
                </c:pt>
                <c:pt idx="6451">
                  <c:v>36.487716152663587</c:v>
                </c:pt>
                <c:pt idx="6452">
                  <c:v>36.489253129921806</c:v>
                </c:pt>
                <c:pt idx="6453">
                  <c:v>36.490786881004297</c:v>
                </c:pt>
                <c:pt idx="6454">
                  <c:v>36.492317405004904</c:v>
                </c:pt>
                <c:pt idx="6455">
                  <c:v>36.493844701017089</c:v>
                </c:pt>
                <c:pt idx="6456">
                  <c:v>36.495368768134711</c:v>
                </c:pt>
                <c:pt idx="6457">
                  <c:v>36.496889605451294</c:v>
                </c:pt>
                <c:pt idx="6458">
                  <c:v>36.498407212060698</c:v>
                </c:pt>
                <c:pt idx="6459">
                  <c:v>36.499921587056491</c:v>
                </c:pt>
                <c:pt idx="6460">
                  <c:v>36.501432729532397</c:v>
                </c:pt>
                <c:pt idx="6461">
                  <c:v>36.502940638582103</c:v>
                </c:pt>
                <c:pt idx="6462">
                  <c:v>36.504445313299293</c:v>
                </c:pt>
                <c:pt idx="6463">
                  <c:v>36.505946752777703</c:v>
                </c:pt>
                <c:pt idx="6464">
                  <c:v>36.507444956110895</c:v>
                </c:pt>
                <c:pt idx="6465">
                  <c:v>36.508939922392699</c:v>
                </c:pt>
                <c:pt idx="6466">
                  <c:v>36.510431650716683</c:v>
                </c:pt>
                <c:pt idx="6467">
                  <c:v>36.511920140176599</c:v>
                </c:pt>
                <c:pt idx="6468">
                  <c:v>36.513405389866094</c:v>
                </c:pt>
                <c:pt idx="6469">
                  <c:v>36.514887398878898</c:v>
                </c:pt>
                <c:pt idx="6470">
                  <c:v>36.516366166308593</c:v>
                </c:pt>
                <c:pt idx="6471">
                  <c:v>36.517841691248982</c:v>
                </c:pt>
                <c:pt idx="6472">
                  <c:v>36.519313972793803</c:v>
                </c:pt>
                <c:pt idx="6473">
                  <c:v>36.520783010036595</c:v>
                </c:pt>
                <c:pt idx="6474">
                  <c:v>36.522248802071111</c:v>
                </c:pt>
                <c:pt idx="6475">
                  <c:v>36.523711347991011</c:v>
                </c:pt>
                <c:pt idx="6476">
                  <c:v>36.525170646890018</c:v>
                </c:pt>
                <c:pt idx="6477">
                  <c:v>36.526626697861801</c:v>
                </c:pt>
                <c:pt idx="6478">
                  <c:v>36.528079500000004</c:v>
                </c:pt>
                <c:pt idx="6479">
                  <c:v>36.529529052398395</c:v>
                </c:pt>
                <c:pt idx="6480">
                  <c:v>36.530975354150605</c:v>
                </c:pt>
                <c:pt idx="6481">
                  <c:v>36.532418404350302</c:v>
                </c:pt>
                <c:pt idx="6482">
                  <c:v>36.533858202091203</c:v>
                </c:pt>
                <c:pt idx="6483">
                  <c:v>36.535294746467002</c:v>
                </c:pt>
                <c:pt idx="6484">
                  <c:v>36.536728036571411</c:v>
                </c:pt>
                <c:pt idx="6485">
                  <c:v>36.538158071498103</c:v>
                </c:pt>
                <c:pt idx="6486">
                  <c:v>36.539584850340695</c:v>
                </c:pt>
                <c:pt idx="6487">
                  <c:v>36.541008372192898</c:v>
                </c:pt>
                <c:pt idx="6488">
                  <c:v>36.5424286361485</c:v>
                </c:pt>
                <c:pt idx="6489">
                  <c:v>36.543845641301097</c:v>
                </c:pt>
                <c:pt idx="6490">
                  <c:v>36.545259386744299</c:v>
                </c:pt>
                <c:pt idx="6491">
                  <c:v>36.546669871571901</c:v>
                </c:pt>
                <c:pt idx="6492">
                  <c:v>36.548077094877698</c:v>
                </c:pt>
                <c:pt idx="6493">
                  <c:v>36.549481055755088</c:v>
                </c:pt>
                <c:pt idx="6494">
                  <c:v>36.550881753297979</c:v>
                </c:pt>
                <c:pt idx="6495">
                  <c:v>36.552279186599996</c:v>
                </c:pt>
                <c:pt idx="6496">
                  <c:v>36.5536733547548</c:v>
                </c:pt>
                <c:pt idx="6497">
                  <c:v>36.555064256856092</c:v>
                </c:pt>
                <c:pt idx="6498">
                  <c:v>36.55645189199759</c:v>
                </c:pt>
                <c:pt idx="6499">
                  <c:v>36.557836259272889</c:v>
                </c:pt>
                <c:pt idx="6500">
                  <c:v>36.5592173577758</c:v>
                </c:pt>
                <c:pt idx="6501">
                  <c:v>36.560595186600011</c:v>
                </c:pt>
                <c:pt idx="6502">
                  <c:v>36.561969744839004</c:v>
                </c:pt>
                <c:pt idx="6503">
                  <c:v>36.563341031586702</c:v>
                </c:pt>
                <c:pt idx="6504">
                  <c:v>36.564709045936702</c:v>
                </c:pt>
                <c:pt idx="6505">
                  <c:v>36.566073786982699</c:v>
                </c:pt>
                <c:pt idx="6506">
                  <c:v>36.567435253818296</c:v>
                </c:pt>
                <c:pt idx="6507">
                  <c:v>36.568793445537203</c:v>
                </c:pt>
                <c:pt idx="6508">
                  <c:v>36.570148361233294</c:v>
                </c:pt>
                <c:pt idx="6509">
                  <c:v>36.5715</c:v>
                </c:pt>
                <c:pt idx="6510">
                  <c:v>36.572848360931204</c:v>
                </c:pt>
                <c:pt idx="6511">
                  <c:v>36.5741934431204</c:v>
                </c:pt>
                <c:pt idx="6512">
                  <c:v>36.575535245661406</c:v>
                </c:pt>
                <c:pt idx="6513">
                  <c:v>36.576873767647889</c:v>
                </c:pt>
                <c:pt idx="6514">
                  <c:v>36.578209008173602</c:v>
                </c:pt>
                <c:pt idx="6515">
                  <c:v>36.579540966332097</c:v>
                </c:pt>
                <c:pt idx="6516">
                  <c:v>36.580869641217184</c:v>
                </c:pt>
                <c:pt idx="6517">
                  <c:v>36.582195031922403</c:v>
                </c:pt>
                <c:pt idx="6518">
                  <c:v>36.583517137541499</c:v>
                </c:pt>
                <c:pt idx="6519">
                  <c:v>36.584835957168295</c:v>
                </c:pt>
                <c:pt idx="6520">
                  <c:v>36.586151489896288</c:v>
                </c:pt>
                <c:pt idx="6521">
                  <c:v>36.587463734819195</c:v>
                </c:pt>
                <c:pt idx="6522">
                  <c:v>36.588772691030805</c:v>
                </c:pt>
                <c:pt idx="6523">
                  <c:v>36.590078357624805</c:v>
                </c:pt>
                <c:pt idx="6524">
                  <c:v>36.591380733694692</c:v>
                </c:pt>
                <c:pt idx="6525">
                  <c:v>36.592679818334403</c:v>
                </c:pt>
                <c:pt idx="6526">
                  <c:v>36.593975610637401</c:v>
                </c:pt>
                <c:pt idx="6527">
                  <c:v>36.595268109697592</c:v>
                </c:pt>
                <c:pt idx="6528">
                  <c:v>36.596557314608404</c:v>
                </c:pt>
                <c:pt idx="6529">
                  <c:v>36.597843224463801</c:v>
                </c:pt>
                <c:pt idx="6530">
                  <c:v>36.59912583835721</c:v>
                </c:pt>
                <c:pt idx="6531">
                  <c:v>36.600405155382489</c:v>
                </c:pt>
                <c:pt idx="6532">
                  <c:v>36.601681174633285</c:v>
                </c:pt>
                <c:pt idx="6533">
                  <c:v>36.6029538952032</c:v>
                </c:pt>
                <c:pt idx="6534">
                  <c:v>36.604223316186101</c:v>
                </c:pt>
                <c:pt idx="6535">
                  <c:v>36.605489436675498</c:v>
                </c:pt>
                <c:pt idx="6536">
                  <c:v>36.606752255765201</c:v>
                </c:pt>
                <c:pt idx="6537">
                  <c:v>36.608011772548807</c:v>
                </c:pt>
                <c:pt idx="6538">
                  <c:v>36.609267986120003</c:v>
                </c:pt>
                <c:pt idx="6539">
                  <c:v>36.610520895572499</c:v>
                </c:pt>
                <c:pt idx="6540">
                  <c:v>36.611770499999999</c:v>
                </c:pt>
                <c:pt idx="6541">
                  <c:v>36.613016798496197</c:v>
                </c:pt>
                <c:pt idx="6542">
                  <c:v>36.614259790154698</c:v>
                </c:pt>
                <c:pt idx="6543">
                  <c:v>36.615499474069395</c:v>
                </c:pt>
                <c:pt idx="6544">
                  <c:v>36.616735849333708</c:v>
                </c:pt>
                <c:pt idx="6545">
                  <c:v>36.617968915041494</c:v>
                </c:pt>
                <c:pt idx="6546">
                  <c:v>36.619198670286295</c:v>
                </c:pt>
                <c:pt idx="6547">
                  <c:v>36.620425114162003</c:v>
                </c:pt>
                <c:pt idx="6548">
                  <c:v>36.621648245762096</c:v>
                </c:pt>
                <c:pt idx="6549">
                  <c:v>36.622868064180402</c:v>
                </c:pt>
                <c:pt idx="6550">
                  <c:v>36.62408456851059</c:v>
                </c:pt>
                <c:pt idx="6551">
                  <c:v>36.62529775784629</c:v>
                </c:pt>
                <c:pt idx="6552">
                  <c:v>36.626507631281299</c:v>
                </c:pt>
                <c:pt idx="6553">
                  <c:v>36.627714187909106</c:v>
                </c:pt>
                <c:pt idx="6554">
                  <c:v>36.628917426823506</c:v>
                </c:pt>
                <c:pt idx="6555">
                  <c:v>36.630117347118308</c:v>
                </c:pt>
                <c:pt idx="6556">
                  <c:v>36.631313947886909</c:v>
                </c:pt>
                <c:pt idx="6557">
                  <c:v>36.632507228223304</c:v>
                </c:pt>
                <c:pt idx="6558">
                  <c:v>36.633697187220996</c:v>
                </c:pt>
                <c:pt idx="6559">
                  <c:v>36.634883823973702</c:v>
                </c:pt>
                <c:pt idx="6560">
                  <c:v>36.636067137575104</c:v>
                </c:pt>
                <c:pt idx="6561">
                  <c:v>36.637247127118897</c:v>
                </c:pt>
                <c:pt idx="6562">
                  <c:v>36.638423791698798</c:v>
                </c:pt>
                <c:pt idx="6563">
                  <c:v>36.639597130408504</c:v>
                </c:pt>
                <c:pt idx="6564">
                  <c:v>36.640767142341595</c:v>
                </c:pt>
                <c:pt idx="6565">
                  <c:v>36.641933826591909</c:v>
                </c:pt>
                <c:pt idx="6566">
                  <c:v>36.643097182252994</c:v>
                </c:pt>
                <c:pt idx="6567">
                  <c:v>36.644257208418701</c:v>
                </c:pt>
                <c:pt idx="6568">
                  <c:v>36.645413904182504</c:v>
                </c:pt>
                <c:pt idx="6569">
                  <c:v>36.646567268638194</c:v>
                </c:pt>
                <c:pt idx="6570">
                  <c:v>36.647717300879506</c:v>
                </c:pt>
                <c:pt idx="6571">
                  <c:v>36.648863999999996</c:v>
                </c:pt>
                <c:pt idx="6572">
                  <c:v>36.650007365093487</c:v>
                </c:pt>
                <c:pt idx="6573">
                  <c:v>36.651147395253588</c:v>
                </c:pt>
                <c:pt idx="6574">
                  <c:v>36.652284089573996</c:v>
                </c:pt>
                <c:pt idx="6575">
                  <c:v>36.653417447148492</c:v>
                </c:pt>
                <c:pt idx="6576">
                  <c:v>36.654547467070586</c:v>
                </c:pt>
                <c:pt idx="6577">
                  <c:v>36.655674148434102</c:v>
                </c:pt>
                <c:pt idx="6578">
                  <c:v>36.656797490332586</c:v>
                </c:pt>
                <c:pt idx="6579">
                  <c:v>36.657917491859997</c:v>
                </c:pt>
                <c:pt idx="6580">
                  <c:v>36.659034152109697</c:v>
                </c:pt>
                <c:pt idx="6581">
                  <c:v>36.660147470175602</c:v>
                </c:pt>
                <c:pt idx="6582">
                  <c:v>36.6612574451512</c:v>
                </c:pt>
                <c:pt idx="6583">
                  <c:v>36.662364076130402</c:v>
                </c:pt>
                <c:pt idx="6584">
                  <c:v>36.663467362206696</c:v>
                </c:pt>
                <c:pt idx="6585">
                  <c:v>36.664567302473905</c:v>
                </c:pt>
                <c:pt idx="6586">
                  <c:v>36.665663896025606</c:v>
                </c:pt>
                <c:pt idx="6587">
                  <c:v>36.666757141955607</c:v>
                </c:pt>
                <c:pt idx="6588">
                  <c:v>36.66784703935749</c:v>
                </c:pt>
                <c:pt idx="6589">
                  <c:v>36.668933587325007</c:v>
                </c:pt>
                <c:pt idx="6590">
                  <c:v>36.670016784951812</c:v>
                </c:pt>
                <c:pt idx="6591">
                  <c:v>36.671096631331594</c:v>
                </c:pt>
                <c:pt idx="6592">
                  <c:v>36.67217312555811</c:v>
                </c:pt>
                <c:pt idx="6593">
                  <c:v>36.673246266724902</c:v>
                </c:pt>
                <c:pt idx="6594">
                  <c:v>36.674316053925708</c:v>
                </c:pt>
                <c:pt idx="6595">
                  <c:v>36.6753824862542</c:v>
                </c:pt>
                <c:pt idx="6596">
                  <c:v>36.676445562804197</c:v>
                </c:pt>
                <c:pt idx="6597">
                  <c:v>36.677505282669301</c:v>
                </c:pt>
                <c:pt idx="6598">
                  <c:v>36.678561644943102</c:v>
                </c:pt>
                <c:pt idx="6599">
                  <c:v>36.679614648719401</c:v>
                </c:pt>
                <c:pt idx="6600">
                  <c:v>36.680664293091894</c:v>
                </c:pt>
                <c:pt idx="6601">
                  <c:v>36.681710577154199</c:v>
                </c:pt>
                <c:pt idx="6602">
                  <c:v>36.682753500000004</c:v>
                </c:pt>
                <c:pt idx="6603">
                  <c:v>36.683793060722998</c:v>
                </c:pt>
                <c:pt idx="6604">
                  <c:v>36.68482925841699</c:v>
                </c:pt>
                <c:pt idx="6605">
                  <c:v>36.685862092175505</c:v>
                </c:pt>
                <c:pt idx="6606">
                  <c:v>36.686891561092281</c:v>
                </c:pt>
                <c:pt idx="6607">
                  <c:v>36.687917664260993</c:v>
                </c:pt>
                <c:pt idx="6608">
                  <c:v>36.688940400775401</c:v>
                </c:pt>
                <c:pt idx="6609">
                  <c:v>36.6899597697291</c:v>
                </c:pt>
                <c:pt idx="6610">
                  <c:v>36.690975770215807</c:v>
                </c:pt>
                <c:pt idx="6611">
                  <c:v>36.691988401329297</c:v>
                </c:pt>
                <c:pt idx="6612">
                  <c:v>36.692997662163101</c:v>
                </c:pt>
                <c:pt idx="6613">
                  <c:v>36.694003551810894</c:v>
                </c:pt>
                <c:pt idx="6614">
                  <c:v>36.695006069366592</c:v>
                </c:pt>
                <c:pt idx="6615">
                  <c:v>36.696005213923705</c:v>
                </c:pt>
                <c:pt idx="6616">
                  <c:v>36.697000984575915</c:v>
                </c:pt>
                <c:pt idx="6617">
                  <c:v>36.697993380416904</c:v>
                </c:pt>
                <c:pt idx="6618">
                  <c:v>36.698982400540402</c:v>
                </c:pt>
                <c:pt idx="6619">
                  <c:v>36.699968044040205</c:v>
                </c:pt>
                <c:pt idx="6620">
                  <c:v>36.700950310009716</c:v>
                </c:pt>
                <c:pt idx="6621">
                  <c:v>36.701929197542896</c:v>
                </c:pt>
                <c:pt idx="6622">
                  <c:v>36.702904705733296</c:v>
                </c:pt>
                <c:pt idx="6623">
                  <c:v>36.703876833674599</c:v>
                </c:pt>
                <c:pt idx="6624">
                  <c:v>36.704845580460493</c:v>
                </c:pt>
                <c:pt idx="6625">
                  <c:v>36.705810945184815</c:v>
                </c:pt>
                <c:pt idx="6626">
                  <c:v>36.706772926941014</c:v>
                </c:pt>
                <c:pt idx="6627">
                  <c:v>36.707731524822904</c:v>
                </c:pt>
                <c:pt idx="6628">
                  <c:v>36.708686737924204</c:v>
                </c:pt>
                <c:pt idx="6629">
                  <c:v>36.709638565338494</c:v>
                </c:pt>
                <c:pt idx="6630">
                  <c:v>36.710587006159599</c:v>
                </c:pt>
                <c:pt idx="6631">
                  <c:v>36.711532059481101</c:v>
                </c:pt>
                <c:pt idx="6632">
                  <c:v>36.712473724396595</c:v>
                </c:pt>
                <c:pt idx="6633">
                  <c:v>36.713412000000005</c:v>
                </c:pt>
                <c:pt idx="6634">
                  <c:v>36.714346885384799</c:v>
                </c:pt>
                <c:pt idx="6635">
                  <c:v>36.7152783796449</c:v>
                </c:pt>
                <c:pt idx="6636">
                  <c:v>36.716206481873691</c:v>
                </c:pt>
                <c:pt idx="6637">
                  <c:v>36.717131191165102</c:v>
                </c:pt>
                <c:pt idx="6638">
                  <c:v>36.7180525066127</c:v>
                </c:pt>
                <c:pt idx="6639">
                  <c:v>36.718970427310296</c:v>
                </c:pt>
                <c:pt idx="6640">
                  <c:v>36.719884952351393</c:v>
                </c:pt>
                <c:pt idx="6641">
                  <c:v>36.720796080829814</c:v>
                </c:pt>
                <c:pt idx="6642">
                  <c:v>36.721703811839205</c:v>
                </c:pt>
                <c:pt idx="6643">
                  <c:v>36.722608144473213</c:v>
                </c:pt>
                <c:pt idx="6644">
                  <c:v>36.723509077825504</c:v>
                </c:pt>
                <c:pt idx="6645">
                  <c:v>36.724406610989909</c:v>
                </c:pt>
                <c:pt idx="6646">
                  <c:v>36.725300743060018</c:v>
                </c:pt>
                <c:pt idx="6647">
                  <c:v>36.726191473129504</c:v>
                </c:pt>
                <c:pt idx="6648">
                  <c:v>36.727078800292006</c:v>
                </c:pt>
                <c:pt idx="6649">
                  <c:v>36.727962723641397</c:v>
                </c:pt>
                <c:pt idx="6650">
                  <c:v>36.728843242271211</c:v>
                </c:pt>
                <c:pt idx="6651">
                  <c:v>36.729720355275106</c:v>
                </c:pt>
                <c:pt idx="6652">
                  <c:v>36.730594061746793</c:v>
                </c:pt>
                <c:pt idx="6653">
                  <c:v>36.731464360780095</c:v>
                </c:pt>
                <c:pt idx="6654">
                  <c:v>36.732331251468601</c:v>
                </c:pt>
                <c:pt idx="6655">
                  <c:v>36.733194732905915</c:v>
                </c:pt>
                <c:pt idx="6656">
                  <c:v>36.73405480418581</c:v>
                </c:pt>
                <c:pt idx="6657">
                  <c:v>36.734911464401996</c:v>
                </c:pt>
                <c:pt idx="6658">
                  <c:v>36.735764712648098</c:v>
                </c:pt>
                <c:pt idx="6659">
                  <c:v>36.736614548017904</c:v>
                </c:pt>
                <c:pt idx="6660">
                  <c:v>36.737460969604896</c:v>
                </c:pt>
                <c:pt idx="6661">
                  <c:v>36.738303976503012</c:v>
                </c:pt>
                <c:pt idx="6662">
                  <c:v>36.739143567805698</c:v>
                </c:pt>
                <c:pt idx="6663">
                  <c:v>36.739979742606806</c:v>
                </c:pt>
                <c:pt idx="6664">
                  <c:v>36.740812500000004</c:v>
                </c:pt>
                <c:pt idx="6665">
                  <c:v>36.741641839078902</c:v>
                </c:pt>
                <c:pt idx="6666">
                  <c:v>36.742467758937295</c:v>
                </c:pt>
                <c:pt idx="6667">
                  <c:v>36.743290258668701</c:v>
                </c:pt>
                <c:pt idx="6668">
                  <c:v>36.744109337367</c:v>
                </c:pt>
                <c:pt idx="6669">
                  <c:v>36.744924994125704</c:v>
                </c:pt>
                <c:pt idx="6670">
                  <c:v>36.745737228038706</c:v>
                </c:pt>
                <c:pt idx="6671">
                  <c:v>36.746546038199504</c:v>
                </c:pt>
                <c:pt idx="6672">
                  <c:v>36.747351423701801</c:v>
                </c:pt>
                <c:pt idx="6673">
                  <c:v>36.748153383639405</c:v>
                </c:pt>
                <c:pt idx="6674">
                  <c:v>36.748951917105813</c:v>
                </c:pt>
                <c:pt idx="6675">
                  <c:v>36.749747023194899</c:v>
                </c:pt>
                <c:pt idx="6676">
                  <c:v>36.750538701000302</c:v>
                </c:pt>
                <c:pt idx="6677">
                  <c:v>36.751326949615702</c:v>
                </c:pt>
                <c:pt idx="6678">
                  <c:v>36.752111768134704</c:v>
                </c:pt>
                <c:pt idx="6679">
                  <c:v>36.752893155650995</c:v>
                </c:pt>
                <c:pt idx="6680">
                  <c:v>36.753671111258392</c:v>
                </c:pt>
                <c:pt idx="6681">
                  <c:v>36.754445634050597</c:v>
                </c:pt>
                <c:pt idx="6682">
                  <c:v>36.755216723121109</c:v>
                </c:pt>
                <c:pt idx="6683">
                  <c:v>36.755984377563692</c:v>
                </c:pt>
                <c:pt idx="6684">
                  <c:v>36.7567485964721</c:v>
                </c:pt>
                <c:pt idx="6685">
                  <c:v>36.757509378939908</c:v>
                </c:pt>
                <c:pt idx="6686">
                  <c:v>36.758266724061002</c:v>
                </c:pt>
                <c:pt idx="6687">
                  <c:v>36.759020630928809</c:v>
                </c:pt>
                <c:pt idx="6688">
                  <c:v>36.759771098637195</c:v>
                </c:pt>
                <c:pt idx="6689">
                  <c:v>36.760518126279713</c:v>
                </c:pt>
                <c:pt idx="6690">
                  <c:v>36.761261712950201</c:v>
                </c:pt>
                <c:pt idx="6691">
                  <c:v>36.762001857742291</c:v>
                </c:pt>
                <c:pt idx="6692">
                  <c:v>36.7627385597496</c:v>
                </c:pt>
                <c:pt idx="6693">
                  <c:v>36.763471818065909</c:v>
                </c:pt>
                <c:pt idx="6694">
                  <c:v>36.7642016317848</c:v>
                </c:pt>
                <c:pt idx="6695">
                  <c:v>36.764928000000005</c:v>
                </c:pt>
                <c:pt idx="6696">
                  <c:v>36.765650921805211</c:v>
                </c:pt>
                <c:pt idx="6697">
                  <c:v>36.766370396294207</c:v>
                </c:pt>
                <c:pt idx="6698">
                  <c:v>36.767086422560496</c:v>
                </c:pt>
                <c:pt idx="6699">
                  <c:v>36.767798999697902</c:v>
                </c:pt>
                <c:pt idx="6700">
                  <c:v>36.768508126800015</c:v>
                </c:pt>
                <c:pt idx="6701">
                  <c:v>36.769213802960607</c:v>
                </c:pt>
                <c:pt idx="6702">
                  <c:v>36.769916027273304</c:v>
                </c:pt>
                <c:pt idx="6703">
                  <c:v>36.770614798831907</c:v>
                </c:pt>
                <c:pt idx="6704">
                  <c:v>36.771310116729914</c:v>
                </c:pt>
                <c:pt idx="6705">
                  <c:v>36.772001980061106</c:v>
                </c:pt>
                <c:pt idx="6706">
                  <c:v>36.772690387919205</c:v>
                </c:pt>
                <c:pt idx="6707">
                  <c:v>36.773375339397809</c:v>
                </c:pt>
                <c:pt idx="6708">
                  <c:v>36.774056833590699</c:v>
                </c:pt>
                <c:pt idx="6709">
                  <c:v>36.774734869591498</c:v>
                </c:pt>
                <c:pt idx="6710">
                  <c:v>36.775409446493903</c:v>
                </c:pt>
                <c:pt idx="6711">
                  <c:v>36.776080563391588</c:v>
                </c:pt>
                <c:pt idx="6712">
                  <c:v>36.776748219378305</c:v>
                </c:pt>
                <c:pt idx="6713">
                  <c:v>36.777412413547701</c:v>
                </c:pt>
                <c:pt idx="6714">
                  <c:v>36.778073144993506</c:v>
                </c:pt>
                <c:pt idx="6715">
                  <c:v>36.77873041280921</c:v>
                </c:pt>
                <c:pt idx="6716">
                  <c:v>36.779384216088708</c:v>
                </c:pt>
                <c:pt idx="6717">
                  <c:v>36.780034553925702</c:v>
                </c:pt>
                <c:pt idx="6718">
                  <c:v>36.780681425413682</c:v>
                </c:pt>
                <c:pt idx="6719">
                  <c:v>36.781324829646486</c:v>
                </c:pt>
                <c:pt idx="6720">
                  <c:v>36.781964765717788</c:v>
                </c:pt>
                <c:pt idx="6721">
                  <c:v>36.782601232721305</c:v>
                </c:pt>
                <c:pt idx="6722">
                  <c:v>36.783234229750597</c:v>
                </c:pt>
                <c:pt idx="6723">
                  <c:v>36.78386375589939</c:v>
                </c:pt>
                <c:pt idx="6724">
                  <c:v>36.784489810261491</c:v>
                </c:pt>
                <c:pt idx="6725">
                  <c:v>36.785112391930411</c:v>
                </c:pt>
                <c:pt idx="6726">
                  <c:v>36.785731500000004</c:v>
                </c:pt>
                <c:pt idx="6727">
                  <c:v>36.786347133563801</c:v>
                </c:pt>
                <c:pt idx="6728">
                  <c:v>36.786959291715597</c:v>
                </c:pt>
                <c:pt idx="6729">
                  <c:v>36.787567973549095</c:v>
                </c:pt>
                <c:pt idx="6730">
                  <c:v>36.788173178157813</c:v>
                </c:pt>
                <c:pt idx="6731">
                  <c:v>36.788774904635602</c:v>
                </c:pt>
                <c:pt idx="6732">
                  <c:v>36.789373152076102</c:v>
                </c:pt>
                <c:pt idx="6733">
                  <c:v>36.789967919573002</c:v>
                </c:pt>
                <c:pt idx="6734">
                  <c:v>36.79055920622001</c:v>
                </c:pt>
                <c:pt idx="6735">
                  <c:v>36.791147011110702</c:v>
                </c:pt>
                <c:pt idx="6736">
                  <c:v>36.791731333338909</c:v>
                </c:pt>
                <c:pt idx="6737">
                  <c:v>36.792312171998311</c:v>
                </c:pt>
                <c:pt idx="6738">
                  <c:v>36.7928895261824</c:v>
                </c:pt>
                <c:pt idx="6739">
                  <c:v>36.79346339498511</c:v>
                </c:pt>
                <c:pt idx="6740">
                  <c:v>36.794033777499905</c:v>
                </c:pt>
                <c:pt idx="6741">
                  <c:v>36.794600672820707</c:v>
                </c:pt>
                <c:pt idx="6742">
                  <c:v>36.795164080041005</c:v>
                </c:pt>
                <c:pt idx="6743">
                  <c:v>36.795723998254509</c:v>
                </c:pt>
                <c:pt idx="6744">
                  <c:v>36.796280426555008</c:v>
                </c:pt>
                <c:pt idx="6745">
                  <c:v>36.796833364036104</c:v>
                </c:pt>
                <c:pt idx="6746">
                  <c:v>36.7973828097915</c:v>
                </c:pt>
                <c:pt idx="6747">
                  <c:v>36.797928762915006</c:v>
                </c:pt>
                <c:pt idx="6748">
                  <c:v>36.798471222500112</c:v>
                </c:pt>
                <c:pt idx="6749">
                  <c:v>36.799010187640597</c:v>
                </c:pt>
                <c:pt idx="6750">
                  <c:v>36.799545657430102</c:v>
                </c:pt>
                <c:pt idx="6751">
                  <c:v>36.800077630962392</c:v>
                </c:pt>
                <c:pt idx="6752">
                  <c:v>36.800606107331092</c:v>
                </c:pt>
                <c:pt idx="6753">
                  <c:v>36.801131085629898</c:v>
                </c:pt>
                <c:pt idx="6754">
                  <c:v>36.801652564952491</c:v>
                </c:pt>
                <c:pt idx="6755">
                  <c:v>36.802170544392595</c:v>
                </c:pt>
                <c:pt idx="6756">
                  <c:v>36.802685023043892</c:v>
                </c:pt>
                <c:pt idx="6757">
                  <c:v>36.803196</c:v>
                </c:pt>
                <c:pt idx="6758">
                  <c:v>36.803703474354691</c:v>
                </c:pt>
                <c:pt idx="6759">
                  <c:v>36.804207445201584</c:v>
                </c:pt>
                <c:pt idx="6760">
                  <c:v>36.804707911634388</c:v>
                </c:pt>
                <c:pt idx="6761">
                  <c:v>36.805204872746792</c:v>
                </c:pt>
                <c:pt idx="6762">
                  <c:v>36.805698327632491</c:v>
                </c:pt>
                <c:pt idx="6763">
                  <c:v>36.806188275385196</c:v>
                </c:pt>
                <c:pt idx="6764">
                  <c:v>36.806674715098488</c:v>
                </c:pt>
                <c:pt idx="6765">
                  <c:v>36.807157645866191</c:v>
                </c:pt>
                <c:pt idx="6766">
                  <c:v>36.807637066781894</c:v>
                </c:pt>
                <c:pt idx="6767">
                  <c:v>36.808112976939313</c:v>
                </c:pt>
                <c:pt idx="6768">
                  <c:v>36.808585375432195</c:v>
                </c:pt>
                <c:pt idx="6769">
                  <c:v>36.809054261354092</c:v>
                </c:pt>
                <c:pt idx="6770">
                  <c:v>36.8095196337988</c:v>
                </c:pt>
                <c:pt idx="6771">
                  <c:v>36.809981491859894</c:v>
                </c:pt>
                <c:pt idx="6772">
                  <c:v>36.810439834631296</c:v>
                </c:pt>
                <c:pt idx="6773">
                  <c:v>36.810894661206376</c:v>
                </c:pt>
                <c:pt idx="6774">
                  <c:v>36.811345970679099</c:v>
                </c:pt>
                <c:pt idx="6775">
                  <c:v>36.811793762142891</c:v>
                </c:pt>
                <c:pt idx="6776">
                  <c:v>36.812238034691703</c:v>
                </c:pt>
                <c:pt idx="6777">
                  <c:v>36.812678787418996</c:v>
                </c:pt>
                <c:pt idx="6778">
                  <c:v>36.813116019418594</c:v>
                </c:pt>
                <c:pt idx="6779">
                  <c:v>36.813549729784192</c:v>
                </c:pt>
                <c:pt idx="6780">
                  <c:v>36.813979917609295</c:v>
                </c:pt>
                <c:pt idx="6781">
                  <c:v>36.814406581987789</c:v>
                </c:pt>
                <c:pt idx="6782">
                  <c:v>36.814829722013386</c:v>
                </c:pt>
                <c:pt idx="6783">
                  <c:v>36.815249336779601</c:v>
                </c:pt>
                <c:pt idx="6784">
                  <c:v>36.815665425380089</c:v>
                </c:pt>
                <c:pt idx="6785">
                  <c:v>36.816077986908802</c:v>
                </c:pt>
                <c:pt idx="6786">
                  <c:v>36.816487020459192</c:v>
                </c:pt>
                <c:pt idx="6787">
                  <c:v>36.816892525124999</c:v>
                </c:pt>
                <c:pt idx="6788">
                  <c:v>36.817294499999988</c:v>
                </c:pt>
                <c:pt idx="6789">
                  <c:v>36.817692944177807</c:v>
                </c:pt>
                <c:pt idx="6790">
                  <c:v>36.818087856751987</c:v>
                </c:pt>
                <c:pt idx="6791">
                  <c:v>36.818479236816493</c:v>
                </c:pt>
                <c:pt idx="6792">
                  <c:v>36.818867083464788</c:v>
                </c:pt>
                <c:pt idx="6793">
                  <c:v>36.819251395790694</c:v>
                </c:pt>
                <c:pt idx="6794">
                  <c:v>36.8196321728878</c:v>
                </c:pt>
                <c:pt idx="6795">
                  <c:v>36.820009413849796</c:v>
                </c:pt>
                <c:pt idx="6796">
                  <c:v>36.820383117770497</c:v>
                </c:pt>
                <c:pt idx="6797">
                  <c:v>36.820753283743393</c:v>
                </c:pt>
                <c:pt idx="6798">
                  <c:v>36.821119910862301</c:v>
                </c:pt>
                <c:pt idx="6799">
                  <c:v>36.821482998220901</c:v>
                </c:pt>
                <c:pt idx="6800">
                  <c:v>36.821842544912897</c:v>
                </c:pt>
                <c:pt idx="6801">
                  <c:v>36.822198550031906</c:v>
                </c:pt>
                <c:pt idx="6802">
                  <c:v>36.822551012671603</c:v>
                </c:pt>
                <c:pt idx="6803">
                  <c:v>36.822899931925811</c:v>
                </c:pt>
                <c:pt idx="6804">
                  <c:v>36.823245306888005</c:v>
                </c:pt>
                <c:pt idx="6805">
                  <c:v>36.823587136651994</c:v>
                </c:pt>
                <c:pt idx="6806">
                  <c:v>36.823925420311497</c:v>
                </c:pt>
                <c:pt idx="6807">
                  <c:v>36.824260156960193</c:v>
                </c:pt>
                <c:pt idx="6808">
                  <c:v>36.824591345691594</c:v>
                </c:pt>
                <c:pt idx="6809">
                  <c:v>36.824918985599709</c:v>
                </c:pt>
                <c:pt idx="6810">
                  <c:v>36.825243075777898</c:v>
                </c:pt>
                <c:pt idx="6811">
                  <c:v>36.8255636153201</c:v>
                </c:pt>
                <c:pt idx="6812">
                  <c:v>36.825880603319796</c:v>
                </c:pt>
                <c:pt idx="6813">
                  <c:v>36.82619403887081</c:v>
                </c:pt>
                <c:pt idx="6814">
                  <c:v>36.826503921066802</c:v>
                </c:pt>
                <c:pt idx="6815">
                  <c:v>36.826810249001404</c:v>
                </c:pt>
                <c:pt idx="6816">
                  <c:v>36.827113021768298</c:v>
                </c:pt>
                <c:pt idx="6817">
                  <c:v>36.827412238461307</c:v>
                </c:pt>
                <c:pt idx="6818">
                  <c:v>36.827707898173905</c:v>
                </c:pt>
                <c:pt idx="6819">
                  <c:v>36.828000000000003</c:v>
                </c:pt>
                <c:pt idx="6820">
                  <c:v>36.828288543033104</c:v>
                </c:pt>
                <c:pt idx="6821">
                  <c:v>36.828573526367002</c:v>
                </c:pt>
                <c:pt idx="6822">
                  <c:v>36.828854949095401</c:v>
                </c:pt>
                <c:pt idx="6823">
                  <c:v>36.829132810311812</c:v>
                </c:pt>
                <c:pt idx="6824">
                  <c:v>36.829407109110093</c:v>
                </c:pt>
                <c:pt idx="6825">
                  <c:v>36.829677844583905</c:v>
                </c:pt>
                <c:pt idx="6826">
                  <c:v>36.829945015826901</c:v>
                </c:pt>
                <c:pt idx="6827">
                  <c:v>36.830208621932798</c:v>
                </c:pt>
                <c:pt idx="6828">
                  <c:v>36.830468661995191</c:v>
                </c:pt>
                <c:pt idx="6829">
                  <c:v>36.830725135107905</c:v>
                </c:pt>
                <c:pt idx="6830">
                  <c:v>36.830978040364499</c:v>
                </c:pt>
                <c:pt idx="6831">
                  <c:v>36.831227376858799</c:v>
                </c:pt>
                <c:pt idx="6832">
                  <c:v>36.831473143684292</c:v>
                </c:pt>
                <c:pt idx="6833">
                  <c:v>36.83171533993491</c:v>
                </c:pt>
                <c:pt idx="6834">
                  <c:v>36.831953964704098</c:v>
                </c:pt>
                <c:pt idx="6835">
                  <c:v>36.832189017085703</c:v>
                </c:pt>
                <c:pt idx="6836">
                  <c:v>36.832420496173299</c:v>
                </c:pt>
                <c:pt idx="6837">
                  <c:v>36.832648401060695</c:v>
                </c:pt>
                <c:pt idx="6838">
                  <c:v>36.832872730841501</c:v>
                </c:pt>
                <c:pt idx="6839">
                  <c:v>36.833093484609392</c:v>
                </c:pt>
                <c:pt idx="6840">
                  <c:v>36.833310661458199</c:v>
                </c:pt>
                <c:pt idx="6841">
                  <c:v>36.833524260481397</c:v>
                </c:pt>
                <c:pt idx="6842">
                  <c:v>36.833734280772703</c:v>
                </c:pt>
                <c:pt idx="6843">
                  <c:v>36.833940721425904</c:v>
                </c:pt>
                <c:pt idx="6844">
                  <c:v>36.83414358153469</c:v>
                </c:pt>
                <c:pt idx="6845">
                  <c:v>36.834342860192692</c:v>
                </c:pt>
                <c:pt idx="6846">
                  <c:v>36.834538556493591</c:v>
                </c:pt>
                <c:pt idx="6847">
                  <c:v>36.834730669531098</c:v>
                </c:pt>
                <c:pt idx="6848">
                  <c:v>36.834919198398801</c:v>
                </c:pt>
                <c:pt idx="6849">
                  <c:v>36.835104142190602</c:v>
                </c:pt>
                <c:pt idx="6850">
                  <c:v>36.835285499999998</c:v>
                </c:pt>
                <c:pt idx="6851">
                  <c:v>36.835463270920698</c:v>
                </c:pt>
                <c:pt idx="6852">
                  <c:v>36.835637454046484</c:v>
                </c:pt>
                <c:pt idx="6853">
                  <c:v>36.835808048471009</c:v>
                </c:pt>
                <c:pt idx="6854">
                  <c:v>36.835975053287896</c:v>
                </c:pt>
                <c:pt idx="6855">
                  <c:v>36.836138467590899</c:v>
                </c:pt>
                <c:pt idx="6856">
                  <c:v>36.8362982904736</c:v>
                </c:pt>
                <c:pt idx="6857">
                  <c:v>36.8364545210298</c:v>
                </c:pt>
                <c:pt idx="6858">
                  <c:v>36.836607158353189</c:v>
                </c:pt>
                <c:pt idx="6859">
                  <c:v>36.836756201537398</c:v>
                </c:pt>
                <c:pt idx="6860">
                  <c:v>36.836901649676093</c:v>
                </c:pt>
                <c:pt idx="6861">
                  <c:v>36.837043501862986</c:v>
                </c:pt>
                <c:pt idx="6862">
                  <c:v>36.837181757191793</c:v>
                </c:pt>
                <c:pt idx="6863">
                  <c:v>36.837316414756096</c:v>
                </c:pt>
                <c:pt idx="6864">
                  <c:v>36.837447473649782</c:v>
                </c:pt>
                <c:pt idx="6865">
                  <c:v>36.837574932966298</c:v>
                </c:pt>
                <c:pt idx="6866">
                  <c:v>36.83769879179949</c:v>
                </c:pt>
                <c:pt idx="6867">
                  <c:v>36.837819049243087</c:v>
                </c:pt>
                <c:pt idx="6868">
                  <c:v>36.837935704390596</c:v>
                </c:pt>
                <c:pt idx="6869">
                  <c:v>36.838048756335802</c:v>
                </c:pt>
                <c:pt idx="6870">
                  <c:v>36.838158204172409</c:v>
                </c:pt>
                <c:pt idx="6871">
                  <c:v>36.838264046994098</c:v>
                </c:pt>
                <c:pt idx="6872">
                  <c:v>36.838366283894494</c:v>
                </c:pt>
                <c:pt idx="6873">
                  <c:v>36.838464913967293</c:v>
                </c:pt>
                <c:pt idx="6874">
                  <c:v>36.838559936306304</c:v>
                </c:pt>
                <c:pt idx="6875">
                  <c:v>36.838651350005001</c:v>
                </c:pt>
                <c:pt idx="6876">
                  <c:v>36.838739154157302</c:v>
                </c:pt>
                <c:pt idx="6877">
                  <c:v>36.838823347856703</c:v>
                </c:pt>
                <c:pt idx="6878">
                  <c:v>36.838903930197006</c:v>
                </c:pt>
                <c:pt idx="6879">
                  <c:v>36.838980900271906</c:v>
                </c:pt>
                <c:pt idx="6880">
                  <c:v>36.839054257175</c:v>
                </c:pt>
                <c:pt idx="6881">
                  <c:v>36.839124000000005</c:v>
                </c:pt>
                <c:pt idx="6882">
                  <c:v>36.839190127840595</c:v>
                </c:pt>
                <c:pt idx="6883">
                  <c:v>36.839252639790494</c:v>
                </c:pt>
                <c:pt idx="6884">
                  <c:v>36.839311534943398</c:v>
                </c:pt>
                <c:pt idx="6885">
                  <c:v>36.839366812392996</c:v>
                </c:pt>
                <c:pt idx="6886">
                  <c:v>36.839418471232889</c:v>
                </c:pt>
                <c:pt idx="6887">
                  <c:v>36.839466510556896</c:v>
                </c:pt>
                <c:pt idx="6888">
                  <c:v>36.839510929458605</c:v>
                </c:pt>
                <c:pt idx="6889">
                  <c:v>36.839551727031697</c:v>
                </c:pt>
                <c:pt idx="6890">
                  <c:v>36.839588902369805</c:v>
                </c:pt>
                <c:pt idx="6891">
                  <c:v>36.839622454566793</c:v>
                </c:pt>
                <c:pt idx="6892">
                  <c:v>36.839652382716295</c:v>
                </c:pt>
                <c:pt idx="6893">
                  <c:v>36.839678685911899</c:v>
                </c:pt>
                <c:pt idx="6894">
                  <c:v>36.839701363247286</c:v>
                </c:pt>
                <c:pt idx="6895">
                  <c:v>36.839720413816288</c:v>
                </c:pt>
                <c:pt idx="6896">
                  <c:v>36.8397358367124</c:v>
                </c:pt>
                <c:pt idx="6897">
                  <c:v>36.839747631029496</c:v>
                </c:pt>
                <c:pt idx="6898">
                  <c:v>36.839755795861201</c:v>
                </c:pt>
                <c:pt idx="6899">
                  <c:v>36.839760330301104</c:v>
                </c:pt>
                <c:pt idx="6900">
                  <c:v>36.839761233442992</c:v>
                </c:pt>
                <c:pt idx="6901">
                  <c:v>36.839758504380498</c:v>
                </c:pt>
                <c:pt idx="6902">
                  <c:v>36.839752142207402</c:v>
                </c:pt>
                <c:pt idx="6903">
                  <c:v>36.839742146017301</c:v>
                </c:pt>
                <c:pt idx="6904">
                  <c:v>36.839728514903804</c:v>
                </c:pt>
                <c:pt idx="6905">
                  <c:v>36.839711247960807</c:v>
                </c:pt>
                <c:pt idx="6906">
                  <c:v>36.839690344281806</c:v>
                </c:pt>
                <c:pt idx="6907">
                  <c:v>36.839665802960596</c:v>
                </c:pt>
                <c:pt idx="6908">
                  <c:v>36.839637623090894</c:v>
                </c:pt>
                <c:pt idx="6909">
                  <c:v>36.83960580376619</c:v>
                </c:pt>
                <c:pt idx="6910">
                  <c:v>36.839570344080407</c:v>
                </c:pt>
                <c:pt idx="6911">
                  <c:v>36.839531243127105</c:v>
                </c:pt>
                <c:pt idx="6912">
                  <c:v>36.839488499999995</c:v>
                </c:pt>
                <c:pt idx="6913">
                  <c:v>36.839442113792792</c:v>
                </c:pt>
                <c:pt idx="6914">
                  <c:v>36.839392083599101</c:v>
                </c:pt>
                <c:pt idx="6915">
                  <c:v>36.839338408512596</c:v>
                </c:pt>
                <c:pt idx="6916">
                  <c:v>36.839281087627086</c:v>
                </c:pt>
                <c:pt idx="6917">
                  <c:v>36.839220120036295</c:v>
                </c:pt>
                <c:pt idx="6918">
                  <c:v>36.839155504833698</c:v>
                </c:pt>
                <c:pt idx="6919">
                  <c:v>36.839087241113091</c:v>
                </c:pt>
                <c:pt idx="6920">
                  <c:v>36.839015327968205</c:v>
                </c:pt>
                <c:pt idx="6921">
                  <c:v>36.838939764492594</c:v>
                </c:pt>
                <c:pt idx="6922">
                  <c:v>36.838860549780094</c:v>
                </c:pt>
                <c:pt idx="6923">
                  <c:v>36.838777682924402</c:v>
                </c:pt>
                <c:pt idx="6924">
                  <c:v>36.838691163018993</c:v>
                </c:pt>
                <c:pt idx="6925">
                  <c:v>36.838600989157804</c:v>
                </c:pt>
                <c:pt idx="6926">
                  <c:v>36.838507160434396</c:v>
                </c:pt>
                <c:pt idx="6927">
                  <c:v>36.838409675942387</c:v>
                </c:pt>
                <c:pt idx="6928">
                  <c:v>36.838308534775607</c:v>
                </c:pt>
                <c:pt idx="6929">
                  <c:v>36.838203736027708</c:v>
                </c:pt>
                <c:pt idx="6930">
                  <c:v>36.838095278792295</c:v>
                </c:pt>
                <c:pt idx="6931">
                  <c:v>36.837983162163091</c:v>
                </c:pt>
                <c:pt idx="6932">
                  <c:v>36.837867385233785</c:v>
                </c:pt>
                <c:pt idx="6933">
                  <c:v>36.837747947098094</c:v>
                </c:pt>
                <c:pt idx="6934">
                  <c:v>36.8376248468497</c:v>
                </c:pt>
                <c:pt idx="6935">
                  <c:v>36.83749808358229</c:v>
                </c:pt>
                <c:pt idx="6936">
                  <c:v>36.837367656389489</c:v>
                </c:pt>
                <c:pt idx="6937">
                  <c:v>36.837233564365093</c:v>
                </c:pt>
                <c:pt idx="6938">
                  <c:v>36.83709580660269</c:v>
                </c:pt>
                <c:pt idx="6939">
                  <c:v>36.836954382196005</c:v>
                </c:pt>
                <c:pt idx="6940">
                  <c:v>36.836809290238691</c:v>
                </c:pt>
                <c:pt idx="6941">
                  <c:v>36.836660529824393</c:v>
                </c:pt>
                <c:pt idx="6942">
                  <c:v>36.836508100046998</c:v>
                </c:pt>
                <c:pt idx="6943">
                  <c:v>36.836352000000005</c:v>
                </c:pt>
                <c:pt idx="6944">
                  <c:v>36.836192228777207</c:v>
                </c:pt>
                <c:pt idx="6945">
                  <c:v>36.836028785472095</c:v>
                </c:pt>
                <c:pt idx="6946">
                  <c:v>36.835861669178591</c:v>
                </c:pt>
                <c:pt idx="6947">
                  <c:v>36.835690878990299</c:v>
                </c:pt>
                <c:pt idx="6948">
                  <c:v>36.835516414000907</c:v>
                </c:pt>
                <c:pt idx="6949">
                  <c:v>36.835338273304004</c:v>
                </c:pt>
                <c:pt idx="6950">
                  <c:v>36.835156455993392</c:v>
                </c:pt>
                <c:pt idx="6951">
                  <c:v>36.834970961162796</c:v>
                </c:pt>
                <c:pt idx="6952">
                  <c:v>36.83478178790569</c:v>
                </c:pt>
                <c:pt idx="6953">
                  <c:v>36.834588935315999</c:v>
                </c:pt>
                <c:pt idx="6954">
                  <c:v>36.834392402487296</c:v>
                </c:pt>
                <c:pt idx="6955">
                  <c:v>36.834192188513299</c:v>
                </c:pt>
                <c:pt idx="6956">
                  <c:v>36.833988292487703</c:v>
                </c:pt>
                <c:pt idx="6957">
                  <c:v>36.833780713504098</c:v>
                </c:pt>
                <c:pt idx="6958">
                  <c:v>36.833569450656185</c:v>
                </c:pt>
                <c:pt idx="6959">
                  <c:v>36.833354503037796</c:v>
                </c:pt>
                <c:pt idx="6960">
                  <c:v>36.833135869742492</c:v>
                </c:pt>
                <c:pt idx="6961">
                  <c:v>36.832913549864102</c:v>
                </c:pt>
                <c:pt idx="6962">
                  <c:v>36.832687542496089</c:v>
                </c:pt>
                <c:pt idx="6963">
                  <c:v>36.832457846732197</c:v>
                </c:pt>
                <c:pt idx="6964">
                  <c:v>36.832224461666279</c:v>
                </c:pt>
                <c:pt idx="6965">
                  <c:v>36.831987386391894</c:v>
                </c:pt>
                <c:pt idx="6966">
                  <c:v>36.83174662000269</c:v>
                </c:pt>
                <c:pt idx="6967">
                  <c:v>36.83150216159239</c:v>
                </c:pt>
                <c:pt idx="6968">
                  <c:v>36.831254010254796</c:v>
                </c:pt>
                <c:pt idx="6969">
                  <c:v>36.83100216508339</c:v>
                </c:pt>
                <c:pt idx="6970">
                  <c:v>36.830746625172004</c:v>
                </c:pt>
                <c:pt idx="6971">
                  <c:v>36.830487389614284</c:v>
                </c:pt>
                <c:pt idx="6972">
                  <c:v>36.830224457503888</c:v>
                </c:pt>
                <c:pt idx="6973">
                  <c:v>36.829957827934599</c:v>
                </c:pt>
                <c:pt idx="6974">
                  <c:v>36.829687499999991</c:v>
                </c:pt>
                <c:pt idx="6975">
                  <c:v>36.829413472793796</c:v>
                </c:pt>
                <c:pt idx="6976">
                  <c:v>36.829135745409715</c:v>
                </c:pt>
                <c:pt idx="6977">
                  <c:v>36.828854316941403</c:v>
                </c:pt>
                <c:pt idx="6978">
                  <c:v>36.828569186482497</c:v>
                </c:pt>
                <c:pt idx="6979">
                  <c:v>36.8282803531268</c:v>
                </c:pt>
                <c:pt idx="6980">
                  <c:v>36.827987815967894</c:v>
                </c:pt>
                <c:pt idx="6981">
                  <c:v>36.827691574099589</c:v>
                </c:pt>
                <c:pt idx="6982">
                  <c:v>36.827391626615395</c:v>
                </c:pt>
                <c:pt idx="6983">
                  <c:v>36.827087972609192</c:v>
                </c:pt>
                <c:pt idx="6984">
                  <c:v>36.826780611174499</c:v>
                </c:pt>
                <c:pt idx="6985">
                  <c:v>36.826469541405096</c:v>
                </c:pt>
                <c:pt idx="6986">
                  <c:v>36.826154762394701</c:v>
                </c:pt>
                <c:pt idx="6987">
                  <c:v>36.825836273236895</c:v>
                </c:pt>
                <c:pt idx="6988">
                  <c:v>36.825514073025403</c:v>
                </c:pt>
                <c:pt idx="6989">
                  <c:v>36.825188160854005</c:v>
                </c:pt>
                <c:pt idx="6990">
                  <c:v>36.82485853581619</c:v>
                </c:pt>
                <c:pt idx="6991">
                  <c:v>36.824525197005805</c:v>
                </c:pt>
                <c:pt idx="6992">
                  <c:v>36.824188143516494</c:v>
                </c:pt>
                <c:pt idx="6993">
                  <c:v>36.823847374441989</c:v>
                </c:pt>
                <c:pt idx="6994">
                  <c:v>36.823502888875815</c:v>
                </c:pt>
                <c:pt idx="6995">
                  <c:v>36.823154685911803</c:v>
                </c:pt>
                <c:pt idx="6996">
                  <c:v>36.82280276464369</c:v>
                </c:pt>
                <c:pt idx="6997">
                  <c:v>36.822447124165002</c:v>
                </c:pt>
                <c:pt idx="6998">
                  <c:v>36.822087763569492</c:v>
                </c:pt>
                <c:pt idx="6999">
                  <c:v>36.821724681950897</c:v>
                </c:pt>
                <c:pt idx="7000">
                  <c:v>36.8213578784029</c:v>
                </c:pt>
                <c:pt idx="7001">
                  <c:v>36.820987352019095</c:v>
                </c:pt>
                <c:pt idx="7002">
                  <c:v>36.820613101893194</c:v>
                </c:pt>
                <c:pt idx="7003">
                  <c:v>36.820235127118906</c:v>
                </c:pt>
                <c:pt idx="7004">
                  <c:v>36.819853426789997</c:v>
                </c:pt>
                <c:pt idx="7005">
                  <c:v>36.819467999999993</c:v>
                </c:pt>
                <c:pt idx="7006">
                  <c:v>36.819078845842689</c:v>
                </c:pt>
                <c:pt idx="7007">
                  <c:v>36.818685963411795</c:v>
                </c:pt>
                <c:pt idx="7008">
                  <c:v>36.818289351800892</c:v>
                </c:pt>
                <c:pt idx="7009">
                  <c:v>36.817889010103684</c:v>
                </c:pt>
                <c:pt idx="7010">
                  <c:v>36.817484937413987</c:v>
                </c:pt>
                <c:pt idx="7011">
                  <c:v>36.817077132825396</c:v>
                </c:pt>
                <c:pt idx="7012">
                  <c:v>36.816665595431488</c:v>
                </c:pt>
                <c:pt idx="7013">
                  <c:v>36.816250324326099</c:v>
                </c:pt>
                <c:pt idx="7014">
                  <c:v>36.815831318602896</c:v>
                </c:pt>
                <c:pt idx="7015">
                  <c:v>36.815408577355591</c:v>
                </c:pt>
                <c:pt idx="7016">
                  <c:v>36.814982099677692</c:v>
                </c:pt>
                <c:pt idx="7017">
                  <c:v>36.814551884663189</c:v>
                </c:pt>
                <c:pt idx="7018">
                  <c:v>36.814117931405498</c:v>
                </c:pt>
                <c:pt idx="7019">
                  <c:v>36.813680238998295</c:v>
                </c:pt>
                <c:pt idx="7020">
                  <c:v>36.813238806535502</c:v>
                </c:pt>
                <c:pt idx="7021">
                  <c:v>36.812793633110701</c:v>
                </c:pt>
                <c:pt idx="7022">
                  <c:v>36.812344717817389</c:v>
                </c:pt>
                <c:pt idx="7023">
                  <c:v>36.811892059749582</c:v>
                </c:pt>
                <c:pt idx="7024">
                  <c:v>36.81143565800069</c:v>
                </c:pt>
                <c:pt idx="7025">
                  <c:v>36.810975511664587</c:v>
                </c:pt>
                <c:pt idx="7026">
                  <c:v>36.810511619834799</c:v>
                </c:pt>
                <c:pt idx="7027">
                  <c:v>36.81004398160519</c:v>
                </c:pt>
                <c:pt idx="7028">
                  <c:v>36.809572596069302</c:v>
                </c:pt>
                <c:pt idx="7029">
                  <c:v>36.809097462320793</c:v>
                </c:pt>
                <c:pt idx="7030">
                  <c:v>36.808618579453494</c:v>
                </c:pt>
                <c:pt idx="7031">
                  <c:v>36.808135946561016</c:v>
                </c:pt>
                <c:pt idx="7032">
                  <c:v>36.807649562737083</c:v>
                </c:pt>
                <c:pt idx="7033">
                  <c:v>36.807159427075298</c:v>
                </c:pt>
                <c:pt idx="7034">
                  <c:v>36.806665538669392</c:v>
                </c:pt>
                <c:pt idx="7035">
                  <c:v>36.80616789661309</c:v>
                </c:pt>
                <c:pt idx="7036">
                  <c:v>36.805666499999994</c:v>
                </c:pt>
                <c:pt idx="7037">
                  <c:v>36.805161347923907</c:v>
                </c:pt>
                <c:pt idx="7038">
                  <c:v>36.804652439478396</c:v>
                </c:pt>
                <c:pt idx="7039">
                  <c:v>36.804139773757193</c:v>
                </c:pt>
                <c:pt idx="7040">
                  <c:v>36.803623349854</c:v>
                </c:pt>
                <c:pt idx="7041">
                  <c:v>36.803103166862492</c:v>
                </c:pt>
                <c:pt idx="7042">
                  <c:v>36.8025792238763</c:v>
                </c:pt>
                <c:pt idx="7043">
                  <c:v>36.802051519989298</c:v>
                </c:pt>
                <c:pt idx="7044">
                  <c:v>36.80152005429489</c:v>
                </c:pt>
                <c:pt idx="7045">
                  <c:v>36.800984825886992</c:v>
                </c:pt>
                <c:pt idx="7046">
                  <c:v>36.8004458338592</c:v>
                </c:pt>
                <c:pt idx="7047">
                  <c:v>36.799903077305203</c:v>
                </c:pt>
                <c:pt idx="7048">
                  <c:v>36.799356555318703</c:v>
                </c:pt>
                <c:pt idx="7049">
                  <c:v>36.798806266993402</c:v>
                </c:pt>
                <c:pt idx="7050">
                  <c:v>36.798252211422913</c:v>
                </c:pt>
                <c:pt idx="7051">
                  <c:v>36.797694387701</c:v>
                </c:pt>
                <c:pt idx="7052">
                  <c:v>36.797132794921318</c:v>
                </c:pt>
                <c:pt idx="7053">
                  <c:v>36.796567432177504</c:v>
                </c:pt>
                <c:pt idx="7054">
                  <c:v>36.795998298563312</c:v>
                </c:pt>
                <c:pt idx="7055">
                  <c:v>36.795425393172408</c:v>
                </c:pt>
                <c:pt idx="7056">
                  <c:v>36.794848715098496</c:v>
                </c:pt>
                <c:pt idx="7057">
                  <c:v>36.794268263435299</c:v>
                </c:pt>
                <c:pt idx="7058">
                  <c:v>36.793684037276392</c:v>
                </c:pt>
                <c:pt idx="7059">
                  <c:v>36.7930960357155</c:v>
                </c:pt>
                <c:pt idx="7060">
                  <c:v>36.792504257846304</c:v>
                </c:pt>
                <c:pt idx="7061">
                  <c:v>36.791908702762598</c:v>
                </c:pt>
                <c:pt idx="7062">
                  <c:v>36.791309369557908</c:v>
                </c:pt>
                <c:pt idx="7063">
                  <c:v>36.790706257326001</c:v>
                </c:pt>
                <c:pt idx="7064">
                  <c:v>36.7900993651606</c:v>
                </c:pt>
                <c:pt idx="7065">
                  <c:v>36.789488692155302</c:v>
                </c:pt>
                <c:pt idx="7066">
                  <c:v>36.788874237403903</c:v>
                </c:pt>
                <c:pt idx="7067">
                  <c:v>36.788256000000011</c:v>
                </c:pt>
                <c:pt idx="7068">
                  <c:v>36.787633979037295</c:v>
                </c:pt>
                <c:pt idx="7069">
                  <c:v>36.787008173609493</c:v>
                </c:pt>
                <c:pt idx="7070">
                  <c:v>36.786378582810201</c:v>
                </c:pt>
                <c:pt idx="7071">
                  <c:v>36.785745205733299</c:v>
                </c:pt>
                <c:pt idx="7072">
                  <c:v>36.785108041472306</c:v>
                </c:pt>
                <c:pt idx="7073">
                  <c:v>36.784467089120895</c:v>
                </c:pt>
                <c:pt idx="7074">
                  <c:v>36.783822347772805</c:v>
                </c:pt>
                <c:pt idx="7075">
                  <c:v>36.783173816521817</c:v>
                </c:pt>
                <c:pt idx="7076">
                  <c:v>36.782521494461399</c:v>
                </c:pt>
                <c:pt idx="7077">
                  <c:v>36.781865380685396</c:v>
                </c:pt>
                <c:pt idx="7078">
                  <c:v>36.781205474287489</c:v>
                </c:pt>
                <c:pt idx="7079">
                  <c:v>36.780541774361396</c:v>
                </c:pt>
                <c:pt idx="7080">
                  <c:v>36.779874280000698</c:v>
                </c:pt>
                <c:pt idx="7081">
                  <c:v>36.779202990299105</c:v>
                </c:pt>
                <c:pt idx="7082">
                  <c:v>36.778527904350305</c:v>
                </c:pt>
                <c:pt idx="7083">
                  <c:v>36.777849021247988</c:v>
                </c:pt>
                <c:pt idx="7084">
                  <c:v>36.777166340085913</c:v>
                </c:pt>
                <c:pt idx="7085">
                  <c:v>36.776479859957703</c:v>
                </c:pt>
                <c:pt idx="7086">
                  <c:v>36.775789579956999</c:v>
                </c:pt>
                <c:pt idx="7087">
                  <c:v>36.775095499177603</c:v>
                </c:pt>
                <c:pt idx="7088">
                  <c:v>36.774397616713095</c:v>
                </c:pt>
                <c:pt idx="7089">
                  <c:v>36.773695931657201</c:v>
                </c:pt>
                <c:pt idx="7090">
                  <c:v>36.772990443103602</c:v>
                </c:pt>
                <c:pt idx="7091">
                  <c:v>36.772281150145993</c:v>
                </c:pt>
                <c:pt idx="7092">
                  <c:v>36.771568051878099</c:v>
                </c:pt>
                <c:pt idx="7093">
                  <c:v>36.770851147393493</c:v>
                </c:pt>
                <c:pt idx="7094">
                  <c:v>36.770130435786001</c:v>
                </c:pt>
                <c:pt idx="7095">
                  <c:v>36.769405916149218</c:v>
                </c:pt>
                <c:pt idx="7096">
                  <c:v>36.768677587576803</c:v>
                </c:pt>
                <c:pt idx="7097">
                  <c:v>36.767945449162497</c:v>
                </c:pt>
                <c:pt idx="7098">
                  <c:v>36.7672095</c:v>
                </c:pt>
                <c:pt idx="7099">
                  <c:v>36.766469739183002</c:v>
                </c:pt>
                <c:pt idx="7100">
                  <c:v>36.765726165805106</c:v>
                </c:pt>
                <c:pt idx="7101">
                  <c:v>36.764978778960106</c:v>
                </c:pt>
                <c:pt idx="7102">
                  <c:v>36.764227577741586</c:v>
                </c:pt>
                <c:pt idx="7103">
                  <c:v>36.76347256124329</c:v>
                </c:pt>
                <c:pt idx="7104">
                  <c:v>36.762713728559021</c:v>
                </c:pt>
                <c:pt idx="7105">
                  <c:v>36.761951078782197</c:v>
                </c:pt>
                <c:pt idx="7106">
                  <c:v>36.761184611006691</c:v>
                </c:pt>
                <c:pt idx="7107">
                  <c:v>36.760414324326106</c:v>
                </c:pt>
                <c:pt idx="7108">
                  <c:v>36.759640217834196</c:v>
                </c:pt>
                <c:pt idx="7109">
                  <c:v>36.758862290624698</c:v>
                </c:pt>
                <c:pt idx="7110">
                  <c:v>36.758080541791095</c:v>
                </c:pt>
                <c:pt idx="7111">
                  <c:v>36.757294970427296</c:v>
                </c:pt>
                <c:pt idx="7112">
                  <c:v>36.756505575626896</c:v>
                </c:pt>
                <c:pt idx="7113">
                  <c:v>36.755712356483507</c:v>
                </c:pt>
                <c:pt idx="7114">
                  <c:v>36.754915312090908</c:v>
                </c:pt>
                <c:pt idx="7115">
                  <c:v>36.75411444154269</c:v>
                </c:pt>
                <c:pt idx="7116">
                  <c:v>36.753309743932697</c:v>
                </c:pt>
                <c:pt idx="7117">
                  <c:v>36.752501218354503</c:v>
                </c:pt>
                <c:pt idx="7118">
                  <c:v>36.751688863901798</c:v>
                </c:pt>
                <c:pt idx="7119">
                  <c:v>36.75087267966839</c:v>
                </c:pt>
                <c:pt idx="7120">
                  <c:v>36.750052664747692</c:v>
                </c:pt>
                <c:pt idx="7121">
                  <c:v>36.749228818233703</c:v>
                </c:pt>
                <c:pt idx="7122">
                  <c:v>36.748401139219901</c:v>
                </c:pt>
                <c:pt idx="7123">
                  <c:v>36.747569626800001</c:v>
                </c:pt>
                <c:pt idx="7124">
                  <c:v>36.746734280067805</c:v>
                </c:pt>
                <c:pt idx="7125">
                  <c:v>36.745895098116904</c:v>
                </c:pt>
                <c:pt idx="7126">
                  <c:v>36.745052080040907</c:v>
                </c:pt>
                <c:pt idx="7127">
                  <c:v>36.744205224933708</c:v>
                </c:pt>
                <c:pt idx="7128">
                  <c:v>36.743354531888805</c:v>
                </c:pt>
                <c:pt idx="7129">
                  <c:v>36.742500000000007</c:v>
                </c:pt>
                <c:pt idx="7130">
                  <c:v>36.741641628360895</c:v>
                </c:pt>
                <c:pt idx="7131">
                  <c:v>36.740779416065301</c:v>
                </c:pt>
                <c:pt idx="7132">
                  <c:v>36.739913362206707</c:v>
                </c:pt>
                <c:pt idx="7133">
                  <c:v>36.739043465879</c:v>
                </c:pt>
                <c:pt idx="7134">
                  <c:v>36.738169726175713</c:v>
                </c:pt>
                <c:pt idx="7135">
                  <c:v>36.737292142190604</c:v>
                </c:pt>
                <c:pt idx="7136">
                  <c:v>36.736410713017399</c:v>
                </c:pt>
                <c:pt idx="7137">
                  <c:v>36.735525437749708</c:v>
                </c:pt>
                <c:pt idx="7138">
                  <c:v>36.734636315481204</c:v>
                </c:pt>
                <c:pt idx="7139">
                  <c:v>36.733743345305605</c:v>
                </c:pt>
                <c:pt idx="7140">
                  <c:v>36.732846526316692</c:v>
                </c:pt>
                <c:pt idx="7141">
                  <c:v>36.731945857607997</c:v>
                </c:pt>
                <c:pt idx="7142">
                  <c:v>36.7310413382733</c:v>
                </c:pt>
                <c:pt idx="7143">
                  <c:v>36.730132967406306</c:v>
                </c:pt>
                <c:pt idx="7144">
                  <c:v>36.729220744100608</c:v>
                </c:pt>
                <c:pt idx="7145">
                  <c:v>36.728304667449905</c:v>
                </c:pt>
                <c:pt idx="7146">
                  <c:v>36.727384736548004</c:v>
                </c:pt>
                <c:pt idx="7147">
                  <c:v>36.726460950488402</c:v>
                </c:pt>
                <c:pt idx="7148">
                  <c:v>36.725533308364916</c:v>
                </c:pt>
                <c:pt idx="7149">
                  <c:v>36.724601809271299</c:v>
                </c:pt>
                <c:pt idx="7150">
                  <c:v>36.723666452300996</c:v>
                </c:pt>
                <c:pt idx="7151">
                  <c:v>36.72272723654801</c:v>
                </c:pt>
                <c:pt idx="7152">
                  <c:v>36.721784161105703</c:v>
                </c:pt>
                <c:pt idx="7153">
                  <c:v>36.720837225068003</c:v>
                </c:pt>
                <c:pt idx="7154">
                  <c:v>36.719886427528394</c:v>
                </c:pt>
                <c:pt idx="7155">
                  <c:v>36.718931767580806</c:v>
                </c:pt>
                <c:pt idx="7156">
                  <c:v>36.717973244318806</c:v>
                </c:pt>
                <c:pt idx="7157">
                  <c:v>36.717010856836005</c:v>
                </c:pt>
                <c:pt idx="7158">
                  <c:v>36.716044604226092</c:v>
                </c:pt>
                <c:pt idx="7159">
                  <c:v>36.715074485582896</c:v>
                </c:pt>
                <c:pt idx="7160">
                  <c:v>36.714100500000001</c:v>
                </c:pt>
                <c:pt idx="7161">
                  <c:v>36.713122646571115</c:v>
                </c:pt>
                <c:pt idx="7162">
                  <c:v>36.712140924389914</c:v>
                </c:pt>
                <c:pt idx="7163">
                  <c:v>36.711155332550113</c:v>
                </c:pt>
                <c:pt idx="7164">
                  <c:v>36.710165870145403</c:v>
                </c:pt>
                <c:pt idx="7165">
                  <c:v>36.709172536269307</c:v>
                </c:pt>
                <c:pt idx="7166">
                  <c:v>36.70817533001582</c:v>
                </c:pt>
                <c:pt idx="7167">
                  <c:v>36.707174250478303</c:v>
                </c:pt>
                <c:pt idx="7168">
                  <c:v>36.706169296750708</c:v>
                </c:pt>
                <c:pt idx="7169">
                  <c:v>36.705160467926497</c:v>
                </c:pt>
                <c:pt idx="7170">
                  <c:v>36.704147763099591</c:v>
                </c:pt>
                <c:pt idx="7171">
                  <c:v>36.703131181363496</c:v>
                </c:pt>
                <c:pt idx="7172">
                  <c:v>36.702110721811913</c:v>
                </c:pt>
                <c:pt idx="7173">
                  <c:v>36.701086383538701</c:v>
                </c:pt>
                <c:pt idx="7174">
                  <c:v>36.700058165637294</c:v>
                </c:pt>
                <c:pt idx="7175">
                  <c:v>36.699026067201494</c:v>
                </c:pt>
                <c:pt idx="7176">
                  <c:v>36.697990087325003</c:v>
                </c:pt>
                <c:pt idx="7177">
                  <c:v>36.69695022510151</c:v>
                </c:pt>
                <c:pt idx="7178">
                  <c:v>36.695906479624703</c:v>
                </c:pt>
                <c:pt idx="7179">
                  <c:v>36.694858849988307</c:v>
                </c:pt>
                <c:pt idx="7180">
                  <c:v>36.693807335285804</c:v>
                </c:pt>
                <c:pt idx="7181">
                  <c:v>36.69275193461111</c:v>
                </c:pt>
                <c:pt idx="7182">
                  <c:v>36.691692647057806</c:v>
                </c:pt>
                <c:pt idx="7183">
                  <c:v>36.690629471719589</c:v>
                </c:pt>
                <c:pt idx="7184">
                  <c:v>36.68956240769019</c:v>
                </c:pt>
                <c:pt idx="7185">
                  <c:v>36.688491454063289</c:v>
                </c:pt>
                <c:pt idx="7186">
                  <c:v>36.687416609932491</c:v>
                </c:pt>
                <c:pt idx="7187">
                  <c:v>36.686337874391597</c:v>
                </c:pt>
                <c:pt idx="7188">
                  <c:v>36.685255246534211</c:v>
                </c:pt>
                <c:pt idx="7189">
                  <c:v>36.684168725454001</c:v>
                </c:pt>
                <c:pt idx="7190">
                  <c:v>36.683078310244703</c:v>
                </c:pt>
                <c:pt idx="7191">
                  <c:v>36.681983999999993</c:v>
                </c:pt>
                <c:pt idx="7192">
                  <c:v>36.680885793813587</c:v>
                </c:pt>
                <c:pt idx="7193">
                  <c:v>36.679783690779104</c:v>
                </c:pt>
                <c:pt idx="7194">
                  <c:v>36.678677689990295</c:v>
                </c:pt>
                <c:pt idx="7195">
                  <c:v>36.677567790540799</c:v>
                </c:pt>
                <c:pt idx="7196">
                  <c:v>36.676453991524305</c:v>
                </c:pt>
                <c:pt idx="7197">
                  <c:v>36.675336292034508</c:v>
                </c:pt>
                <c:pt idx="7198">
                  <c:v>36.674214691165098</c:v>
                </c:pt>
                <c:pt idx="7199">
                  <c:v>36.673089188009804</c:v>
                </c:pt>
                <c:pt idx="7200">
                  <c:v>36.671959781662189</c:v>
                </c:pt>
                <c:pt idx="7201">
                  <c:v>36.670826471216081</c:v>
                </c:pt>
                <c:pt idx="7202">
                  <c:v>36.669689255765192</c:v>
                </c:pt>
                <c:pt idx="7203">
                  <c:v>36.668548134403011</c:v>
                </c:pt>
                <c:pt idx="7204">
                  <c:v>36.667403106223396</c:v>
                </c:pt>
                <c:pt idx="7205">
                  <c:v>36.666254170319903</c:v>
                </c:pt>
                <c:pt idx="7206">
                  <c:v>36.665101325786303</c:v>
                </c:pt>
                <c:pt idx="7207">
                  <c:v>36.663944571716286</c:v>
                </c:pt>
                <c:pt idx="7208">
                  <c:v>36.662783907203497</c:v>
                </c:pt>
                <c:pt idx="7209">
                  <c:v>36.661619331341697</c:v>
                </c:pt>
                <c:pt idx="7210">
                  <c:v>36.660450843224503</c:v>
                </c:pt>
                <c:pt idx="7211">
                  <c:v>36.659278441945595</c:v>
                </c:pt>
                <c:pt idx="7212">
                  <c:v>36.658102126598607</c:v>
                </c:pt>
                <c:pt idx="7213">
                  <c:v>36.656921896277396</c:v>
                </c:pt>
                <c:pt idx="7214">
                  <c:v>36.655737750075502</c:v>
                </c:pt>
                <c:pt idx="7215">
                  <c:v>36.654549687086693</c:v>
                </c:pt>
                <c:pt idx="7216">
                  <c:v>36.653357706404599</c:v>
                </c:pt>
                <c:pt idx="7217">
                  <c:v>36.652161807123001</c:v>
                </c:pt>
                <c:pt idx="7218">
                  <c:v>36.650961988335396</c:v>
                </c:pt>
                <c:pt idx="7219">
                  <c:v>36.649758249135608</c:v>
                </c:pt>
                <c:pt idx="7220">
                  <c:v>36.648550588617397</c:v>
                </c:pt>
                <c:pt idx="7221">
                  <c:v>36.647339005874301</c:v>
                </c:pt>
                <c:pt idx="7222">
                  <c:v>36.646123500000002</c:v>
                </c:pt>
                <c:pt idx="7223">
                  <c:v>36.644904070088295</c:v>
                </c:pt>
                <c:pt idx="7224">
                  <c:v>36.64368071523279</c:v>
                </c:pt>
                <c:pt idx="7225">
                  <c:v>36.642453434527205</c:v>
                </c:pt>
                <c:pt idx="7226">
                  <c:v>36.641222227065199</c:v>
                </c:pt>
                <c:pt idx="7227">
                  <c:v>36.63998709194049</c:v>
                </c:pt>
                <c:pt idx="7228">
                  <c:v>36.638748028246802</c:v>
                </c:pt>
                <c:pt idx="7229">
                  <c:v>36.637505035077709</c:v>
                </c:pt>
                <c:pt idx="7230">
                  <c:v>36.636258111527006</c:v>
                </c:pt>
                <c:pt idx="7231">
                  <c:v>36.635007256688297</c:v>
                </c:pt>
                <c:pt idx="7232">
                  <c:v>36.633752469655299</c:v>
                </c:pt>
                <c:pt idx="7233">
                  <c:v>36.632493749521714</c:v>
                </c:pt>
                <c:pt idx="7234">
                  <c:v>36.631231095381096</c:v>
                </c:pt>
                <c:pt idx="7235">
                  <c:v>36.629964506327397</c:v>
                </c:pt>
                <c:pt idx="7236">
                  <c:v>36.628693981454106</c:v>
                </c:pt>
                <c:pt idx="7237">
                  <c:v>36.627419519855003</c:v>
                </c:pt>
                <c:pt idx="7238">
                  <c:v>36.626141120623707</c:v>
                </c:pt>
                <c:pt idx="7239">
                  <c:v>36.624858782853906</c:v>
                </c:pt>
                <c:pt idx="7240">
                  <c:v>36.623572505639302</c:v>
                </c:pt>
                <c:pt idx="7241">
                  <c:v>36.622282288073606</c:v>
                </c:pt>
                <c:pt idx="7242">
                  <c:v>36.620988129250399</c:v>
                </c:pt>
                <c:pt idx="7243">
                  <c:v>36.619690028263591</c:v>
                </c:pt>
                <c:pt idx="7244">
                  <c:v>36.618387984206592</c:v>
                </c:pt>
                <c:pt idx="7245">
                  <c:v>36.617081996173297</c:v>
                </c:pt>
                <c:pt idx="7246">
                  <c:v>36.615772063257396</c:v>
                </c:pt>
                <c:pt idx="7247">
                  <c:v>36.614458184552397</c:v>
                </c:pt>
                <c:pt idx="7248">
                  <c:v>36.613140359152098</c:v>
                </c:pt>
                <c:pt idx="7249">
                  <c:v>36.6118185861502</c:v>
                </c:pt>
                <c:pt idx="7250">
                  <c:v>36.610492864640293</c:v>
                </c:pt>
                <c:pt idx="7251">
                  <c:v>36.609163193716192</c:v>
                </c:pt>
                <c:pt idx="7252">
                  <c:v>36.607829572471495</c:v>
                </c:pt>
                <c:pt idx="7253">
                  <c:v>36.606492000000003</c:v>
                </c:pt>
                <c:pt idx="7254">
                  <c:v>36.605150475395298</c:v>
                </c:pt>
                <c:pt idx="7255">
                  <c:v>36.603804997750998</c:v>
                </c:pt>
                <c:pt idx="7256">
                  <c:v>36.602455566160906</c:v>
                </c:pt>
                <c:pt idx="7257">
                  <c:v>36.601102179718701</c:v>
                </c:pt>
                <c:pt idx="7258">
                  <c:v>36.599744837518003</c:v>
                </c:pt>
                <c:pt idx="7259">
                  <c:v>36.598383538652598</c:v>
                </c:pt>
                <c:pt idx="7260">
                  <c:v>36.597018282216098</c:v>
                </c:pt>
                <c:pt idx="7261">
                  <c:v>36.59564906730219</c:v>
                </c:pt>
                <c:pt idx="7262">
                  <c:v>36.5942758930046</c:v>
                </c:pt>
                <c:pt idx="7263">
                  <c:v>36.592898758417</c:v>
                </c:pt>
                <c:pt idx="7264">
                  <c:v>36.591517662632995</c:v>
                </c:pt>
                <c:pt idx="7265">
                  <c:v>36.590132604746401</c:v>
                </c:pt>
                <c:pt idx="7266">
                  <c:v>36.5887435838508</c:v>
                </c:pt>
                <c:pt idx="7267">
                  <c:v>36.587350599039993</c:v>
                </c:pt>
                <c:pt idx="7268">
                  <c:v>36.5859536494075</c:v>
                </c:pt>
                <c:pt idx="7269">
                  <c:v>36.5845527340472</c:v>
                </c:pt>
                <c:pt idx="7270">
                  <c:v>36.583147852052591</c:v>
                </c:pt>
                <c:pt idx="7271">
                  <c:v>36.581739002517494</c:v>
                </c:pt>
                <c:pt idx="7272">
                  <c:v>36.5803261845356</c:v>
                </c:pt>
                <c:pt idx="7273">
                  <c:v>36.578909397200498</c:v>
                </c:pt>
                <c:pt idx="7274">
                  <c:v>36.577488639605896</c:v>
                </c:pt>
                <c:pt idx="7275">
                  <c:v>36.576063910845598</c:v>
                </c:pt>
                <c:pt idx="7276">
                  <c:v>36.574635210013099</c:v>
                </c:pt>
                <c:pt idx="7277">
                  <c:v>36.573202536202196</c:v>
                </c:pt>
                <c:pt idx="7278">
                  <c:v>36.571765888506597</c:v>
                </c:pt>
                <c:pt idx="7279">
                  <c:v>36.570325266019907</c:v>
                </c:pt>
                <c:pt idx="7280">
                  <c:v>36.568880667835899</c:v>
                </c:pt>
                <c:pt idx="7281">
                  <c:v>36.567432093048197</c:v>
                </c:pt>
                <c:pt idx="7282">
                  <c:v>36.565979540750604</c:v>
                </c:pt>
                <c:pt idx="7283">
                  <c:v>36.564523010036595</c:v>
                </c:pt>
                <c:pt idx="7284">
                  <c:v>36.563062500000001</c:v>
                </c:pt>
                <c:pt idx="7285">
                  <c:v>36.561598009734496</c:v>
                </c:pt>
                <c:pt idx="7286">
                  <c:v>36.560129538333697</c:v>
                </c:pt>
                <c:pt idx="7287">
                  <c:v>36.558657084891394</c:v>
                </c:pt>
                <c:pt idx="7288">
                  <c:v>36.557180648501202</c:v>
                </c:pt>
                <c:pt idx="7289">
                  <c:v>36.555700228256811</c:v>
                </c:pt>
                <c:pt idx="7290">
                  <c:v>36.554215823251994</c:v>
                </c:pt>
                <c:pt idx="7291">
                  <c:v>36.552727432580298</c:v>
                </c:pt>
                <c:pt idx="7292">
                  <c:v>36.551235055335489</c:v>
                </c:pt>
                <c:pt idx="7293">
                  <c:v>36.549738690611299</c:v>
                </c:pt>
                <c:pt idx="7294">
                  <c:v>36.548238337501211</c:v>
                </c:pt>
                <c:pt idx="7295">
                  <c:v>36.546733995099203</c:v>
                </c:pt>
                <c:pt idx="7296">
                  <c:v>36.545225662498702</c:v>
                </c:pt>
                <c:pt idx="7297">
                  <c:v>36.543713338793602</c:v>
                </c:pt>
                <c:pt idx="7298">
                  <c:v>36.542197023077399</c:v>
                </c:pt>
                <c:pt idx="7299">
                  <c:v>36.540676714443997</c:v>
                </c:pt>
                <c:pt idx="7300">
                  <c:v>36.539152411986805</c:v>
                </c:pt>
                <c:pt idx="7301">
                  <c:v>36.537624114799797</c:v>
                </c:pt>
                <c:pt idx="7302">
                  <c:v>36.536091821976399</c:v>
                </c:pt>
                <c:pt idx="7303">
                  <c:v>36.534555532610497</c:v>
                </c:pt>
                <c:pt idx="7304">
                  <c:v>36.53301524579571</c:v>
                </c:pt>
                <c:pt idx="7305">
                  <c:v>36.531470960625697</c:v>
                </c:pt>
                <c:pt idx="7306">
                  <c:v>36.529922676194204</c:v>
                </c:pt>
                <c:pt idx="7307">
                  <c:v>36.528370391594812</c:v>
                </c:pt>
                <c:pt idx="7308">
                  <c:v>36.526814105921304</c:v>
                </c:pt>
                <c:pt idx="7309">
                  <c:v>36.525253818267302</c:v>
                </c:pt>
                <c:pt idx="7310">
                  <c:v>36.523689527726489</c:v>
                </c:pt>
                <c:pt idx="7311">
                  <c:v>36.522121233392596</c:v>
                </c:pt>
                <c:pt idx="7312">
                  <c:v>36.520548934359411</c:v>
                </c:pt>
                <c:pt idx="7313">
                  <c:v>36.518972629720402</c:v>
                </c:pt>
                <c:pt idx="7314">
                  <c:v>36.517392318569406</c:v>
                </c:pt>
                <c:pt idx="7315">
                  <c:v>36.515808</c:v>
                </c:pt>
                <c:pt idx="7316">
                  <c:v>36.514219673105998</c:v>
                </c:pt>
                <c:pt idx="7317">
                  <c:v>36.512627336981005</c:v>
                </c:pt>
                <c:pt idx="7318">
                  <c:v>36.511030990718702</c:v>
                </c:pt>
                <c:pt idx="7319">
                  <c:v>36.509430633412798</c:v>
                </c:pt>
                <c:pt idx="7320">
                  <c:v>36.507826264156996</c:v>
                </c:pt>
                <c:pt idx="7321">
                  <c:v>36.506217882044901</c:v>
                </c:pt>
                <c:pt idx="7322">
                  <c:v>36.504605486170298</c:v>
                </c:pt>
                <c:pt idx="7323">
                  <c:v>36.502989075626893</c:v>
                </c:pt>
                <c:pt idx="7324">
                  <c:v>36.501368649508201</c:v>
                </c:pt>
                <c:pt idx="7325">
                  <c:v>36.499744206908105</c:v>
                </c:pt>
                <c:pt idx="7326">
                  <c:v>36.49811574692022</c:v>
                </c:pt>
                <c:pt idx="7327">
                  <c:v>36.496483268638194</c:v>
                </c:pt>
                <c:pt idx="7328">
                  <c:v>36.4948467711557</c:v>
                </c:pt>
                <c:pt idx="7329">
                  <c:v>36.493206253566491</c:v>
                </c:pt>
                <c:pt idx="7330">
                  <c:v>36.491561714964199</c:v>
                </c:pt>
                <c:pt idx="7331">
                  <c:v>36.48991315444259</c:v>
                </c:pt>
                <c:pt idx="7332">
                  <c:v>36.488260571095289</c:v>
                </c:pt>
                <c:pt idx="7333">
                  <c:v>36.486603964015998</c:v>
                </c:pt>
                <c:pt idx="7334">
                  <c:v>36.484943332298293</c:v>
                </c:pt>
                <c:pt idx="7335">
                  <c:v>36.48327867503609</c:v>
                </c:pt>
                <c:pt idx="7336">
                  <c:v>36.481609991322891</c:v>
                </c:pt>
                <c:pt idx="7337">
                  <c:v>36.479937280252393</c:v>
                </c:pt>
                <c:pt idx="7338">
                  <c:v>36.478260540918399</c:v>
                </c:pt>
                <c:pt idx="7339">
                  <c:v>36.476579772414496</c:v>
                </c:pt>
                <c:pt idx="7340">
                  <c:v>36.474894973834388</c:v>
                </c:pt>
                <c:pt idx="7341">
                  <c:v>36.473206144271806</c:v>
                </c:pt>
                <c:pt idx="7342">
                  <c:v>36.471513282820304</c:v>
                </c:pt>
                <c:pt idx="7343">
                  <c:v>36.469816388573705</c:v>
                </c:pt>
                <c:pt idx="7344">
                  <c:v>36.468115460625704</c:v>
                </c:pt>
                <c:pt idx="7345">
                  <c:v>36.466410498069905</c:v>
                </c:pt>
                <c:pt idx="7346">
                  <c:v>36.464701499999997</c:v>
                </c:pt>
                <c:pt idx="7347">
                  <c:v>36.462988465509703</c:v>
                </c:pt>
                <c:pt idx="7348">
                  <c:v>36.461271393692684</c:v>
                </c:pt>
                <c:pt idx="7349">
                  <c:v>36.459550283642685</c:v>
                </c:pt>
                <c:pt idx="7350">
                  <c:v>36.457825134453394</c:v>
                </c:pt>
                <c:pt idx="7351">
                  <c:v>36.456095945218394</c:v>
                </c:pt>
                <c:pt idx="7352">
                  <c:v>36.454362715031394</c:v>
                </c:pt>
                <c:pt idx="7353">
                  <c:v>36.452625442986097</c:v>
                </c:pt>
                <c:pt idx="7354">
                  <c:v>36.450884128176291</c:v>
                </c:pt>
                <c:pt idx="7355">
                  <c:v>36.449138769695494</c:v>
                </c:pt>
                <c:pt idx="7356">
                  <c:v>36.447389366637587</c:v>
                </c:pt>
                <c:pt idx="7357">
                  <c:v>36.445635918096102</c:v>
                </c:pt>
                <c:pt idx="7358">
                  <c:v>36.443878423164691</c:v>
                </c:pt>
                <c:pt idx="7359">
                  <c:v>36.442116880937206</c:v>
                </c:pt>
                <c:pt idx="7360">
                  <c:v>36.440351290507202</c:v>
                </c:pt>
                <c:pt idx="7361">
                  <c:v>36.438581650968395</c:v>
                </c:pt>
                <c:pt idx="7362">
                  <c:v>36.436807961414488</c:v>
                </c:pt>
                <c:pt idx="7363">
                  <c:v>36.435030220939211</c:v>
                </c:pt>
                <c:pt idx="7364">
                  <c:v>36.43324842863619</c:v>
                </c:pt>
                <c:pt idx="7365">
                  <c:v>36.431462583599092</c:v>
                </c:pt>
                <c:pt idx="7366">
                  <c:v>36.429672684921606</c:v>
                </c:pt>
                <c:pt idx="7367">
                  <c:v>36.42787873169749</c:v>
                </c:pt>
                <c:pt idx="7368">
                  <c:v>36.426080723020398</c:v>
                </c:pt>
                <c:pt idx="7369">
                  <c:v>36.424278657983997</c:v>
                </c:pt>
                <c:pt idx="7370">
                  <c:v>36.422472535681905</c:v>
                </c:pt>
                <c:pt idx="7371">
                  <c:v>36.420662355207895</c:v>
                </c:pt>
                <c:pt idx="7372">
                  <c:v>36.418848115655692</c:v>
                </c:pt>
                <c:pt idx="7373">
                  <c:v>36.417029816118998</c:v>
                </c:pt>
                <c:pt idx="7374">
                  <c:v>36.415207455691281</c:v>
                </c:pt>
                <c:pt idx="7375">
                  <c:v>36.413381033466486</c:v>
                </c:pt>
                <c:pt idx="7376">
                  <c:v>36.411550548538102</c:v>
                </c:pt>
                <c:pt idx="7377">
                  <c:v>36.409716000000003</c:v>
                </c:pt>
                <c:pt idx="7378">
                  <c:v>36.4078773869457</c:v>
                </c:pt>
                <c:pt idx="7379">
                  <c:v>36.406034708469001</c:v>
                </c:pt>
                <c:pt idx="7380">
                  <c:v>36.404187963663482</c:v>
                </c:pt>
                <c:pt idx="7381">
                  <c:v>36.402337151622994</c:v>
                </c:pt>
                <c:pt idx="7382">
                  <c:v>36.400482271440993</c:v>
                </c:pt>
                <c:pt idx="7383">
                  <c:v>36.3986233222114</c:v>
                </c:pt>
                <c:pt idx="7384">
                  <c:v>36.396760303027804</c:v>
                </c:pt>
                <c:pt idx="7385">
                  <c:v>36.394893212983803</c:v>
                </c:pt>
                <c:pt idx="7386">
                  <c:v>36.393022051173197</c:v>
                </c:pt>
                <c:pt idx="7387">
                  <c:v>36.391146816689599</c:v>
                </c:pt>
                <c:pt idx="7388">
                  <c:v>36.389267508626787</c:v>
                </c:pt>
                <c:pt idx="7389">
                  <c:v>36.387384126078295</c:v>
                </c:pt>
                <c:pt idx="7390">
                  <c:v>36.385496668137996</c:v>
                </c:pt>
                <c:pt idx="7391">
                  <c:v>36.383605133899493</c:v>
                </c:pt>
                <c:pt idx="7392">
                  <c:v>36.38170952245639</c:v>
                </c:pt>
                <c:pt idx="7393">
                  <c:v>36.379809832902595</c:v>
                </c:pt>
                <c:pt idx="7394">
                  <c:v>36.377906064331491</c:v>
                </c:pt>
                <c:pt idx="7395">
                  <c:v>36.375998215837001</c:v>
                </c:pt>
                <c:pt idx="7396">
                  <c:v>36.374086286512693</c:v>
                </c:pt>
                <c:pt idx="7397">
                  <c:v>36.372170275452298</c:v>
                </c:pt>
                <c:pt idx="7398">
                  <c:v>36.370250181749491</c:v>
                </c:pt>
                <c:pt idx="7399">
                  <c:v>36.368326004498002</c:v>
                </c:pt>
                <c:pt idx="7400">
                  <c:v>36.366397742791499</c:v>
                </c:pt>
                <c:pt idx="7401">
                  <c:v>36.364465395723492</c:v>
                </c:pt>
                <c:pt idx="7402">
                  <c:v>36.362528962388005</c:v>
                </c:pt>
                <c:pt idx="7403">
                  <c:v>36.360588441878399</c:v>
                </c:pt>
                <c:pt idx="7404">
                  <c:v>36.358643833288589</c:v>
                </c:pt>
                <c:pt idx="7405">
                  <c:v>36.356695135712087</c:v>
                </c:pt>
                <c:pt idx="7406">
                  <c:v>36.354742348242794</c:v>
                </c:pt>
                <c:pt idx="7407">
                  <c:v>36.352785469974094</c:v>
                </c:pt>
                <c:pt idx="7408">
                  <c:v>36.350824499999987</c:v>
                </c:pt>
                <c:pt idx="7409">
                  <c:v>36.348859437413992</c:v>
                </c:pt>
                <c:pt idx="7410">
                  <c:v>36.346890281309797</c:v>
                </c:pt>
                <c:pt idx="7411">
                  <c:v>36.344917030781097</c:v>
                </c:pt>
                <c:pt idx="7412">
                  <c:v>36.342939684921603</c:v>
                </c:pt>
                <c:pt idx="7413">
                  <c:v>36.34095824282501</c:v>
                </c:pt>
                <c:pt idx="7414">
                  <c:v>36.338972703585007</c:v>
                </c:pt>
                <c:pt idx="7415">
                  <c:v>36.33698306629519</c:v>
                </c:pt>
                <c:pt idx="7416">
                  <c:v>36.334989330049297</c:v>
                </c:pt>
                <c:pt idx="7417">
                  <c:v>36.332991493941094</c:v>
                </c:pt>
                <c:pt idx="7418">
                  <c:v>36.330989557064186</c:v>
                </c:pt>
                <c:pt idx="7419">
                  <c:v>36.328983518512295</c:v>
                </c:pt>
                <c:pt idx="7420">
                  <c:v>36.326973377379105</c:v>
                </c:pt>
                <c:pt idx="7421">
                  <c:v>36.324959132758202</c:v>
                </c:pt>
                <c:pt idx="7422">
                  <c:v>36.322940783743391</c:v>
                </c:pt>
                <c:pt idx="7423">
                  <c:v>36.320918329428409</c:v>
                </c:pt>
                <c:pt idx="7424">
                  <c:v>36.318891768906695</c:v>
                </c:pt>
                <c:pt idx="7425">
                  <c:v>36.316861101272181</c:v>
                </c:pt>
                <c:pt idx="7426">
                  <c:v>36.314826325618483</c:v>
                </c:pt>
                <c:pt idx="7427">
                  <c:v>36.312787441039191</c:v>
                </c:pt>
                <c:pt idx="7428">
                  <c:v>36.310744446628192</c:v>
                </c:pt>
                <c:pt idx="7429">
                  <c:v>36.308697341479004</c:v>
                </c:pt>
                <c:pt idx="7430">
                  <c:v>36.306646124685294</c:v>
                </c:pt>
                <c:pt idx="7431">
                  <c:v>36.304590795340893</c:v>
                </c:pt>
                <c:pt idx="7432">
                  <c:v>36.302531352539404</c:v>
                </c:pt>
                <c:pt idx="7433">
                  <c:v>36.300467795374388</c:v>
                </c:pt>
                <c:pt idx="7434">
                  <c:v>36.298400122939817</c:v>
                </c:pt>
                <c:pt idx="7435">
                  <c:v>36.296328334329218</c:v>
                </c:pt>
                <c:pt idx="7436">
                  <c:v>36.294252428636199</c:v>
                </c:pt>
                <c:pt idx="7437">
                  <c:v>36.292172404954513</c:v>
                </c:pt>
                <c:pt idx="7438">
                  <c:v>36.290088262377907</c:v>
                </c:pt>
                <c:pt idx="7439">
                  <c:v>36.288000000000004</c:v>
                </c:pt>
                <c:pt idx="7440">
                  <c:v>36.2859076169145</c:v>
                </c:pt>
                <c:pt idx="7441">
                  <c:v>36.283811112215098</c:v>
                </c:pt>
                <c:pt idx="7442">
                  <c:v>36.2817104849955</c:v>
                </c:pt>
                <c:pt idx="7443">
                  <c:v>36.279605734349303</c:v>
                </c:pt>
                <c:pt idx="7444">
                  <c:v>36.277496859370295</c:v>
                </c:pt>
                <c:pt idx="7445">
                  <c:v>36.2753838591521</c:v>
                </c:pt>
                <c:pt idx="7446">
                  <c:v>36.2732667327884</c:v>
                </c:pt>
                <c:pt idx="7447">
                  <c:v>36.271145479372997</c:v>
                </c:pt>
                <c:pt idx="7448">
                  <c:v>36.269020097999402</c:v>
                </c:pt>
                <c:pt idx="7449">
                  <c:v>36.266890587761395</c:v>
                </c:pt>
                <c:pt idx="7450">
                  <c:v>36.264756947752709</c:v>
                </c:pt>
                <c:pt idx="7451">
                  <c:v>36.262619177066902</c:v>
                </c:pt>
                <c:pt idx="7452">
                  <c:v>36.2604772747978</c:v>
                </c:pt>
                <c:pt idx="7453">
                  <c:v>36.258331240038913</c:v>
                </c:pt>
                <c:pt idx="7454">
                  <c:v>36.256181071884093</c:v>
                </c:pt>
                <c:pt idx="7455">
                  <c:v>36.254026769426993</c:v>
                </c:pt>
                <c:pt idx="7456">
                  <c:v>36.251868331761294</c:v>
                </c:pt>
                <c:pt idx="7457">
                  <c:v>36.2497057579806</c:v>
                </c:pt>
                <c:pt idx="7458">
                  <c:v>36.247539047178705</c:v>
                </c:pt>
                <c:pt idx="7459">
                  <c:v>36.245368198449206</c:v>
                </c:pt>
                <c:pt idx="7460">
                  <c:v>36.243193210885813</c:v>
                </c:pt>
                <c:pt idx="7461">
                  <c:v>36.241014083582293</c:v>
                </c:pt>
                <c:pt idx="7462">
                  <c:v>36.238830815632198</c:v>
                </c:pt>
                <c:pt idx="7463">
                  <c:v>36.236643406129403</c:v>
                </c:pt>
                <c:pt idx="7464">
                  <c:v>36.234451854167396</c:v>
                </c:pt>
                <c:pt idx="7465">
                  <c:v>36.23225615883991</c:v>
                </c:pt>
                <c:pt idx="7466">
                  <c:v>36.230056319240703</c:v>
                </c:pt>
                <c:pt idx="7467">
                  <c:v>36.227852334463407</c:v>
                </c:pt>
                <c:pt idx="7468">
                  <c:v>36.225644203601803</c:v>
                </c:pt>
                <c:pt idx="7469">
                  <c:v>36.223431925749402</c:v>
                </c:pt>
                <c:pt idx="7470">
                  <c:v>36.221215500000007</c:v>
                </c:pt>
                <c:pt idx="7471">
                  <c:v>36.218994925447298</c:v>
                </c:pt>
                <c:pt idx="7472">
                  <c:v>36.216770201184907</c:v>
                </c:pt>
                <c:pt idx="7473">
                  <c:v>36.214541326306595</c:v>
                </c:pt>
                <c:pt idx="7474">
                  <c:v>36.212308299906013</c:v>
                </c:pt>
                <c:pt idx="7475">
                  <c:v>36.210071121076801</c:v>
                </c:pt>
                <c:pt idx="7476">
                  <c:v>36.207829788912797</c:v>
                </c:pt>
                <c:pt idx="7477">
                  <c:v>36.205584302507503</c:v>
                </c:pt>
                <c:pt idx="7478">
                  <c:v>36.203334660954603</c:v>
                </c:pt>
                <c:pt idx="7479">
                  <c:v>36.20108086334799</c:v>
                </c:pt>
                <c:pt idx="7480">
                  <c:v>36.19882290878121</c:v>
                </c:pt>
                <c:pt idx="7481">
                  <c:v>36.196560796347903</c:v>
                </c:pt>
                <c:pt idx="7482">
                  <c:v>36.1942945251418</c:v>
                </c:pt>
                <c:pt idx="7483">
                  <c:v>36.192024094256702</c:v>
                </c:pt>
                <c:pt idx="7484">
                  <c:v>36.189749502786093</c:v>
                </c:pt>
                <c:pt idx="7485">
                  <c:v>36.187470749823802</c:v>
                </c:pt>
                <c:pt idx="7486">
                  <c:v>36.185187834463399</c:v>
                </c:pt>
                <c:pt idx="7487">
                  <c:v>36.182900755798691</c:v>
                </c:pt>
                <c:pt idx="7488">
                  <c:v>36.180609512923397</c:v>
                </c:pt>
                <c:pt idx="7489">
                  <c:v>36.178314104931012</c:v>
                </c:pt>
                <c:pt idx="7490">
                  <c:v>36.176014530915403</c:v>
                </c:pt>
                <c:pt idx="7491">
                  <c:v>36.173710789970109</c:v>
                </c:pt>
                <c:pt idx="7492">
                  <c:v>36.171402881189003</c:v>
                </c:pt>
                <c:pt idx="7493">
                  <c:v>36.169090803665497</c:v>
                </c:pt>
                <c:pt idx="7494">
                  <c:v>36.166774556493593</c:v>
                </c:pt>
                <c:pt idx="7495">
                  <c:v>36.1644541387667</c:v>
                </c:pt>
                <c:pt idx="7496">
                  <c:v>36.162129549578715</c:v>
                </c:pt>
                <c:pt idx="7497">
                  <c:v>36.159800788023198</c:v>
                </c:pt>
                <c:pt idx="7498">
                  <c:v>36.157467853193886</c:v>
                </c:pt>
                <c:pt idx="7499">
                  <c:v>36.155130744184511</c:v>
                </c:pt>
                <c:pt idx="7500">
                  <c:v>36.152789460088592</c:v>
                </c:pt>
                <c:pt idx="7501">
                  <c:v>36.150443999999993</c:v>
                </c:pt>
                <c:pt idx="7502">
                  <c:v>36.148094363012291</c:v>
                </c:pt>
                <c:pt idx="7503">
                  <c:v>36.145740548219202</c:v>
                </c:pt>
                <c:pt idx="7504">
                  <c:v>36.143382554714492</c:v>
                </c:pt>
                <c:pt idx="7505">
                  <c:v>36.141020381591701</c:v>
                </c:pt>
                <c:pt idx="7506">
                  <c:v>36.138654027944703</c:v>
                </c:pt>
                <c:pt idx="7507">
                  <c:v>36.136283492866994</c:v>
                </c:pt>
                <c:pt idx="7508">
                  <c:v>36.133908775452298</c:v>
                </c:pt>
                <c:pt idx="7509">
                  <c:v>36.131529874794396</c:v>
                </c:pt>
                <c:pt idx="7510">
                  <c:v>36.129146789986905</c:v>
                </c:pt>
                <c:pt idx="7511">
                  <c:v>36.126759520123507</c:v>
                </c:pt>
                <c:pt idx="7512">
                  <c:v>36.124368064297897</c:v>
                </c:pt>
                <c:pt idx="7513">
                  <c:v>36.1219724216038</c:v>
                </c:pt>
                <c:pt idx="7514">
                  <c:v>36.119572591134904</c:v>
                </c:pt>
                <c:pt idx="7515">
                  <c:v>36.117168571984799</c:v>
                </c:pt>
                <c:pt idx="7516">
                  <c:v>36.114760363247285</c:v>
                </c:pt>
                <c:pt idx="7517">
                  <c:v>36.112347964015996</c:v>
                </c:pt>
                <c:pt idx="7518">
                  <c:v>36.109931373384597</c:v>
                </c:pt>
                <c:pt idx="7519">
                  <c:v>36.1075105904468</c:v>
                </c:pt>
                <c:pt idx="7520">
                  <c:v>36.105085614296193</c:v>
                </c:pt>
                <c:pt idx="7521">
                  <c:v>36.102656444026699</c:v>
                </c:pt>
                <c:pt idx="7522">
                  <c:v>36.100223078731801</c:v>
                </c:pt>
                <c:pt idx="7523">
                  <c:v>36.097785517505301</c:v>
                </c:pt>
                <c:pt idx="7524">
                  <c:v>36.095343759440802</c:v>
                </c:pt>
                <c:pt idx="7525">
                  <c:v>36.092897803631999</c:v>
                </c:pt>
                <c:pt idx="7526">
                  <c:v>36.090447649172596</c:v>
                </c:pt>
                <c:pt idx="7527">
                  <c:v>36.087993295156295</c:v>
                </c:pt>
                <c:pt idx="7528">
                  <c:v>36.085534740676707</c:v>
                </c:pt>
                <c:pt idx="7529">
                  <c:v>36.083071984827598</c:v>
                </c:pt>
                <c:pt idx="7530">
                  <c:v>36.080605026702692</c:v>
                </c:pt>
                <c:pt idx="7531">
                  <c:v>36.0781338653956</c:v>
                </c:pt>
                <c:pt idx="7532">
                  <c:v>36.075658500000003</c:v>
                </c:pt>
                <c:pt idx="7533">
                  <c:v>36.073178929609604</c:v>
                </c:pt>
                <c:pt idx="7534">
                  <c:v>36.070695153318091</c:v>
                </c:pt>
                <c:pt idx="7535">
                  <c:v>36.068207170219196</c:v>
                </c:pt>
                <c:pt idx="7536">
                  <c:v>36.065714979406501</c:v>
                </c:pt>
                <c:pt idx="7537">
                  <c:v>36.063218579973807</c:v>
                </c:pt>
                <c:pt idx="7538">
                  <c:v>36.060717971014697</c:v>
                </c:pt>
                <c:pt idx="7539">
                  <c:v>36.058213151622994</c:v>
                </c:pt>
                <c:pt idx="7540">
                  <c:v>36.055704120892194</c:v>
                </c:pt>
                <c:pt idx="7541">
                  <c:v>36.053190877916094</c:v>
                </c:pt>
                <c:pt idx="7542">
                  <c:v>36.050673421788488</c:v>
                </c:pt>
                <c:pt idx="7543">
                  <c:v>36.048151751602795</c:v>
                </c:pt>
                <c:pt idx="7544">
                  <c:v>36.045625866452902</c:v>
                </c:pt>
                <c:pt idx="7545">
                  <c:v>36.04309576543249</c:v>
                </c:pt>
                <c:pt idx="7546">
                  <c:v>36.040561447635191</c:v>
                </c:pt>
                <c:pt idx="7547">
                  <c:v>36.038022912154716</c:v>
                </c:pt>
                <c:pt idx="7548">
                  <c:v>36.035480158084702</c:v>
                </c:pt>
                <c:pt idx="7549">
                  <c:v>36.032933184518811</c:v>
                </c:pt>
                <c:pt idx="7550">
                  <c:v>36.030381990550808</c:v>
                </c:pt>
                <c:pt idx="7551">
                  <c:v>36.027826575274389</c:v>
                </c:pt>
                <c:pt idx="7552">
                  <c:v>36.025266937783201</c:v>
                </c:pt>
                <c:pt idx="7553">
                  <c:v>36.02270307717091</c:v>
                </c:pt>
                <c:pt idx="7554">
                  <c:v>36.020134992531311</c:v>
                </c:pt>
                <c:pt idx="7555">
                  <c:v>36.017562682957902</c:v>
                </c:pt>
                <c:pt idx="7556">
                  <c:v>36.01498614754459</c:v>
                </c:pt>
                <c:pt idx="7557">
                  <c:v>36.012405385384803</c:v>
                </c:pt>
                <c:pt idx="7558">
                  <c:v>36.009820395572497</c:v>
                </c:pt>
                <c:pt idx="7559">
                  <c:v>36.007231177201191</c:v>
                </c:pt>
                <c:pt idx="7560">
                  <c:v>36.004637729364589</c:v>
                </c:pt>
                <c:pt idx="7561">
                  <c:v>36.002040051156392</c:v>
                </c:pt>
                <c:pt idx="7562">
                  <c:v>35.999438141670311</c:v>
                </c:pt>
                <c:pt idx="7563">
                  <c:v>35.996832000000005</c:v>
                </c:pt>
                <c:pt idx="7564">
                  <c:v>35.994221625239192</c:v>
                </c:pt>
                <c:pt idx="7565">
                  <c:v>35.991607016481495</c:v>
                </c:pt>
                <c:pt idx="7566">
                  <c:v>35.988988172820697</c:v>
                </c:pt>
                <c:pt idx="7567">
                  <c:v>35.986365093350294</c:v>
                </c:pt>
                <c:pt idx="7568">
                  <c:v>35.983737777164293</c:v>
                </c:pt>
                <c:pt idx="7569">
                  <c:v>35.981106223356093</c:v>
                </c:pt>
                <c:pt idx="7570">
                  <c:v>35.978470431019396</c:v>
                </c:pt>
                <c:pt idx="7571">
                  <c:v>35.975830399248096</c:v>
                </c:pt>
                <c:pt idx="7572">
                  <c:v>35.973186127135698</c:v>
                </c:pt>
                <c:pt idx="7573">
                  <c:v>35.970537613775996</c:v>
                </c:pt>
                <c:pt idx="7574">
                  <c:v>35.967884858262579</c:v>
                </c:pt>
                <c:pt idx="7575">
                  <c:v>35.965227859689193</c:v>
                </c:pt>
                <c:pt idx="7576">
                  <c:v>35.962566617149498</c:v>
                </c:pt>
                <c:pt idx="7577">
                  <c:v>35.95990112973719</c:v>
                </c:pt>
                <c:pt idx="7578">
                  <c:v>35.9572313965459</c:v>
                </c:pt>
                <c:pt idx="7579">
                  <c:v>35.954557416669488</c:v>
                </c:pt>
                <c:pt idx="7580">
                  <c:v>35.951879189201385</c:v>
                </c:pt>
                <c:pt idx="7581">
                  <c:v>35.949196713235494</c:v>
                </c:pt>
                <c:pt idx="7582">
                  <c:v>35.946509987865497</c:v>
                </c:pt>
                <c:pt idx="7583">
                  <c:v>35.943819012184903</c:v>
                </c:pt>
                <c:pt idx="7584">
                  <c:v>35.941123785287488</c:v>
                </c:pt>
                <c:pt idx="7585">
                  <c:v>35.938424306266995</c:v>
                </c:pt>
                <c:pt idx="7586">
                  <c:v>35.935720574216994</c:v>
                </c:pt>
                <c:pt idx="7587">
                  <c:v>35.9330125882313</c:v>
                </c:pt>
                <c:pt idx="7588">
                  <c:v>35.930300347403602</c:v>
                </c:pt>
                <c:pt idx="7589">
                  <c:v>35.927583850827396</c:v>
                </c:pt>
                <c:pt idx="7590">
                  <c:v>35.924863097596585</c:v>
                </c:pt>
                <c:pt idx="7591">
                  <c:v>35.922138086804715</c:v>
                </c:pt>
                <c:pt idx="7592">
                  <c:v>35.919408817545595</c:v>
                </c:pt>
                <c:pt idx="7593">
                  <c:v>35.916675288912799</c:v>
                </c:pt>
                <c:pt idx="7594">
                  <c:v>35.913937499999996</c:v>
                </c:pt>
                <c:pt idx="7595">
                  <c:v>35.911195449901001</c:v>
                </c:pt>
                <c:pt idx="7596">
                  <c:v>35.908449137709397</c:v>
                </c:pt>
                <c:pt idx="7597">
                  <c:v>35.9056985625189</c:v>
                </c:pt>
                <c:pt idx="7598">
                  <c:v>35.902943723423199</c:v>
                </c:pt>
                <c:pt idx="7599">
                  <c:v>35.900184619515997</c:v>
                </c:pt>
                <c:pt idx="7600">
                  <c:v>35.897421249890897</c:v>
                </c:pt>
                <c:pt idx="7601">
                  <c:v>35.894653613641694</c:v>
                </c:pt>
                <c:pt idx="7602">
                  <c:v>35.891881709861991</c:v>
                </c:pt>
                <c:pt idx="7603">
                  <c:v>35.889105537645591</c:v>
                </c:pt>
                <c:pt idx="7604">
                  <c:v>35.886325096086097</c:v>
                </c:pt>
                <c:pt idx="7605">
                  <c:v>35.883540384277097</c:v>
                </c:pt>
                <c:pt idx="7606">
                  <c:v>35.88075140131248</c:v>
                </c:pt>
                <c:pt idx="7607">
                  <c:v>35.877958146285806</c:v>
                </c:pt>
                <c:pt idx="7608">
                  <c:v>35.875160618290799</c:v>
                </c:pt>
                <c:pt idx="7609">
                  <c:v>35.872358816421112</c:v>
                </c:pt>
                <c:pt idx="7610">
                  <c:v>35.869552739770405</c:v>
                </c:pt>
                <c:pt idx="7611">
                  <c:v>35.866742387432495</c:v>
                </c:pt>
                <c:pt idx="7612">
                  <c:v>35.8639277585009</c:v>
                </c:pt>
                <c:pt idx="7613">
                  <c:v>35.8611088520694</c:v>
                </c:pt>
                <c:pt idx="7614">
                  <c:v>35.858285667231684</c:v>
                </c:pt>
                <c:pt idx="7615">
                  <c:v>35.855458203081497</c:v>
                </c:pt>
                <c:pt idx="7616">
                  <c:v>35.852626458712379</c:v>
                </c:pt>
                <c:pt idx="7617">
                  <c:v>35.849790433218089</c:v>
                </c:pt>
                <c:pt idx="7618">
                  <c:v>35.846950125692288</c:v>
                </c:pt>
                <c:pt idx="7619">
                  <c:v>35.844105535228799</c:v>
                </c:pt>
                <c:pt idx="7620">
                  <c:v>35.841256660921097</c:v>
                </c:pt>
                <c:pt idx="7621">
                  <c:v>35.838403501862992</c:v>
                </c:pt>
                <c:pt idx="7622">
                  <c:v>35.835546057148093</c:v>
                </c:pt>
                <c:pt idx="7623">
                  <c:v>35.832684325870197</c:v>
                </c:pt>
                <c:pt idx="7624">
                  <c:v>35.829818307123006</c:v>
                </c:pt>
                <c:pt idx="7625">
                  <c:v>35.826948000000002</c:v>
                </c:pt>
                <c:pt idx="7626">
                  <c:v>35.824073403594994</c:v>
                </c:pt>
                <c:pt idx="7627">
                  <c:v>35.8211945170018</c:v>
                </c:pt>
                <c:pt idx="7628">
                  <c:v>35.818311339313901</c:v>
                </c:pt>
                <c:pt idx="7629">
                  <c:v>35.815423869625093</c:v>
                </c:pt>
                <c:pt idx="7630">
                  <c:v>35.812532107029007</c:v>
                </c:pt>
                <c:pt idx="7631">
                  <c:v>35.809636050619289</c:v>
                </c:pt>
                <c:pt idx="7632">
                  <c:v>35.806735699489806</c:v>
                </c:pt>
                <c:pt idx="7633">
                  <c:v>35.80383105273399</c:v>
                </c:pt>
                <c:pt idx="7634">
                  <c:v>35.8009221094458</c:v>
                </c:pt>
                <c:pt idx="7635">
                  <c:v>35.798008868718711</c:v>
                </c:pt>
                <c:pt idx="7636">
                  <c:v>35.795091329646496</c:v>
                </c:pt>
                <c:pt idx="7637">
                  <c:v>35.792169491322902</c:v>
                </c:pt>
                <c:pt idx="7638">
                  <c:v>35.789243352841495</c:v>
                </c:pt>
                <c:pt idx="7639">
                  <c:v>35.786312913295909</c:v>
                </c:pt>
                <c:pt idx="7640">
                  <c:v>35.7833781717801</c:v>
                </c:pt>
                <c:pt idx="7641">
                  <c:v>35.780439127387496</c:v>
                </c:pt>
                <c:pt idx="7642">
                  <c:v>35.777495779211797</c:v>
                </c:pt>
                <c:pt idx="7643">
                  <c:v>35.7745481263469</c:v>
                </c:pt>
                <c:pt idx="7644">
                  <c:v>35.771596167886294</c:v>
                </c:pt>
                <c:pt idx="7645">
                  <c:v>35.768639902923717</c:v>
                </c:pt>
                <c:pt idx="7646">
                  <c:v>35.765679330552814</c:v>
                </c:pt>
                <c:pt idx="7647">
                  <c:v>35.762714449867403</c:v>
                </c:pt>
                <c:pt idx="7648">
                  <c:v>35.7597452599611</c:v>
                </c:pt>
                <c:pt idx="7649">
                  <c:v>35.756771759927496</c:v>
                </c:pt>
                <c:pt idx="7650">
                  <c:v>35.753793948860405</c:v>
                </c:pt>
                <c:pt idx="7651">
                  <c:v>35.750811825853496</c:v>
                </c:pt>
                <c:pt idx="7652">
                  <c:v>35.747825390000301</c:v>
                </c:pt>
                <c:pt idx="7653">
                  <c:v>35.7448346403947</c:v>
                </c:pt>
                <c:pt idx="7654">
                  <c:v>35.741839576130396</c:v>
                </c:pt>
                <c:pt idx="7655">
                  <c:v>35.738840196300906</c:v>
                </c:pt>
                <c:pt idx="7656">
                  <c:v>35.735836500000005</c:v>
                </c:pt>
                <c:pt idx="7657">
                  <c:v>35.732828486321402</c:v>
                </c:pt>
                <c:pt idx="7658">
                  <c:v>35.729816154358709</c:v>
                </c:pt>
                <c:pt idx="7659">
                  <c:v>35.726799503205697</c:v>
                </c:pt>
                <c:pt idx="7660">
                  <c:v>35.723778531956007</c:v>
                </c:pt>
                <c:pt idx="7661">
                  <c:v>35.720753239703306</c:v>
                </c:pt>
                <c:pt idx="7662">
                  <c:v>35.717723625541304</c:v>
                </c:pt>
                <c:pt idx="7663">
                  <c:v>35.714689688563695</c:v>
                </c:pt>
                <c:pt idx="7664">
                  <c:v>35.711651427864091</c:v>
                </c:pt>
                <c:pt idx="7665">
                  <c:v>35.708608842536307</c:v>
                </c:pt>
                <c:pt idx="7666">
                  <c:v>35.705561931674005</c:v>
                </c:pt>
                <c:pt idx="7667">
                  <c:v>35.702510694370815</c:v>
                </c:pt>
                <c:pt idx="7668">
                  <c:v>35.699455129720405</c:v>
                </c:pt>
                <c:pt idx="7669">
                  <c:v>35.696395236816507</c:v>
                </c:pt>
                <c:pt idx="7670">
                  <c:v>35.693331014752808</c:v>
                </c:pt>
                <c:pt idx="7671">
                  <c:v>35.690262462622897</c:v>
                </c:pt>
                <c:pt idx="7672">
                  <c:v>35.687189579520691</c:v>
                </c:pt>
                <c:pt idx="7673">
                  <c:v>35.684112364539608</c:v>
                </c:pt>
                <c:pt idx="7674">
                  <c:v>35.6810308167735</c:v>
                </c:pt>
                <c:pt idx="7675">
                  <c:v>35.677944935315999</c:v>
                </c:pt>
                <c:pt idx="7676">
                  <c:v>35.674854719260892</c:v>
                </c:pt>
                <c:pt idx="7677">
                  <c:v>35.671760167701592</c:v>
                </c:pt>
                <c:pt idx="7678">
                  <c:v>35.668661279732092</c:v>
                </c:pt>
                <c:pt idx="7679">
                  <c:v>35.665558054446002</c:v>
                </c:pt>
                <c:pt idx="7680">
                  <c:v>35.662450490936905</c:v>
                </c:pt>
                <c:pt idx="7681">
                  <c:v>35.659338588298496</c:v>
                </c:pt>
                <c:pt idx="7682">
                  <c:v>35.656222345624499</c:v>
                </c:pt>
                <c:pt idx="7683">
                  <c:v>35.653101762008596</c:v>
                </c:pt>
                <c:pt idx="7684">
                  <c:v>35.649976836544603</c:v>
                </c:pt>
                <c:pt idx="7685">
                  <c:v>35.646847568325988</c:v>
                </c:pt>
                <c:pt idx="7686">
                  <c:v>35.643713956446597</c:v>
                </c:pt>
                <c:pt idx="7687">
                  <c:v>35.640576000000003</c:v>
                </c:pt>
                <c:pt idx="7688">
                  <c:v>35.637433698080002</c:v>
                </c:pt>
                <c:pt idx="7689">
                  <c:v>35.634287049780092</c:v>
                </c:pt>
                <c:pt idx="7690">
                  <c:v>35.631136054194201</c:v>
                </c:pt>
                <c:pt idx="7691">
                  <c:v>35.627980710415905</c:v>
                </c:pt>
                <c:pt idx="7692">
                  <c:v>35.624821017538899</c:v>
                </c:pt>
                <c:pt idx="7693">
                  <c:v>35.621656974656801</c:v>
                </c:pt>
                <c:pt idx="7694">
                  <c:v>35.618488580863293</c:v>
                </c:pt>
                <c:pt idx="7695">
                  <c:v>35.615315835252304</c:v>
                </c:pt>
                <c:pt idx="7696">
                  <c:v>35.61213873691721</c:v>
                </c:pt>
                <c:pt idx="7697">
                  <c:v>35.608957284951813</c:v>
                </c:pt>
                <c:pt idx="7698">
                  <c:v>35.605771478449903</c:v>
                </c:pt>
                <c:pt idx="7699">
                  <c:v>35.60258131650501</c:v>
                </c:pt>
                <c:pt idx="7700">
                  <c:v>35.599386798210901</c:v>
                </c:pt>
                <c:pt idx="7701">
                  <c:v>35.596187922661201</c:v>
                </c:pt>
                <c:pt idx="7702">
                  <c:v>35.592984688949699</c:v>
                </c:pt>
                <c:pt idx="7703">
                  <c:v>35.589777096170003</c:v>
                </c:pt>
                <c:pt idx="7704">
                  <c:v>35.586565143415804</c:v>
                </c:pt>
                <c:pt idx="7705">
                  <c:v>35.583348829780803</c:v>
                </c:pt>
                <c:pt idx="7706">
                  <c:v>35.580128154358697</c:v>
                </c:pt>
                <c:pt idx="7707">
                  <c:v>35.576903116243194</c:v>
                </c:pt>
                <c:pt idx="7708">
                  <c:v>35.573673714527906</c:v>
                </c:pt>
                <c:pt idx="7709">
                  <c:v>35.5704399483065</c:v>
                </c:pt>
                <c:pt idx="7710">
                  <c:v>35.567201816672799</c:v>
                </c:pt>
                <c:pt idx="7711">
                  <c:v>35.563959318720407</c:v>
                </c:pt>
                <c:pt idx="7712">
                  <c:v>35.560712453542997</c:v>
                </c:pt>
                <c:pt idx="7713">
                  <c:v>35.557461220234288</c:v>
                </c:pt>
                <c:pt idx="7714">
                  <c:v>35.554205617887895</c:v>
                </c:pt>
                <c:pt idx="7715">
                  <c:v>35.5509456455977</c:v>
                </c:pt>
                <c:pt idx="7716">
                  <c:v>35.547681302457093</c:v>
                </c:pt>
                <c:pt idx="7717">
                  <c:v>35.544412587560004</c:v>
                </c:pt>
                <c:pt idx="7718">
                  <c:v>35.5411395</c:v>
                </c:pt>
                <c:pt idx="7719">
                  <c:v>35.537862038870806</c:v>
                </c:pt>
                <c:pt idx="7720">
                  <c:v>35.534580203266088</c:v>
                </c:pt>
                <c:pt idx="7721">
                  <c:v>35.531293992279501</c:v>
                </c:pt>
                <c:pt idx="7722">
                  <c:v>35.528003405004903</c:v>
                </c:pt>
                <c:pt idx="7723">
                  <c:v>35.524708440535704</c:v>
                </c:pt>
                <c:pt idx="7724">
                  <c:v>35.521409097965801</c:v>
                </c:pt>
                <c:pt idx="7725">
                  <c:v>35.51810537638881</c:v>
                </c:pt>
                <c:pt idx="7726">
                  <c:v>35.514797274898392</c:v>
                </c:pt>
                <c:pt idx="7727">
                  <c:v>35.511484792588391</c:v>
                </c:pt>
                <c:pt idx="7728">
                  <c:v>35.508167928552204</c:v>
                </c:pt>
                <c:pt idx="7729">
                  <c:v>35.504846681883791</c:v>
                </c:pt>
                <c:pt idx="7730">
                  <c:v>35.501521051676683</c:v>
                </c:pt>
                <c:pt idx="7731">
                  <c:v>35.498191037024604</c:v>
                </c:pt>
                <c:pt idx="7732">
                  <c:v>35.494856637021201</c:v>
                </c:pt>
                <c:pt idx="7733">
                  <c:v>35.491517850760296</c:v>
                </c:pt>
                <c:pt idx="7734">
                  <c:v>35.488174677335394</c:v>
                </c:pt>
                <c:pt idx="7735">
                  <c:v>35.484827115840282</c:v>
                </c:pt>
                <c:pt idx="7736">
                  <c:v>35.481475165368693</c:v>
                </c:pt>
                <c:pt idx="7737">
                  <c:v>35.478118825014306</c:v>
                </c:pt>
                <c:pt idx="7738">
                  <c:v>35.474758093870598</c:v>
                </c:pt>
                <c:pt idx="7739">
                  <c:v>35.471392971031499</c:v>
                </c:pt>
                <c:pt idx="7740">
                  <c:v>35.46802345559059</c:v>
                </c:pt>
                <c:pt idx="7741">
                  <c:v>35.464649546641589</c:v>
                </c:pt>
                <c:pt idx="7742">
                  <c:v>35.461271243278198</c:v>
                </c:pt>
                <c:pt idx="7743">
                  <c:v>35.457888544593992</c:v>
                </c:pt>
                <c:pt idx="7744">
                  <c:v>35.454501449682787</c:v>
                </c:pt>
                <c:pt idx="7745">
                  <c:v>35.451109957638188</c:v>
                </c:pt>
                <c:pt idx="7746">
                  <c:v>35.447714067553996</c:v>
                </c:pt>
                <c:pt idx="7747">
                  <c:v>35.444313778523707</c:v>
                </c:pt>
                <c:pt idx="7748">
                  <c:v>35.440909089641188</c:v>
                </c:pt>
                <c:pt idx="7749">
                  <c:v>35.4375</c:v>
                </c:pt>
                <c:pt idx="7750">
                  <c:v>35.434086508693888</c:v>
                </c:pt>
                <c:pt idx="7751">
                  <c:v>35.430668614816589</c:v>
                </c:pt>
                <c:pt idx="7752">
                  <c:v>35.427246317461595</c:v>
                </c:pt>
                <c:pt idx="7753">
                  <c:v>35.423819615722898</c:v>
                </c:pt>
                <c:pt idx="7754">
                  <c:v>35.420388508693897</c:v>
                </c:pt>
                <c:pt idx="7755">
                  <c:v>35.416952995468399</c:v>
                </c:pt>
                <c:pt idx="7756">
                  <c:v>35.413513075140095</c:v>
                </c:pt>
                <c:pt idx="7757">
                  <c:v>35.4100687468027</c:v>
                </c:pt>
                <c:pt idx="7758">
                  <c:v>35.406620009549897</c:v>
                </c:pt>
                <c:pt idx="7759">
                  <c:v>35.403166862475203</c:v>
                </c:pt>
                <c:pt idx="7760">
                  <c:v>35.399709304672498</c:v>
                </c:pt>
                <c:pt idx="7761">
                  <c:v>35.396247335235493</c:v>
                </c:pt>
                <c:pt idx="7762">
                  <c:v>35.392780953257692</c:v>
                </c:pt>
                <c:pt idx="7763">
                  <c:v>35.389310157832895</c:v>
                </c:pt>
                <c:pt idx="7764">
                  <c:v>35.385834948054807</c:v>
                </c:pt>
                <c:pt idx="7765">
                  <c:v>35.382355323017002</c:v>
                </c:pt>
                <c:pt idx="7766">
                  <c:v>35.378871281813296</c:v>
                </c:pt>
                <c:pt idx="7767">
                  <c:v>35.375382823537301</c:v>
                </c:pt>
                <c:pt idx="7768">
                  <c:v>35.371889947282689</c:v>
                </c:pt>
                <c:pt idx="7769">
                  <c:v>35.368392652143299</c:v>
                </c:pt>
                <c:pt idx="7770">
                  <c:v>35.364890937212586</c:v>
                </c:pt>
                <c:pt idx="7771">
                  <c:v>35.361384801584393</c:v>
                </c:pt>
                <c:pt idx="7772">
                  <c:v>35.357874244352288</c:v>
                </c:pt>
                <c:pt idx="7773">
                  <c:v>35.354359264610089</c:v>
                </c:pt>
                <c:pt idx="7774">
                  <c:v>35.35083986145149</c:v>
                </c:pt>
                <c:pt idx="7775">
                  <c:v>35.347316033970003</c:v>
                </c:pt>
                <c:pt idx="7776">
                  <c:v>35.343787781259387</c:v>
                </c:pt>
                <c:pt idx="7777">
                  <c:v>35.340255102413494</c:v>
                </c:pt>
                <c:pt idx="7778">
                  <c:v>35.336717996525813</c:v>
                </c:pt>
                <c:pt idx="7779">
                  <c:v>35.333176462690091</c:v>
                </c:pt>
                <c:pt idx="7780">
                  <c:v>35.3296305</c:v>
                </c:pt>
                <c:pt idx="7781">
                  <c:v>35.326080107549295</c:v>
                </c:pt>
                <c:pt idx="7782">
                  <c:v>35.322525284431507</c:v>
                </c:pt>
                <c:pt idx="7783">
                  <c:v>35.318966029740487</c:v>
                </c:pt>
                <c:pt idx="7784">
                  <c:v>35.315402342569911</c:v>
                </c:pt>
                <c:pt idx="7785">
                  <c:v>35.311834222013388</c:v>
                </c:pt>
                <c:pt idx="7786">
                  <c:v>35.308261667164587</c:v>
                </c:pt>
                <c:pt idx="7787">
                  <c:v>35.30468467711728</c:v>
                </c:pt>
                <c:pt idx="7788">
                  <c:v>35.301103250965099</c:v>
                </c:pt>
                <c:pt idx="7789">
                  <c:v>35.297517387801705</c:v>
                </c:pt>
                <c:pt idx="7790">
                  <c:v>35.293927086720807</c:v>
                </c:pt>
                <c:pt idx="7791">
                  <c:v>35.290332346816115</c:v>
                </c:pt>
                <c:pt idx="7792">
                  <c:v>35.286733167181403</c:v>
                </c:pt>
                <c:pt idx="7793">
                  <c:v>35.283129546910104</c:v>
                </c:pt>
                <c:pt idx="7794">
                  <c:v>35.27952148509619</c:v>
                </c:pt>
                <c:pt idx="7795">
                  <c:v>35.275908980833108</c:v>
                </c:pt>
                <c:pt idx="7796">
                  <c:v>35.272292033214697</c:v>
                </c:pt>
                <c:pt idx="7797">
                  <c:v>35.268670641334602</c:v>
                </c:pt>
                <c:pt idx="7798">
                  <c:v>35.265044804286497</c:v>
                </c:pt>
                <c:pt idx="7799">
                  <c:v>35.261414521164099</c:v>
                </c:pt>
                <c:pt idx="7800">
                  <c:v>35.257779791061097</c:v>
                </c:pt>
                <c:pt idx="7801">
                  <c:v>35.254140613071101</c:v>
                </c:pt>
                <c:pt idx="7802">
                  <c:v>35.2504969862878</c:v>
                </c:pt>
                <c:pt idx="7803">
                  <c:v>35.246848909805003</c:v>
                </c:pt>
                <c:pt idx="7804">
                  <c:v>35.243196382716299</c:v>
                </c:pt>
                <c:pt idx="7805">
                  <c:v>35.239539404115305</c:v>
                </c:pt>
                <c:pt idx="7806">
                  <c:v>35.235877973095903</c:v>
                </c:pt>
                <c:pt idx="7807">
                  <c:v>35.232212088751609</c:v>
                </c:pt>
                <c:pt idx="7808">
                  <c:v>35.228541750176205</c:v>
                </c:pt>
                <c:pt idx="7809">
                  <c:v>35.224866956463394</c:v>
                </c:pt>
                <c:pt idx="7810">
                  <c:v>35.221187706706701</c:v>
                </c:pt>
                <c:pt idx="7811">
                  <c:v>35.217504000000005</c:v>
                </c:pt>
                <c:pt idx="7812">
                  <c:v>35.213815835436904</c:v>
                </c:pt>
                <c:pt idx="7813">
                  <c:v>35.210123212111007</c:v>
                </c:pt>
                <c:pt idx="7814">
                  <c:v>35.206426129116196</c:v>
                </c:pt>
                <c:pt idx="7815">
                  <c:v>35.202724585545994</c:v>
                </c:pt>
                <c:pt idx="7816">
                  <c:v>35.199018580494105</c:v>
                </c:pt>
                <c:pt idx="7817">
                  <c:v>35.19530811305431</c:v>
                </c:pt>
                <c:pt idx="7818">
                  <c:v>35.191593182320204</c:v>
                </c:pt>
                <c:pt idx="7819">
                  <c:v>35.187873787385492</c:v>
                </c:pt>
                <c:pt idx="7820">
                  <c:v>35.184149927343796</c:v>
                </c:pt>
                <c:pt idx="7821">
                  <c:v>35.180421601288991</c:v>
                </c:pt>
                <c:pt idx="7822">
                  <c:v>35.176688808314594</c:v>
                </c:pt>
                <c:pt idx="7823">
                  <c:v>35.172951547514401</c:v>
                </c:pt>
                <c:pt idx="7824">
                  <c:v>35.169209817981908</c:v>
                </c:pt>
                <c:pt idx="7825">
                  <c:v>35.165463618811103</c:v>
                </c:pt>
                <c:pt idx="7826">
                  <c:v>35.16171294909531</c:v>
                </c:pt>
                <c:pt idx="7827">
                  <c:v>35.157957807928597</c:v>
                </c:pt>
                <c:pt idx="7828">
                  <c:v>35.154198194404302</c:v>
                </c:pt>
                <c:pt idx="7829">
                  <c:v>35.150434107616384</c:v>
                </c:pt>
                <c:pt idx="7830">
                  <c:v>35.146665546658397</c:v>
                </c:pt>
                <c:pt idx="7831">
                  <c:v>35.142892510624002</c:v>
                </c:pt>
                <c:pt idx="7832">
                  <c:v>35.139114998607006</c:v>
                </c:pt>
                <c:pt idx="7833">
                  <c:v>35.135333009700908</c:v>
                </c:pt>
                <c:pt idx="7834">
                  <c:v>35.131546542999601</c:v>
                </c:pt>
                <c:pt idx="7835">
                  <c:v>35.127755597596597</c:v>
                </c:pt>
                <c:pt idx="7836">
                  <c:v>35.123960172585704</c:v>
                </c:pt>
                <c:pt idx="7837">
                  <c:v>35.120160267060498</c:v>
                </c:pt>
                <c:pt idx="7838">
                  <c:v>35.11635588011481</c:v>
                </c:pt>
                <c:pt idx="7839">
                  <c:v>35.112547010842192</c:v>
                </c:pt>
                <c:pt idx="7840">
                  <c:v>35.108733658336398</c:v>
                </c:pt>
                <c:pt idx="7841">
                  <c:v>35.104915821691101</c:v>
                </c:pt>
                <c:pt idx="7842">
                  <c:v>35.101093499999998</c:v>
                </c:pt>
                <c:pt idx="7843">
                  <c:v>35.097266692356797</c:v>
                </c:pt>
                <c:pt idx="7844">
                  <c:v>35.093435397855018</c:v>
                </c:pt>
                <c:pt idx="7845">
                  <c:v>35.089599615588597</c:v>
                </c:pt>
                <c:pt idx="7846">
                  <c:v>35.085759344651109</c:v>
                </c:pt>
                <c:pt idx="7847">
                  <c:v>35.081914584136094</c:v>
                </c:pt>
                <c:pt idx="7848">
                  <c:v>35.078065333137502</c:v>
                </c:pt>
                <c:pt idx="7849">
                  <c:v>35.074211590748895</c:v>
                </c:pt>
                <c:pt idx="7850">
                  <c:v>35.070353356063904</c:v>
                </c:pt>
                <c:pt idx="7851">
                  <c:v>35.066490628176304</c:v>
                </c:pt>
                <c:pt idx="7852">
                  <c:v>35.062623406179718</c:v>
                </c:pt>
                <c:pt idx="7853">
                  <c:v>35.058751689167899</c:v>
                </c:pt>
                <c:pt idx="7854">
                  <c:v>35.054875476234386</c:v>
                </c:pt>
                <c:pt idx="7855">
                  <c:v>35.050994766473096</c:v>
                </c:pt>
                <c:pt idx="7856">
                  <c:v>35.047109558977496</c:v>
                </c:pt>
                <c:pt idx="7857">
                  <c:v>35.043219852841496</c:v>
                </c:pt>
                <c:pt idx="7858">
                  <c:v>35.039325647158506</c:v>
                </c:pt>
                <c:pt idx="7859">
                  <c:v>35.0354269410225</c:v>
                </c:pt>
                <c:pt idx="7860">
                  <c:v>35.031523733526903</c:v>
                </c:pt>
                <c:pt idx="7861">
                  <c:v>35.027616023765496</c:v>
                </c:pt>
                <c:pt idx="7862">
                  <c:v>35.023703810832103</c:v>
                </c:pt>
                <c:pt idx="7863">
                  <c:v>35.019787093820291</c:v>
                </c:pt>
                <c:pt idx="7864">
                  <c:v>35.015865871823692</c:v>
                </c:pt>
                <c:pt idx="7865">
                  <c:v>35.011940143936094</c:v>
                </c:pt>
                <c:pt idx="7866">
                  <c:v>35.008009909251101</c:v>
                </c:pt>
                <c:pt idx="7867">
                  <c:v>35.004075166862492</c:v>
                </c:pt>
                <c:pt idx="7868">
                  <c:v>35.000135915863908</c:v>
                </c:pt>
                <c:pt idx="7869">
                  <c:v>34.996192155348901</c:v>
                </c:pt>
                <c:pt idx="7870">
                  <c:v>34.992243884411401</c:v>
                </c:pt>
                <c:pt idx="7871">
                  <c:v>34.988291102144899</c:v>
                </c:pt>
                <c:pt idx="7872">
                  <c:v>34.984333807643289</c:v>
                </c:pt>
                <c:pt idx="7873">
                  <c:v>34.980372000000003</c:v>
                </c:pt>
                <c:pt idx="7874">
                  <c:v>34.9764056783089</c:v>
                </c:pt>
                <c:pt idx="7875">
                  <c:v>34.972434841663592</c:v>
                </c:pt>
                <c:pt idx="7876">
                  <c:v>34.968459489157802</c:v>
                </c:pt>
                <c:pt idx="7877">
                  <c:v>34.964479619885196</c:v>
                </c:pt>
                <c:pt idx="7878">
                  <c:v>34.960495232939508</c:v>
                </c:pt>
                <c:pt idx="7879">
                  <c:v>34.956506327414296</c:v>
                </c:pt>
                <c:pt idx="7880">
                  <c:v>34.952512902403406</c:v>
                </c:pt>
                <c:pt idx="7881">
                  <c:v>34.948514957000398</c:v>
                </c:pt>
                <c:pt idx="7882">
                  <c:v>34.944512490299097</c:v>
                </c:pt>
                <c:pt idx="7883">
                  <c:v>34.940505501392991</c:v>
                </c:pt>
                <c:pt idx="7884">
                  <c:v>34.936493989376004</c:v>
                </c:pt>
                <c:pt idx="7885">
                  <c:v>34.932477953341589</c:v>
                </c:pt>
                <c:pt idx="7886">
                  <c:v>34.928457392383599</c:v>
                </c:pt>
                <c:pt idx="7887">
                  <c:v>34.924432305595602</c:v>
                </c:pt>
                <c:pt idx="7888">
                  <c:v>34.920402692071406</c:v>
                </c:pt>
                <c:pt idx="7889">
                  <c:v>34.916368550904593</c:v>
                </c:pt>
                <c:pt idx="7890">
                  <c:v>34.912329881188903</c:v>
                </c:pt>
                <c:pt idx="7891">
                  <c:v>34.908286682018094</c:v>
                </c:pt>
                <c:pt idx="7892">
                  <c:v>34.904238952485599</c:v>
                </c:pt>
                <c:pt idx="7893">
                  <c:v>34.900186691685391</c:v>
                </c:pt>
                <c:pt idx="7894">
                  <c:v>34.896129898711003</c:v>
                </c:pt>
                <c:pt idx="7895">
                  <c:v>34.892068572656193</c:v>
                </c:pt>
                <c:pt idx="7896">
                  <c:v>34.888002712614593</c:v>
                </c:pt>
                <c:pt idx="7897">
                  <c:v>34.883932317679808</c:v>
                </c:pt>
                <c:pt idx="7898">
                  <c:v>34.879857386945702</c:v>
                </c:pt>
                <c:pt idx="7899">
                  <c:v>34.875777919505907</c:v>
                </c:pt>
                <c:pt idx="7900">
                  <c:v>34.871693914453999</c:v>
                </c:pt>
                <c:pt idx="7901">
                  <c:v>34.867605370883801</c:v>
                </c:pt>
                <c:pt idx="7902">
                  <c:v>34.863512287889009</c:v>
                </c:pt>
                <c:pt idx="7903">
                  <c:v>34.85941466456309</c:v>
                </c:pt>
                <c:pt idx="7904">
                  <c:v>34.855312500000004</c:v>
                </c:pt>
                <c:pt idx="7905">
                  <c:v>34.851205793293282</c:v>
                </c:pt>
                <c:pt idx="7906">
                  <c:v>34.847094543536585</c:v>
                </c:pt>
                <c:pt idx="7907">
                  <c:v>34.842978749823807</c:v>
                </c:pt>
                <c:pt idx="7908">
                  <c:v>34.838858411248388</c:v>
                </c:pt>
                <c:pt idx="7909">
                  <c:v>34.834733526904103</c:v>
                </c:pt>
                <c:pt idx="7910">
                  <c:v>34.830604095884588</c:v>
                </c:pt>
                <c:pt idx="7911">
                  <c:v>34.826470117283691</c:v>
                </c:pt>
                <c:pt idx="7912">
                  <c:v>34.822331590195006</c:v>
                </c:pt>
                <c:pt idx="7913">
                  <c:v>34.818188513712187</c:v>
                </c:pt>
                <c:pt idx="7914">
                  <c:v>34.814040886929</c:v>
                </c:pt>
                <c:pt idx="7915">
                  <c:v>34.8098887089389</c:v>
                </c:pt>
                <c:pt idx="7916">
                  <c:v>34.805731978835908</c:v>
                </c:pt>
                <c:pt idx="7917">
                  <c:v>34.801570695713487</c:v>
                </c:pt>
                <c:pt idx="7918">
                  <c:v>34.797404858665395</c:v>
                </c:pt>
                <c:pt idx="7919">
                  <c:v>34.7932344667853</c:v>
                </c:pt>
                <c:pt idx="7920">
                  <c:v>34.789059519166898</c:v>
                </c:pt>
                <c:pt idx="7921">
                  <c:v>34.784880014903798</c:v>
                </c:pt>
                <c:pt idx="7922">
                  <c:v>34.780695953089904</c:v>
                </c:pt>
                <c:pt idx="7923">
                  <c:v>34.776507332818603</c:v>
                </c:pt>
                <c:pt idx="7924">
                  <c:v>34.772314153183807</c:v>
                </c:pt>
                <c:pt idx="7925">
                  <c:v>34.768116413279209</c:v>
                </c:pt>
                <c:pt idx="7926">
                  <c:v>34.763914112198307</c:v>
                </c:pt>
                <c:pt idx="7927">
                  <c:v>34.759707249034903</c:v>
                </c:pt>
                <c:pt idx="7928">
                  <c:v>34.755495822882708</c:v>
                </c:pt>
                <c:pt idx="7929">
                  <c:v>34.751279832835401</c:v>
                </c:pt>
                <c:pt idx="7930">
                  <c:v>34.747059277986594</c:v>
                </c:pt>
                <c:pt idx="7931">
                  <c:v>34.742834157430096</c:v>
                </c:pt>
                <c:pt idx="7932">
                  <c:v>34.738604470259496</c:v>
                </c:pt>
                <c:pt idx="7933">
                  <c:v>34.734370215568504</c:v>
                </c:pt>
                <c:pt idx="7934">
                  <c:v>34.730131392450716</c:v>
                </c:pt>
                <c:pt idx="7935">
                  <c:v>34.725888000000005</c:v>
                </c:pt>
                <c:pt idx="7936">
                  <c:v>34.721640037309903</c:v>
                </c:pt>
                <c:pt idx="7937">
                  <c:v>34.717387503474193</c:v>
                </c:pt>
                <c:pt idx="7938">
                  <c:v>34.713130397586504</c:v>
                </c:pt>
                <c:pt idx="7939">
                  <c:v>34.708868718740597</c:v>
                </c:pt>
                <c:pt idx="7940">
                  <c:v>34.704602466029996</c:v>
                </c:pt>
                <c:pt idx="7941">
                  <c:v>34.700331638548604</c:v>
                </c:pt>
                <c:pt idx="7942">
                  <c:v>34.696056235389911</c:v>
                </c:pt>
                <c:pt idx="7943">
                  <c:v>34.691776255647696</c:v>
                </c:pt>
                <c:pt idx="7944">
                  <c:v>34.687491698415592</c:v>
                </c:pt>
                <c:pt idx="7945">
                  <c:v>34.683202562787393</c:v>
                </c:pt>
                <c:pt idx="7946">
                  <c:v>34.678908847856704</c:v>
                </c:pt>
                <c:pt idx="7947">
                  <c:v>34.67461055271729</c:v>
                </c:pt>
                <c:pt idx="7948">
                  <c:v>34.670307676462691</c:v>
                </c:pt>
                <c:pt idx="7949">
                  <c:v>34.66600021818671</c:v>
                </c:pt>
                <c:pt idx="7950">
                  <c:v>34.661688176982999</c:v>
                </c:pt>
                <c:pt idx="7951">
                  <c:v>34.657371551945189</c:v>
                </c:pt>
                <c:pt idx="7952">
                  <c:v>34.653050342167106</c:v>
                </c:pt>
                <c:pt idx="7953">
                  <c:v>34.648724546742294</c:v>
                </c:pt>
                <c:pt idx="7954">
                  <c:v>34.644394164764492</c:v>
                </c:pt>
                <c:pt idx="7955">
                  <c:v>34.640059195327396</c:v>
                </c:pt>
                <c:pt idx="7956">
                  <c:v>34.635719637524815</c:v>
                </c:pt>
                <c:pt idx="7957">
                  <c:v>34.631375490450104</c:v>
                </c:pt>
                <c:pt idx="7958">
                  <c:v>34.627026753197292</c:v>
                </c:pt>
                <c:pt idx="7959">
                  <c:v>34.622673424859912</c:v>
                </c:pt>
                <c:pt idx="7960">
                  <c:v>34.618315504531608</c:v>
                </c:pt>
                <c:pt idx="7961">
                  <c:v>34.6139529913061</c:v>
                </c:pt>
                <c:pt idx="7962">
                  <c:v>34.609585884277102</c:v>
                </c:pt>
                <c:pt idx="7963">
                  <c:v>34.605214182538404</c:v>
                </c:pt>
                <c:pt idx="7964">
                  <c:v>34.600837885183495</c:v>
                </c:pt>
                <c:pt idx="7965">
                  <c:v>34.596456991306098</c:v>
                </c:pt>
                <c:pt idx="7966">
                  <c:v>34.592071500000003</c:v>
                </c:pt>
                <c:pt idx="7967">
                  <c:v>34.58768141035879</c:v>
                </c:pt>
                <c:pt idx="7968">
                  <c:v>34.583286721476291</c:v>
                </c:pt>
                <c:pt idx="7969">
                  <c:v>34.578887432445988</c:v>
                </c:pt>
                <c:pt idx="7970">
                  <c:v>34.574483542361797</c:v>
                </c:pt>
                <c:pt idx="7971">
                  <c:v>34.570075050317193</c:v>
                </c:pt>
                <c:pt idx="7972">
                  <c:v>34.565661955405993</c:v>
                </c:pt>
                <c:pt idx="7973">
                  <c:v>34.5612442567218</c:v>
                </c:pt>
                <c:pt idx="7974">
                  <c:v>34.556821953358387</c:v>
                </c:pt>
                <c:pt idx="7975">
                  <c:v>34.552395044409408</c:v>
                </c:pt>
                <c:pt idx="7976">
                  <c:v>34.547963528968495</c:v>
                </c:pt>
                <c:pt idx="7977">
                  <c:v>34.5435274061294</c:v>
                </c:pt>
                <c:pt idx="7978">
                  <c:v>34.539086674985697</c:v>
                </c:pt>
                <c:pt idx="7979">
                  <c:v>34.534641334631296</c:v>
                </c:pt>
                <c:pt idx="7980">
                  <c:v>34.530191384159608</c:v>
                </c:pt>
                <c:pt idx="7981">
                  <c:v>34.525736822664605</c:v>
                </c:pt>
                <c:pt idx="7982">
                  <c:v>34.5212776492397</c:v>
                </c:pt>
                <c:pt idx="7983">
                  <c:v>34.516813862978708</c:v>
                </c:pt>
                <c:pt idx="7984">
                  <c:v>34.512345462975404</c:v>
                </c:pt>
                <c:pt idx="7985">
                  <c:v>34.507872448323297</c:v>
                </c:pt>
                <c:pt idx="7986">
                  <c:v>34.503394818116199</c:v>
                </c:pt>
                <c:pt idx="7987">
                  <c:v>34.498912571447697</c:v>
                </c:pt>
                <c:pt idx="7988">
                  <c:v>34.494425707411594</c:v>
                </c:pt>
                <c:pt idx="7989">
                  <c:v>34.4899342251015</c:v>
                </c:pt>
                <c:pt idx="7990">
                  <c:v>34.485438123611196</c:v>
                </c:pt>
                <c:pt idx="7991">
                  <c:v>34.480937402034193</c:v>
                </c:pt>
                <c:pt idx="7992">
                  <c:v>34.476432059464194</c:v>
                </c:pt>
                <c:pt idx="7993">
                  <c:v>34.471922094995101</c:v>
                </c:pt>
                <c:pt idx="7994">
                  <c:v>34.467407507720488</c:v>
                </c:pt>
                <c:pt idx="7995">
                  <c:v>34.462888296733901</c:v>
                </c:pt>
                <c:pt idx="7996">
                  <c:v>34.458364461129193</c:v>
                </c:pt>
                <c:pt idx="7997">
                  <c:v>34.453835999999995</c:v>
                </c:pt>
                <c:pt idx="7998">
                  <c:v>34.449302912440011</c:v>
                </c:pt>
                <c:pt idx="7999">
                  <c:v>34.444765197542893</c:v>
                </c:pt>
                <c:pt idx="8000">
                  <c:v>34.440222854402293</c:v>
                </c:pt>
                <c:pt idx="8001">
                  <c:v>34.435675882112001</c:v>
                </c:pt>
                <c:pt idx="8002">
                  <c:v>34.43112427976569</c:v>
                </c:pt>
                <c:pt idx="8003">
                  <c:v>34.426568046457007</c:v>
                </c:pt>
                <c:pt idx="8004">
                  <c:v>34.422007181279596</c:v>
                </c:pt>
                <c:pt idx="8005">
                  <c:v>34.417441683327183</c:v>
                </c:pt>
                <c:pt idx="8006">
                  <c:v>34.412871551693478</c:v>
                </c:pt>
                <c:pt idx="8007">
                  <c:v>34.408296785472096</c:v>
                </c:pt>
                <c:pt idx="8008">
                  <c:v>34.403717383756799</c:v>
                </c:pt>
                <c:pt idx="8009">
                  <c:v>34.399133345641303</c:v>
                </c:pt>
                <c:pt idx="8010">
                  <c:v>34.39454467021919</c:v>
                </c:pt>
                <c:pt idx="8011">
                  <c:v>34.389951356584199</c:v>
                </c:pt>
                <c:pt idx="8012">
                  <c:v>34.385353403829996</c:v>
                </c:pt>
                <c:pt idx="8013">
                  <c:v>34.380750811050298</c:v>
                </c:pt>
                <c:pt idx="8014">
                  <c:v>34.376143577338794</c:v>
                </c:pt>
                <c:pt idx="8015">
                  <c:v>34.371531701789095</c:v>
                </c:pt>
                <c:pt idx="8016">
                  <c:v>34.366915183495003</c:v>
                </c:pt>
                <c:pt idx="8017">
                  <c:v>34.362294021550099</c:v>
                </c:pt>
                <c:pt idx="8018">
                  <c:v>34.357668215048186</c:v>
                </c:pt>
                <c:pt idx="8019">
                  <c:v>34.353037763082789</c:v>
                </c:pt>
                <c:pt idx="8020">
                  <c:v>34.348402664747695</c:v>
                </c:pt>
                <c:pt idx="8021">
                  <c:v>34.343762919136594</c:v>
                </c:pt>
                <c:pt idx="8022">
                  <c:v>34.339118525343196</c:v>
                </c:pt>
                <c:pt idx="8023">
                  <c:v>34.334469482461088</c:v>
                </c:pt>
                <c:pt idx="8024">
                  <c:v>34.329815789584103</c:v>
                </c:pt>
                <c:pt idx="8025">
                  <c:v>34.325157445805807</c:v>
                </c:pt>
                <c:pt idx="8026">
                  <c:v>34.32049445021989</c:v>
                </c:pt>
                <c:pt idx="8027">
                  <c:v>34.315826801919997</c:v>
                </c:pt>
                <c:pt idx="8028">
                  <c:v>34.311154499999994</c:v>
                </c:pt>
                <c:pt idx="8029">
                  <c:v>34.306477543553392</c:v>
                </c:pt>
                <c:pt idx="8030">
                  <c:v>34.301795931674</c:v>
                </c:pt>
                <c:pt idx="8031">
                  <c:v>34.297109663455402</c:v>
                </c:pt>
                <c:pt idx="8032">
                  <c:v>34.292418737991312</c:v>
                </c:pt>
                <c:pt idx="8033">
                  <c:v>34.287723154375499</c:v>
                </c:pt>
                <c:pt idx="8034">
                  <c:v>34.283022911701501</c:v>
                </c:pt>
                <c:pt idx="8035">
                  <c:v>34.278318009063106</c:v>
                </c:pt>
                <c:pt idx="8036">
                  <c:v>34.273608445554004</c:v>
                </c:pt>
                <c:pt idx="8037">
                  <c:v>34.268894220267903</c:v>
                </c:pt>
                <c:pt idx="8038">
                  <c:v>34.264175332298407</c:v>
                </c:pt>
                <c:pt idx="8039">
                  <c:v>34.259451780739099</c:v>
                </c:pt>
                <c:pt idx="8040">
                  <c:v>34.254723564683992</c:v>
                </c:pt>
                <c:pt idx="8041">
                  <c:v>34.249990683226493</c:v>
                </c:pt>
                <c:pt idx="8042">
                  <c:v>34.245253135460402</c:v>
                </c:pt>
                <c:pt idx="8043">
                  <c:v>34.240510920479316</c:v>
                </c:pt>
                <c:pt idx="8044">
                  <c:v>34.235764037377102</c:v>
                </c:pt>
                <c:pt idx="8045">
                  <c:v>34.231012485247192</c:v>
                </c:pt>
                <c:pt idx="8046">
                  <c:v>34.226256263183501</c:v>
                </c:pt>
                <c:pt idx="8047">
                  <c:v>34.221495370279605</c:v>
                </c:pt>
                <c:pt idx="8048">
                  <c:v>34.2167298056292</c:v>
                </c:pt>
                <c:pt idx="8049">
                  <c:v>34.211959568325994</c:v>
                </c:pt>
                <c:pt idx="8050">
                  <c:v>34.207184657463685</c:v>
                </c:pt>
                <c:pt idx="8051">
                  <c:v>34.20240507213591</c:v>
                </c:pt>
                <c:pt idx="8052">
                  <c:v>34.197620811436295</c:v>
                </c:pt>
                <c:pt idx="8053">
                  <c:v>34.192831874458705</c:v>
                </c:pt>
                <c:pt idx="8054">
                  <c:v>34.1880382602967</c:v>
                </c:pt>
                <c:pt idx="8055">
                  <c:v>34.183239968043999</c:v>
                </c:pt>
                <c:pt idx="8056">
                  <c:v>34.178436996794304</c:v>
                </c:pt>
                <c:pt idx="8057">
                  <c:v>34.173629345641295</c:v>
                </c:pt>
                <c:pt idx="8058">
                  <c:v>34.168817013678598</c:v>
                </c:pt>
                <c:pt idx="8059">
                  <c:v>34.164000000000001</c:v>
                </c:pt>
                <c:pt idx="8060">
                  <c:v>34.1591783036991</c:v>
                </c:pt>
                <c:pt idx="8061">
                  <c:v>34.154351923869598</c:v>
                </c:pt>
                <c:pt idx="8062">
                  <c:v>34.149520859605197</c:v>
                </c:pt>
                <c:pt idx="8063">
                  <c:v>34.144685109999692</c:v>
                </c:pt>
                <c:pt idx="8064">
                  <c:v>34.139844674146588</c:v>
                </c:pt>
                <c:pt idx="8065">
                  <c:v>34.134999551139593</c:v>
                </c:pt>
                <c:pt idx="8066">
                  <c:v>34.130149740072504</c:v>
                </c:pt>
                <c:pt idx="8067">
                  <c:v>34.125295240038916</c:v>
                </c:pt>
                <c:pt idx="8068">
                  <c:v>34.120436050132597</c:v>
                </c:pt>
                <c:pt idx="8069">
                  <c:v>34.115572169447098</c:v>
                </c:pt>
                <c:pt idx="8070">
                  <c:v>34.110703597076295</c:v>
                </c:pt>
                <c:pt idx="8071">
                  <c:v>34.105830332113705</c:v>
                </c:pt>
                <c:pt idx="8072">
                  <c:v>34.100952373653101</c:v>
                </c:pt>
                <c:pt idx="8073">
                  <c:v>34.096069720788201</c:v>
                </c:pt>
                <c:pt idx="8074">
                  <c:v>34.091182372612494</c:v>
                </c:pt>
                <c:pt idx="8075">
                  <c:v>34.086290328219903</c:v>
                </c:pt>
                <c:pt idx="8076">
                  <c:v>34.081393586703996</c:v>
                </c:pt>
                <c:pt idx="8077">
                  <c:v>34.076492147158504</c:v>
                </c:pt>
                <c:pt idx="8078">
                  <c:v>34.071586008677095</c:v>
                </c:pt>
                <c:pt idx="8079">
                  <c:v>34.066675170353498</c:v>
                </c:pt>
                <c:pt idx="8080">
                  <c:v>34.061759631281298</c:v>
                </c:pt>
                <c:pt idx="8081">
                  <c:v>34.056839390554202</c:v>
                </c:pt>
                <c:pt idx="8082">
                  <c:v>34.051914447265986</c:v>
                </c:pt>
                <c:pt idx="8083">
                  <c:v>34.046984800510195</c:v>
                </c:pt>
                <c:pt idx="8084">
                  <c:v>34.042050449380703</c:v>
                </c:pt>
                <c:pt idx="8085">
                  <c:v>34.037111392971013</c:v>
                </c:pt>
                <c:pt idx="8086">
                  <c:v>34.032167630374907</c:v>
                </c:pt>
                <c:pt idx="8087">
                  <c:v>34.027219160686094</c:v>
                </c:pt>
                <c:pt idx="8088">
                  <c:v>34.022265982998206</c:v>
                </c:pt>
                <c:pt idx="8089">
                  <c:v>34.017308096405003</c:v>
                </c:pt>
                <c:pt idx="8090">
                  <c:v>34.012345500000002</c:v>
                </c:pt>
                <c:pt idx="8091">
                  <c:v>34.007378192877006</c:v>
                </c:pt>
                <c:pt idx="8092">
                  <c:v>34.00240617412981</c:v>
                </c:pt>
                <c:pt idx="8093">
                  <c:v>33.997429442851903</c:v>
                </c:pt>
                <c:pt idx="8094">
                  <c:v>33.992447998137003</c:v>
                </c:pt>
                <c:pt idx="8095">
                  <c:v>33.987461839078897</c:v>
                </c:pt>
                <c:pt idx="8096">
                  <c:v>33.982470964771203</c:v>
                </c:pt>
                <c:pt idx="8097">
                  <c:v>33.977475374307701</c:v>
                </c:pt>
                <c:pt idx="8098">
                  <c:v>33.972475066781904</c:v>
                </c:pt>
                <c:pt idx="8099">
                  <c:v>33.967470041287591</c:v>
                </c:pt>
                <c:pt idx="8100">
                  <c:v>33.962460296918501</c:v>
                </c:pt>
                <c:pt idx="8101">
                  <c:v>33.957445832768293</c:v>
                </c:pt>
                <c:pt idx="8102">
                  <c:v>33.952426647930594</c:v>
                </c:pt>
                <c:pt idx="8103">
                  <c:v>33.947402741499097</c:v>
                </c:pt>
                <c:pt idx="8104">
                  <c:v>33.942374112567599</c:v>
                </c:pt>
                <c:pt idx="8105">
                  <c:v>33.937340760229596</c:v>
                </c:pt>
                <c:pt idx="8106">
                  <c:v>33.932302683578911</c:v>
                </c:pt>
                <c:pt idx="8107">
                  <c:v>33.927259881709197</c:v>
                </c:pt>
                <c:pt idx="8108">
                  <c:v>33.922212353714201</c:v>
                </c:pt>
                <c:pt idx="8109">
                  <c:v>33.917160098687489</c:v>
                </c:pt>
                <c:pt idx="8110">
                  <c:v>33.9121031157229</c:v>
                </c:pt>
                <c:pt idx="8111">
                  <c:v>33.907041403913887</c:v>
                </c:pt>
                <c:pt idx="8112">
                  <c:v>33.901974962354394</c:v>
                </c:pt>
                <c:pt idx="8113">
                  <c:v>33.896903790138005</c:v>
                </c:pt>
                <c:pt idx="8114">
                  <c:v>33.891827886358293</c:v>
                </c:pt>
                <c:pt idx="8115">
                  <c:v>33.886747250109096</c:v>
                </c:pt>
                <c:pt idx="8116">
                  <c:v>33.881661880483989</c:v>
                </c:pt>
                <c:pt idx="8117">
                  <c:v>33.876571776576803</c:v>
                </c:pt>
                <c:pt idx="8118">
                  <c:v>33.871476937481098</c:v>
                </c:pt>
                <c:pt idx="8119">
                  <c:v>33.866377362290592</c:v>
                </c:pt>
                <c:pt idx="8120">
                  <c:v>33.861273050098994</c:v>
                </c:pt>
                <c:pt idx="8121">
                  <c:v>33.856163999999993</c:v>
                </c:pt>
                <c:pt idx="8122">
                  <c:v>33.851050211087291</c:v>
                </c:pt>
                <c:pt idx="8123">
                  <c:v>33.845931682454399</c:v>
                </c:pt>
                <c:pt idx="8124">
                  <c:v>33.84080841319529</c:v>
                </c:pt>
                <c:pt idx="8125">
                  <c:v>33.835680402403391</c:v>
                </c:pt>
                <c:pt idx="8126">
                  <c:v>33.830547649172594</c:v>
                </c:pt>
                <c:pt idx="8127">
                  <c:v>33.825410152596397</c:v>
                </c:pt>
                <c:pt idx="8128">
                  <c:v>33.820267911768696</c:v>
                </c:pt>
                <c:pt idx="8129">
                  <c:v>33.815120925782999</c:v>
                </c:pt>
                <c:pt idx="8130">
                  <c:v>33.809969193732989</c:v>
                </c:pt>
                <c:pt idx="8131">
                  <c:v>33.80481271471249</c:v>
                </c:pt>
                <c:pt idx="8132">
                  <c:v>33.799651487815098</c:v>
                </c:pt>
                <c:pt idx="8133">
                  <c:v>33.7944855121345</c:v>
                </c:pt>
                <c:pt idx="8134">
                  <c:v>33.7893147867645</c:v>
                </c:pt>
                <c:pt idx="8135">
                  <c:v>33.784139310798601</c:v>
                </c:pt>
                <c:pt idx="8136">
                  <c:v>33.778959083330498</c:v>
                </c:pt>
                <c:pt idx="8137">
                  <c:v>33.773774103454102</c:v>
                </c:pt>
                <c:pt idx="8138">
                  <c:v>33.768584370262801</c:v>
                </c:pt>
                <c:pt idx="8139">
                  <c:v>33.763389882850504</c:v>
                </c:pt>
                <c:pt idx="8140">
                  <c:v>33.758190640310808</c:v>
                </c:pt>
                <c:pt idx="8141">
                  <c:v>33.752986641737394</c:v>
                </c:pt>
                <c:pt idx="8142">
                  <c:v>33.747777886224</c:v>
                </c:pt>
                <c:pt idx="8143">
                  <c:v>33.742564372864301</c:v>
                </c:pt>
                <c:pt idx="8144">
                  <c:v>33.737346100751907</c:v>
                </c:pt>
                <c:pt idx="8145">
                  <c:v>33.732123068980606</c:v>
                </c:pt>
                <c:pt idx="8146">
                  <c:v>33.726895276644001</c:v>
                </c:pt>
                <c:pt idx="8147">
                  <c:v>33.72166272283571</c:v>
                </c:pt>
                <c:pt idx="8148">
                  <c:v>33.716425406649691</c:v>
                </c:pt>
                <c:pt idx="8149">
                  <c:v>33.711183327179306</c:v>
                </c:pt>
                <c:pt idx="8150">
                  <c:v>33.705936483518499</c:v>
                </c:pt>
                <c:pt idx="8151">
                  <c:v>33.700684874760796</c:v>
                </c:pt>
                <c:pt idx="8152">
                  <c:v>33.695428500000006</c:v>
                </c:pt>
                <c:pt idx="8153">
                  <c:v>33.69016735832971</c:v>
                </c:pt>
                <c:pt idx="8154">
                  <c:v>33.68490144884359</c:v>
                </c:pt>
                <c:pt idx="8155">
                  <c:v>33.679630770635399</c:v>
                </c:pt>
                <c:pt idx="8156">
                  <c:v>33.67435532279881</c:v>
                </c:pt>
                <c:pt idx="8157">
                  <c:v>33.669075104427506</c:v>
                </c:pt>
                <c:pt idx="8158">
                  <c:v>33.663790114615203</c:v>
                </c:pt>
                <c:pt idx="8159">
                  <c:v>33.658500352455405</c:v>
                </c:pt>
                <c:pt idx="8160">
                  <c:v>33.653205817042092</c:v>
                </c:pt>
                <c:pt idx="8161">
                  <c:v>33.64790650746869</c:v>
                </c:pt>
                <c:pt idx="8162">
                  <c:v>33.642602422829007</c:v>
                </c:pt>
                <c:pt idx="8163">
                  <c:v>33.63729356221679</c:v>
                </c:pt>
                <c:pt idx="8164">
                  <c:v>33.631979924725606</c:v>
                </c:pt>
                <c:pt idx="8165">
                  <c:v>33.626661509449193</c:v>
                </c:pt>
                <c:pt idx="8166">
                  <c:v>33.621338315481211</c:v>
                </c:pt>
                <c:pt idx="8167">
                  <c:v>33.616010341915306</c:v>
                </c:pt>
                <c:pt idx="8168">
                  <c:v>33.610677587845288</c:v>
                </c:pt>
                <c:pt idx="8169">
                  <c:v>33.605340052364802</c:v>
                </c:pt>
                <c:pt idx="8170">
                  <c:v>33.599997734567502</c:v>
                </c:pt>
                <c:pt idx="8171">
                  <c:v>33.594650633547097</c:v>
                </c:pt>
                <c:pt idx="8172">
                  <c:v>33.589298748397198</c:v>
                </c:pt>
                <c:pt idx="8173">
                  <c:v>33.583942078211493</c:v>
                </c:pt>
                <c:pt idx="8174">
                  <c:v>33.578580622083805</c:v>
                </c:pt>
                <c:pt idx="8175">
                  <c:v>33.573214379107803</c:v>
                </c:pt>
                <c:pt idx="8176">
                  <c:v>33.567843348377004</c:v>
                </c:pt>
                <c:pt idx="8177">
                  <c:v>33.562467528985302</c:v>
                </c:pt>
                <c:pt idx="8178">
                  <c:v>33.557086920026194</c:v>
                </c:pt>
                <c:pt idx="8179">
                  <c:v>33.55170152059349</c:v>
                </c:pt>
                <c:pt idx="8180">
                  <c:v>33.546311329780806</c:v>
                </c:pt>
                <c:pt idx="8181">
                  <c:v>33.540916346681911</c:v>
                </c:pt>
                <c:pt idx="8182">
                  <c:v>33.535516570390399</c:v>
                </c:pt>
                <c:pt idx="8183">
                  <c:v>33.53011200000001</c:v>
                </c:pt>
                <c:pt idx="8184">
                  <c:v>33.524702634604402</c:v>
                </c:pt>
                <c:pt idx="8185">
                  <c:v>33.51928847329728</c:v>
                </c:pt>
                <c:pt idx="8186">
                  <c:v>33.513869515172388</c:v>
                </c:pt>
                <c:pt idx="8187">
                  <c:v>33.508445759323294</c:v>
                </c:pt>
                <c:pt idx="8188">
                  <c:v>33.503017204843701</c:v>
                </c:pt>
                <c:pt idx="8189">
                  <c:v>33.497583850827397</c:v>
                </c:pt>
                <c:pt idx="8190">
                  <c:v>33.492145696368006</c:v>
                </c:pt>
                <c:pt idx="8191">
                  <c:v>33.48670274055921</c:v>
                </c:pt>
                <c:pt idx="8192">
                  <c:v>33.48125498249469</c:v>
                </c:pt>
                <c:pt idx="8193">
                  <c:v>33.475802421268192</c:v>
                </c:pt>
                <c:pt idx="8194">
                  <c:v>33.470345055973297</c:v>
                </c:pt>
                <c:pt idx="8195">
                  <c:v>33.464882885703695</c:v>
                </c:pt>
                <c:pt idx="8196">
                  <c:v>33.459415909553201</c:v>
                </c:pt>
                <c:pt idx="8197">
                  <c:v>33.45394412661539</c:v>
                </c:pt>
                <c:pt idx="8198">
                  <c:v>33.448467535983994</c:v>
                </c:pt>
                <c:pt idx="8199">
                  <c:v>33.442986136752701</c:v>
                </c:pt>
                <c:pt idx="8200">
                  <c:v>33.4374999280152</c:v>
                </c:pt>
                <c:pt idx="8201">
                  <c:v>33.432008908865107</c:v>
                </c:pt>
                <c:pt idx="8202">
                  <c:v>33.426513078396198</c:v>
                </c:pt>
                <c:pt idx="8203">
                  <c:v>33.421012435702096</c:v>
                </c:pt>
                <c:pt idx="8204">
                  <c:v>33.415506979876497</c:v>
                </c:pt>
                <c:pt idx="8205">
                  <c:v>33.409996710013097</c:v>
                </c:pt>
                <c:pt idx="8206">
                  <c:v>33.404481625205584</c:v>
                </c:pt>
                <c:pt idx="8207">
                  <c:v>33.398961724547711</c:v>
                </c:pt>
                <c:pt idx="8208">
                  <c:v>33.393437007132995</c:v>
                </c:pt>
                <c:pt idx="8209">
                  <c:v>33.387907472055296</c:v>
                </c:pt>
                <c:pt idx="8210">
                  <c:v>33.382373118408211</c:v>
                </c:pt>
                <c:pt idx="8211">
                  <c:v>33.376833945285497</c:v>
                </c:pt>
                <c:pt idx="8212">
                  <c:v>33.371289951780689</c:v>
                </c:pt>
                <c:pt idx="8213">
                  <c:v>33.365741136987708</c:v>
                </c:pt>
                <c:pt idx="8214">
                  <c:v>33.360187499999995</c:v>
                </c:pt>
                <c:pt idx="8215">
                  <c:v>33.354629039911387</c:v>
                </c:pt>
                <c:pt idx="8216">
                  <c:v>33.349065755815488</c:v>
                </c:pt>
                <c:pt idx="8217">
                  <c:v>33.343497646806092</c:v>
                </c:pt>
                <c:pt idx="8218">
                  <c:v>33.337924711976797</c:v>
                </c:pt>
                <c:pt idx="8219">
                  <c:v>33.332346950421304</c:v>
                </c:pt>
                <c:pt idx="8220">
                  <c:v>33.326764361233288</c:v>
                </c:pt>
                <c:pt idx="8221">
                  <c:v>33.321176943506401</c:v>
                </c:pt>
                <c:pt idx="8222">
                  <c:v>33.31558469633449</c:v>
                </c:pt>
                <c:pt idx="8223">
                  <c:v>33.309987618811093</c:v>
                </c:pt>
                <c:pt idx="8224">
                  <c:v>33.304385710029905</c:v>
                </c:pt>
                <c:pt idx="8225">
                  <c:v>33.298778969084609</c:v>
                </c:pt>
                <c:pt idx="8226">
                  <c:v>33.293167395069005</c:v>
                </c:pt>
                <c:pt idx="8227">
                  <c:v>33.2875509870766</c:v>
                </c:pt>
                <c:pt idx="8228">
                  <c:v>33.2819297442013</c:v>
                </c:pt>
                <c:pt idx="8229">
                  <c:v>33.276303665536595</c:v>
                </c:pt>
                <c:pt idx="8230">
                  <c:v>33.270672750176203</c:v>
                </c:pt>
                <c:pt idx="8231">
                  <c:v>33.265036997213905</c:v>
                </c:pt>
                <c:pt idx="8232">
                  <c:v>33.259396405743288</c:v>
                </c:pt>
                <c:pt idx="8233">
                  <c:v>33.253750974858207</c:v>
                </c:pt>
                <c:pt idx="8234">
                  <c:v>33.248100703652099</c:v>
                </c:pt>
                <c:pt idx="8235">
                  <c:v>33.242445591218797</c:v>
                </c:pt>
                <c:pt idx="8236">
                  <c:v>33.236785636652002</c:v>
                </c:pt>
                <c:pt idx="8237">
                  <c:v>33.231120839045303</c:v>
                </c:pt>
                <c:pt idx="8238">
                  <c:v>33.225451197492497</c:v>
                </c:pt>
                <c:pt idx="8239">
                  <c:v>33.219776711087199</c:v>
                </c:pt>
                <c:pt idx="8240">
                  <c:v>33.214097378923199</c:v>
                </c:pt>
                <c:pt idx="8241">
                  <c:v>33.208413200094007</c:v>
                </c:pt>
                <c:pt idx="8242">
                  <c:v>33.20272417369339</c:v>
                </c:pt>
                <c:pt idx="8243">
                  <c:v>33.197030298815108</c:v>
                </c:pt>
                <c:pt idx="8244">
                  <c:v>33.191331574552699</c:v>
                </c:pt>
                <c:pt idx="8245">
                  <c:v>33.185628000000001</c:v>
                </c:pt>
                <c:pt idx="8246">
                  <c:v>33.179919574250597</c:v>
                </c:pt>
                <c:pt idx="8247">
                  <c:v>33.174206296398197</c:v>
                </c:pt>
                <c:pt idx="8248">
                  <c:v>33.168488165536594</c:v>
                </c:pt>
                <c:pt idx="8249">
                  <c:v>33.162765180759308</c:v>
                </c:pt>
                <c:pt idx="8250">
                  <c:v>33.157037341160098</c:v>
                </c:pt>
                <c:pt idx="8251">
                  <c:v>33.151304645832589</c:v>
                </c:pt>
                <c:pt idx="8252">
                  <c:v>33.145567093870604</c:v>
                </c:pt>
                <c:pt idx="8253">
                  <c:v>33.139824684367795</c:v>
                </c:pt>
                <c:pt idx="8254">
                  <c:v>33.134077416417696</c:v>
                </c:pt>
                <c:pt idx="8255">
                  <c:v>33.128325289114208</c:v>
                </c:pt>
                <c:pt idx="8256">
                  <c:v>33.122568301550814</c:v>
                </c:pt>
                <c:pt idx="8257">
                  <c:v>33.116806452821294</c:v>
                </c:pt>
                <c:pt idx="8258">
                  <c:v>33.1110397420194</c:v>
                </c:pt>
                <c:pt idx="8259">
                  <c:v>33.105268168238702</c:v>
                </c:pt>
                <c:pt idx="8260">
                  <c:v>33.099491730573007</c:v>
                </c:pt>
                <c:pt idx="8261">
                  <c:v>33.093710428115912</c:v>
                </c:pt>
                <c:pt idx="8262">
                  <c:v>33.087924259961092</c:v>
                </c:pt>
                <c:pt idx="8263">
                  <c:v>33.082133225202199</c:v>
                </c:pt>
                <c:pt idx="8264">
                  <c:v>33.076337322933107</c:v>
                </c:pt>
                <c:pt idx="8265">
                  <c:v>33.07053655224729</c:v>
                </c:pt>
                <c:pt idx="8266">
                  <c:v>33.064730912238602</c:v>
                </c:pt>
                <c:pt idx="8267">
                  <c:v>33.058920402000595</c:v>
                </c:pt>
                <c:pt idx="8268">
                  <c:v>33.053105020627001</c:v>
                </c:pt>
                <c:pt idx="8269">
                  <c:v>33.047284767211579</c:v>
                </c:pt>
                <c:pt idx="8270">
                  <c:v>33.041459640847897</c:v>
                </c:pt>
                <c:pt idx="8271">
                  <c:v>33.035629640629708</c:v>
                </c:pt>
                <c:pt idx="8272">
                  <c:v>33.029794765650692</c:v>
                </c:pt>
                <c:pt idx="8273">
                  <c:v>33.023955015004503</c:v>
                </c:pt>
                <c:pt idx="8274">
                  <c:v>33.018110387784908</c:v>
                </c:pt>
                <c:pt idx="8275">
                  <c:v>33.012260883085496</c:v>
                </c:pt>
                <c:pt idx="8276">
                  <c:v>33.006406499999997</c:v>
                </c:pt>
                <c:pt idx="8277">
                  <c:v>33.000547237622094</c:v>
                </c:pt>
                <c:pt idx="8278">
                  <c:v>32.994683095045488</c:v>
                </c:pt>
                <c:pt idx="8279">
                  <c:v>32.988814071363791</c:v>
                </c:pt>
                <c:pt idx="8280">
                  <c:v>32.982940165670797</c:v>
                </c:pt>
                <c:pt idx="8281">
                  <c:v>32.977061377060188</c:v>
                </c:pt>
                <c:pt idx="8282">
                  <c:v>32.971177704625497</c:v>
                </c:pt>
                <c:pt idx="8283">
                  <c:v>32.965289147460595</c:v>
                </c:pt>
                <c:pt idx="8284">
                  <c:v>32.959395704659102</c:v>
                </c:pt>
                <c:pt idx="8285">
                  <c:v>32.953497375314683</c:v>
                </c:pt>
                <c:pt idx="8286">
                  <c:v>32.947594158520999</c:v>
                </c:pt>
                <c:pt idx="8287">
                  <c:v>32.941686053371789</c:v>
                </c:pt>
                <c:pt idx="8288">
                  <c:v>32.935773058960805</c:v>
                </c:pt>
                <c:pt idx="8289">
                  <c:v>32.929855174381501</c:v>
                </c:pt>
                <c:pt idx="8290">
                  <c:v>32.923932398727814</c:v>
                </c:pt>
                <c:pt idx="8291">
                  <c:v>32.918004731093291</c:v>
                </c:pt>
                <c:pt idx="8292">
                  <c:v>32.912072170571605</c:v>
                </c:pt>
                <c:pt idx="8293">
                  <c:v>32.906134716256595</c:v>
                </c:pt>
                <c:pt idx="8294">
                  <c:v>32.9001923672418</c:v>
                </c:pt>
                <c:pt idx="8295">
                  <c:v>32.894245122620902</c:v>
                </c:pt>
                <c:pt idx="8296">
                  <c:v>32.888292981487702</c:v>
                </c:pt>
                <c:pt idx="8297">
                  <c:v>32.882335942935825</c:v>
                </c:pt>
                <c:pt idx="8298">
                  <c:v>32.876374006058903</c:v>
                </c:pt>
                <c:pt idx="8299">
                  <c:v>32.870407169950695</c:v>
                </c:pt>
                <c:pt idx="8300">
                  <c:v>32.864435433704799</c:v>
                </c:pt>
                <c:pt idx="8301">
                  <c:v>32.858458796415</c:v>
                </c:pt>
                <c:pt idx="8302">
                  <c:v>32.852477257174996</c:v>
                </c:pt>
                <c:pt idx="8303">
                  <c:v>32.846490815078397</c:v>
                </c:pt>
                <c:pt idx="8304">
                  <c:v>32.840499469218884</c:v>
                </c:pt>
                <c:pt idx="8305">
                  <c:v>32.834503218690195</c:v>
                </c:pt>
                <c:pt idx="8306">
                  <c:v>32.828502062586011</c:v>
                </c:pt>
                <c:pt idx="8307">
                  <c:v>32.822496000000001</c:v>
                </c:pt>
                <c:pt idx="8308">
                  <c:v>32.816485030025902</c:v>
                </c:pt>
                <c:pt idx="8309">
                  <c:v>32.810469151757182</c:v>
                </c:pt>
                <c:pt idx="8310">
                  <c:v>32.804448364287893</c:v>
                </c:pt>
                <c:pt idx="8311">
                  <c:v>32.798422666711403</c:v>
                </c:pt>
                <c:pt idx="8312">
                  <c:v>32.792392058121614</c:v>
                </c:pt>
                <c:pt idx="8313">
                  <c:v>32.786356537611994</c:v>
                </c:pt>
                <c:pt idx="8314">
                  <c:v>32.780316104276501</c:v>
                </c:pt>
                <c:pt idx="8315">
                  <c:v>32.774270757208491</c:v>
                </c:pt>
                <c:pt idx="8316">
                  <c:v>32.768220495502</c:v>
                </c:pt>
                <c:pt idx="8317">
                  <c:v>32.76216531825051</c:v>
                </c:pt>
                <c:pt idx="8318">
                  <c:v>32.75610522454771</c:v>
                </c:pt>
                <c:pt idx="8319">
                  <c:v>32.750040213487296</c:v>
                </c:pt>
                <c:pt idx="8320">
                  <c:v>32.743970284163005</c:v>
                </c:pt>
                <c:pt idx="8321">
                  <c:v>32.737895435668491</c:v>
                </c:pt>
                <c:pt idx="8322">
                  <c:v>32.731815667097393</c:v>
                </c:pt>
                <c:pt idx="8323">
                  <c:v>32.725730977543506</c:v>
                </c:pt>
                <c:pt idx="8324">
                  <c:v>32.719641366100497</c:v>
                </c:pt>
                <c:pt idx="8325">
                  <c:v>32.713546831862004</c:v>
                </c:pt>
                <c:pt idx="8326">
                  <c:v>32.707447373921703</c:v>
                </c:pt>
                <c:pt idx="8327">
                  <c:v>32.701342991373203</c:v>
                </c:pt>
                <c:pt idx="8328">
                  <c:v>32.695233683310398</c:v>
                </c:pt>
                <c:pt idx="8329">
                  <c:v>32.689119448826808</c:v>
                </c:pt>
                <c:pt idx="8330">
                  <c:v>32.683000287016192</c:v>
                </c:pt>
                <c:pt idx="8331">
                  <c:v>32.676876196972202</c:v>
                </c:pt>
                <c:pt idx="8332">
                  <c:v>32.670747177788591</c:v>
                </c:pt>
                <c:pt idx="8333">
                  <c:v>32.664613228559013</c:v>
                </c:pt>
                <c:pt idx="8334">
                  <c:v>32.658474348377005</c:v>
                </c:pt>
                <c:pt idx="8335">
                  <c:v>32.6523305363365</c:v>
                </c:pt>
                <c:pt idx="8336">
                  <c:v>32.646181791530999</c:v>
                </c:pt>
                <c:pt idx="8337">
                  <c:v>32.640028113054299</c:v>
                </c:pt>
                <c:pt idx="8338">
                  <c:v>32.633869499999996</c:v>
                </c:pt>
                <c:pt idx="8339">
                  <c:v>32.627705951461806</c:v>
                </c:pt>
                <c:pt idx="8340">
                  <c:v>32.621537466533496</c:v>
                </c:pt>
                <c:pt idx="8341">
                  <c:v>32.615364044308699</c:v>
                </c:pt>
                <c:pt idx="8342">
                  <c:v>32.609185683881002</c:v>
                </c:pt>
                <c:pt idx="8343">
                  <c:v>32.6030023843443</c:v>
                </c:pt>
                <c:pt idx="8344">
                  <c:v>32.596814144792098</c:v>
                </c:pt>
                <c:pt idx="8345">
                  <c:v>32.590620964318099</c:v>
                </c:pt>
                <c:pt idx="8346">
                  <c:v>32.584422842016096</c:v>
                </c:pt>
                <c:pt idx="8347">
                  <c:v>32.578219776979608</c:v>
                </c:pt>
                <c:pt idx="8348">
                  <c:v>32.572011768302495</c:v>
                </c:pt>
                <c:pt idx="8349">
                  <c:v>32.565798815078409</c:v>
                </c:pt>
                <c:pt idx="8350">
                  <c:v>32.559580916400904</c:v>
                </c:pt>
                <c:pt idx="8351">
                  <c:v>32.553358071363796</c:v>
                </c:pt>
                <c:pt idx="8352">
                  <c:v>32.547130279060802</c:v>
                </c:pt>
                <c:pt idx="8353">
                  <c:v>32.540897538585497</c:v>
                </c:pt>
                <c:pt idx="8354">
                  <c:v>32.534659849031598</c:v>
                </c:pt>
                <c:pt idx="8355">
                  <c:v>32.528417209492801</c:v>
                </c:pt>
                <c:pt idx="8356">
                  <c:v>32.522169619062801</c:v>
                </c:pt>
                <c:pt idx="8357">
                  <c:v>32.515917076835301</c:v>
                </c:pt>
                <c:pt idx="8358">
                  <c:v>32.509659581903897</c:v>
                </c:pt>
                <c:pt idx="8359">
                  <c:v>32.503397133362391</c:v>
                </c:pt>
                <c:pt idx="8360">
                  <c:v>32.497129730304501</c:v>
                </c:pt>
                <c:pt idx="8361">
                  <c:v>32.490857371823701</c:v>
                </c:pt>
                <c:pt idx="8362">
                  <c:v>32.484580057013886</c:v>
                </c:pt>
                <c:pt idx="8363">
                  <c:v>32.478297784968596</c:v>
                </c:pt>
                <c:pt idx="8364">
                  <c:v>32.472010554781598</c:v>
                </c:pt>
                <c:pt idx="8365">
                  <c:v>32.4657183655466</c:v>
                </c:pt>
                <c:pt idx="8366">
                  <c:v>32.459421216357292</c:v>
                </c:pt>
                <c:pt idx="8367">
                  <c:v>32.453119106307298</c:v>
                </c:pt>
                <c:pt idx="8368">
                  <c:v>32.4468120344903</c:v>
                </c:pt>
                <c:pt idx="8369">
                  <c:v>32.4405</c:v>
                </c:pt>
                <c:pt idx="8370">
                  <c:v>32.434183001930094</c:v>
                </c:pt>
                <c:pt idx="8371">
                  <c:v>32.427861039374292</c:v>
                </c:pt>
                <c:pt idx="8372">
                  <c:v>32.421534111426297</c:v>
                </c:pt>
                <c:pt idx="8373">
                  <c:v>32.415202217179704</c:v>
                </c:pt>
                <c:pt idx="8374">
                  <c:v>32.408865355728196</c:v>
                </c:pt>
                <c:pt idx="8375">
                  <c:v>32.402523526165602</c:v>
                </c:pt>
                <c:pt idx="8376">
                  <c:v>32.396176727585505</c:v>
                </c:pt>
                <c:pt idx="8377">
                  <c:v>32.389824959081587</c:v>
                </c:pt>
                <c:pt idx="8378">
                  <c:v>32.383468219747584</c:v>
                </c:pt>
                <c:pt idx="8379">
                  <c:v>32.377106508677095</c:v>
                </c:pt>
                <c:pt idx="8380">
                  <c:v>32.370739824963906</c:v>
                </c:pt>
                <c:pt idx="8381">
                  <c:v>32.364368167701592</c:v>
                </c:pt>
                <c:pt idx="8382">
                  <c:v>32.357991535983992</c:v>
                </c:pt>
                <c:pt idx="8383">
                  <c:v>32.351609928904701</c:v>
                </c:pt>
                <c:pt idx="8384">
                  <c:v>32.3452233455574</c:v>
                </c:pt>
                <c:pt idx="8385">
                  <c:v>32.338831785035801</c:v>
                </c:pt>
                <c:pt idx="8386">
                  <c:v>32.332435246433505</c:v>
                </c:pt>
                <c:pt idx="8387">
                  <c:v>32.326033728844301</c:v>
                </c:pt>
                <c:pt idx="8388">
                  <c:v>32.319627231361792</c:v>
                </c:pt>
                <c:pt idx="8389">
                  <c:v>32.313215753079803</c:v>
                </c:pt>
                <c:pt idx="8390">
                  <c:v>32.306799293091899</c:v>
                </c:pt>
                <c:pt idx="8391">
                  <c:v>32.300377850491692</c:v>
                </c:pt>
                <c:pt idx="8392">
                  <c:v>32.293951424373105</c:v>
                </c:pt>
                <c:pt idx="8393">
                  <c:v>32.287520013829699</c:v>
                </c:pt>
                <c:pt idx="8394">
                  <c:v>32.281083617955098</c:v>
                </c:pt>
                <c:pt idx="8395">
                  <c:v>32.274642235843096</c:v>
                </c:pt>
                <c:pt idx="8396">
                  <c:v>32.268195866587213</c:v>
                </c:pt>
                <c:pt idx="8397">
                  <c:v>32.261744509281293</c:v>
                </c:pt>
                <c:pt idx="8398">
                  <c:v>32.255288163018996</c:v>
                </c:pt>
                <c:pt idx="8399">
                  <c:v>32.248826826894003</c:v>
                </c:pt>
                <c:pt idx="8400">
                  <c:v>32.242360500000004</c:v>
                </c:pt>
                <c:pt idx="8401">
                  <c:v>32.235889181430593</c:v>
                </c:pt>
                <c:pt idx="8402">
                  <c:v>32.22941287027961</c:v>
                </c:pt>
                <c:pt idx="8403">
                  <c:v>32.222931565640593</c:v>
                </c:pt>
                <c:pt idx="8404">
                  <c:v>32.216445266607394</c:v>
                </c:pt>
                <c:pt idx="8405">
                  <c:v>32.209953972273503</c:v>
                </c:pt>
                <c:pt idx="8406">
                  <c:v>32.203457681732694</c:v>
                </c:pt>
                <c:pt idx="8407">
                  <c:v>32.196956394078711</c:v>
                </c:pt>
                <c:pt idx="8408">
                  <c:v>32.190450108405209</c:v>
                </c:pt>
                <c:pt idx="8409">
                  <c:v>32.183938823805818</c:v>
                </c:pt>
                <c:pt idx="8410">
                  <c:v>32.177422539374298</c:v>
                </c:pt>
                <c:pt idx="8411">
                  <c:v>32.170901254204296</c:v>
                </c:pt>
                <c:pt idx="8412">
                  <c:v>32.164374967389499</c:v>
                </c:pt>
                <c:pt idx="8413">
                  <c:v>32.157843678023589</c:v>
                </c:pt>
                <c:pt idx="8414">
                  <c:v>32.151307385200191</c:v>
                </c:pt>
                <c:pt idx="8415">
                  <c:v>32.144766088013192</c:v>
                </c:pt>
                <c:pt idx="8416">
                  <c:v>32.138219785556011</c:v>
                </c:pt>
                <c:pt idx="8417">
                  <c:v>32.131668476922592</c:v>
                </c:pt>
                <c:pt idx="8418">
                  <c:v>32.125112161206403</c:v>
                </c:pt>
                <c:pt idx="8419">
                  <c:v>32.11855083750131</c:v>
                </c:pt>
                <c:pt idx="8420">
                  <c:v>32.111984504900796</c:v>
                </c:pt>
                <c:pt idx="8421">
                  <c:v>32.105413162498699</c:v>
                </c:pt>
                <c:pt idx="8422">
                  <c:v>32.098836809388708</c:v>
                </c:pt>
                <c:pt idx="8423">
                  <c:v>32.092255444664502</c:v>
                </c:pt>
                <c:pt idx="8424">
                  <c:v>32.085669067419694</c:v>
                </c:pt>
                <c:pt idx="8425">
                  <c:v>32.079077676747993</c:v>
                </c:pt>
                <c:pt idx="8426">
                  <c:v>32.072481271743086</c:v>
                </c:pt>
                <c:pt idx="8427">
                  <c:v>32.065879851498799</c:v>
                </c:pt>
                <c:pt idx="8428">
                  <c:v>32.059273415108592</c:v>
                </c:pt>
                <c:pt idx="8429">
                  <c:v>32.052661961666281</c:v>
                </c:pt>
                <c:pt idx="8430">
                  <c:v>32.046045490265492</c:v>
                </c:pt>
                <c:pt idx="8431">
                  <c:v>32.039424000000004</c:v>
                </c:pt>
                <c:pt idx="8432">
                  <c:v>32.032797489963393</c:v>
                </c:pt>
                <c:pt idx="8433">
                  <c:v>32.026165959249397</c:v>
                </c:pt>
                <c:pt idx="8434">
                  <c:v>32.019529406951804</c:v>
                </c:pt>
                <c:pt idx="8435">
                  <c:v>32.012887832164097</c:v>
                </c:pt>
                <c:pt idx="8436">
                  <c:v>32.006241233980099</c:v>
                </c:pt>
                <c:pt idx="8437">
                  <c:v>31.999589611493391</c:v>
                </c:pt>
                <c:pt idx="8438">
                  <c:v>31.992932963797795</c:v>
                </c:pt>
                <c:pt idx="8439">
                  <c:v>31.986271289986895</c:v>
                </c:pt>
                <c:pt idx="8440">
                  <c:v>31.979604589154391</c:v>
                </c:pt>
                <c:pt idx="8441">
                  <c:v>31.972932860394096</c:v>
                </c:pt>
                <c:pt idx="8442">
                  <c:v>31.966256102799495</c:v>
                </c:pt>
                <c:pt idx="8443">
                  <c:v>31.959574315464401</c:v>
                </c:pt>
                <c:pt idx="8444">
                  <c:v>31.952887497482504</c:v>
                </c:pt>
                <c:pt idx="8445">
                  <c:v>31.946195647947391</c:v>
                </c:pt>
                <c:pt idx="8446">
                  <c:v>31.939498765952798</c:v>
                </c:pt>
                <c:pt idx="8447">
                  <c:v>31.932796850592496</c:v>
                </c:pt>
                <c:pt idx="8448">
                  <c:v>31.926089900959994</c:v>
                </c:pt>
                <c:pt idx="8449">
                  <c:v>31.919377916149202</c:v>
                </c:pt>
                <c:pt idx="8450">
                  <c:v>31.912660895253602</c:v>
                </c:pt>
                <c:pt idx="8451">
                  <c:v>31.905938837366993</c:v>
                </c:pt>
                <c:pt idx="8452">
                  <c:v>31.899211741582999</c:v>
                </c:pt>
                <c:pt idx="8453">
                  <c:v>31.892479606995398</c:v>
                </c:pt>
                <c:pt idx="8454">
                  <c:v>31.885742432697793</c:v>
                </c:pt>
                <c:pt idx="8455">
                  <c:v>31.879000217783897</c:v>
                </c:pt>
                <c:pt idx="8456">
                  <c:v>31.872252961347396</c:v>
                </c:pt>
                <c:pt idx="8457">
                  <c:v>31.865500662481995</c:v>
                </c:pt>
                <c:pt idx="8458">
                  <c:v>31.858743320281295</c:v>
                </c:pt>
                <c:pt idx="8459">
                  <c:v>31.851980933839101</c:v>
                </c:pt>
                <c:pt idx="8460">
                  <c:v>31.845213502248995</c:v>
                </c:pt>
                <c:pt idx="8461">
                  <c:v>31.838441024604698</c:v>
                </c:pt>
                <c:pt idx="8462">
                  <c:v>31.831663500000001</c:v>
                </c:pt>
                <c:pt idx="8463">
                  <c:v>31.824880927528405</c:v>
                </c:pt>
                <c:pt idx="8464">
                  <c:v>31.818093306283799</c:v>
                </c:pt>
                <c:pt idx="8465">
                  <c:v>31.8113006353597</c:v>
                </c:pt>
                <c:pt idx="8466">
                  <c:v>31.804502913849799</c:v>
                </c:pt>
                <c:pt idx="8467">
                  <c:v>31.797700140847898</c:v>
                </c:pt>
                <c:pt idx="8468">
                  <c:v>31.7908923154476</c:v>
                </c:pt>
                <c:pt idx="8469">
                  <c:v>31.784079436742598</c:v>
                </c:pt>
                <c:pt idx="8470">
                  <c:v>31.777261503826701</c:v>
                </c:pt>
                <c:pt idx="8471">
                  <c:v>31.770438515793398</c:v>
                </c:pt>
                <c:pt idx="8472">
                  <c:v>31.763610471736392</c:v>
                </c:pt>
                <c:pt idx="8473">
                  <c:v>31.756777370749496</c:v>
                </c:pt>
                <c:pt idx="8474">
                  <c:v>31.749939211926392</c:v>
                </c:pt>
                <c:pt idx="8475">
                  <c:v>31.743095994360697</c:v>
                </c:pt>
                <c:pt idx="8476">
                  <c:v>31.736247717146099</c:v>
                </c:pt>
                <c:pt idx="8477">
                  <c:v>31.729394379376291</c:v>
                </c:pt>
                <c:pt idx="8478">
                  <c:v>31.722535980144993</c:v>
                </c:pt>
                <c:pt idx="8479">
                  <c:v>31.715672518545894</c:v>
                </c:pt>
                <c:pt idx="8480">
                  <c:v>31.7088039936726</c:v>
                </c:pt>
                <c:pt idx="8481">
                  <c:v>31.701930404618903</c:v>
                </c:pt>
                <c:pt idx="8482">
                  <c:v>31.695051750478303</c:v>
                </c:pt>
                <c:pt idx="8483">
                  <c:v>31.688168030344695</c:v>
                </c:pt>
                <c:pt idx="8484">
                  <c:v>31.681279243311696</c:v>
                </c:pt>
                <c:pt idx="8485">
                  <c:v>31.674385388473002</c:v>
                </c:pt>
                <c:pt idx="8486">
                  <c:v>31.667486464922295</c:v>
                </c:pt>
                <c:pt idx="8487">
                  <c:v>31.660582471753198</c:v>
                </c:pt>
                <c:pt idx="8488">
                  <c:v>31.653673408059504</c:v>
                </c:pt>
                <c:pt idx="8489">
                  <c:v>31.646759272934794</c:v>
                </c:pt>
                <c:pt idx="8490">
                  <c:v>31.639840065472804</c:v>
                </c:pt>
                <c:pt idx="8491">
                  <c:v>31.632915784767199</c:v>
                </c:pt>
                <c:pt idx="8492">
                  <c:v>31.625986429911698</c:v>
                </c:pt>
                <c:pt idx="8493">
                  <c:v>31.619052000000003</c:v>
                </c:pt>
                <c:pt idx="8494">
                  <c:v>31.612112494125697</c:v>
                </c:pt>
                <c:pt idx="8495">
                  <c:v>31.605167911382601</c:v>
                </c:pt>
                <c:pt idx="8496">
                  <c:v>31.598218250864395</c:v>
                </c:pt>
                <c:pt idx="8497">
                  <c:v>31.5912635116646</c:v>
                </c:pt>
                <c:pt idx="8498">
                  <c:v>31.584303692876997</c:v>
                </c:pt>
                <c:pt idx="8499">
                  <c:v>31.577338793595395</c:v>
                </c:pt>
                <c:pt idx="8500">
                  <c:v>31.570368812913298</c:v>
                </c:pt>
                <c:pt idx="8501">
                  <c:v>31.563393749924497</c:v>
                </c:pt>
                <c:pt idx="8502">
                  <c:v>31.556413603722596</c:v>
                </c:pt>
                <c:pt idx="8503">
                  <c:v>31.549428373401398</c:v>
                </c:pt>
                <c:pt idx="8504">
                  <c:v>31.542438058054401</c:v>
                </c:pt>
                <c:pt idx="8505">
                  <c:v>31.535442656775494</c:v>
                </c:pt>
                <c:pt idx="8506">
                  <c:v>31.528442168658302</c:v>
                </c:pt>
                <c:pt idx="8507">
                  <c:v>31.521436592796498</c:v>
                </c:pt>
                <c:pt idx="8508">
                  <c:v>31.514425928283703</c:v>
                </c:pt>
                <c:pt idx="8509">
                  <c:v>31.5074101742137</c:v>
                </c:pt>
                <c:pt idx="8510">
                  <c:v>31.5003893296801</c:v>
                </c:pt>
                <c:pt idx="8511">
                  <c:v>31.493363393776598</c:v>
                </c:pt>
                <c:pt idx="8512">
                  <c:v>31.486332365596994</c:v>
                </c:pt>
                <c:pt idx="8513">
                  <c:v>31.479296244234796</c:v>
                </c:pt>
                <c:pt idx="8514">
                  <c:v>31.472255028783895</c:v>
                </c:pt>
                <c:pt idx="8515">
                  <c:v>31.465208718337795</c:v>
                </c:pt>
                <c:pt idx="8516">
                  <c:v>31.458157311990199</c:v>
                </c:pt>
                <c:pt idx="8517">
                  <c:v>31.451100808834902</c:v>
                </c:pt>
                <c:pt idx="8518">
                  <c:v>31.444039207965492</c:v>
                </c:pt>
                <c:pt idx="8519">
                  <c:v>31.436972508475698</c:v>
                </c:pt>
                <c:pt idx="8520">
                  <c:v>31.429900709459201</c:v>
                </c:pt>
                <c:pt idx="8521">
                  <c:v>31.422823810009696</c:v>
                </c:pt>
                <c:pt idx="8522">
                  <c:v>31.415741809220894</c:v>
                </c:pt>
                <c:pt idx="8523">
                  <c:v>31.4086547061864</c:v>
                </c:pt>
                <c:pt idx="8524">
                  <c:v>31.401562499999997</c:v>
                </c:pt>
                <c:pt idx="8525">
                  <c:v>31.394465189755305</c:v>
                </c:pt>
                <c:pt idx="8526">
                  <c:v>31.387362774545991</c:v>
                </c:pt>
                <c:pt idx="8527">
                  <c:v>31.380255253465798</c:v>
                </c:pt>
                <c:pt idx="8528">
                  <c:v>31.373142625608399</c:v>
                </c:pt>
                <c:pt idx="8529">
                  <c:v>31.366024890067497</c:v>
                </c:pt>
                <c:pt idx="8530">
                  <c:v>31.358902045936695</c:v>
                </c:pt>
                <c:pt idx="8531">
                  <c:v>31.3517740923098</c:v>
                </c:pt>
                <c:pt idx="8532">
                  <c:v>31.344641028280403</c:v>
                </c:pt>
                <c:pt idx="8533">
                  <c:v>31.337502852942198</c:v>
                </c:pt>
                <c:pt idx="8534">
                  <c:v>31.3303595653889</c:v>
                </c:pt>
                <c:pt idx="8535">
                  <c:v>31.323211164714198</c:v>
                </c:pt>
                <c:pt idx="8536">
                  <c:v>31.316057650011704</c:v>
                </c:pt>
                <c:pt idx="8537">
                  <c:v>31.308899020375296</c:v>
                </c:pt>
                <c:pt idx="8538">
                  <c:v>31.301735274898501</c:v>
                </c:pt>
                <c:pt idx="8539">
                  <c:v>31.294566412675</c:v>
                </c:pt>
                <c:pt idx="8540">
                  <c:v>31.287392432798502</c:v>
                </c:pt>
                <c:pt idx="8541">
                  <c:v>31.280213334362692</c:v>
                </c:pt>
                <c:pt idx="8542">
                  <c:v>31.273029116461295</c:v>
                </c:pt>
                <c:pt idx="8543">
                  <c:v>31.265839778187992</c:v>
                </c:pt>
                <c:pt idx="8544">
                  <c:v>31.2586453186365</c:v>
                </c:pt>
                <c:pt idx="8545">
                  <c:v>31.251445736900401</c:v>
                </c:pt>
                <c:pt idx="8546">
                  <c:v>31.244241032073397</c:v>
                </c:pt>
                <c:pt idx="8547">
                  <c:v>31.237031203249295</c:v>
                </c:pt>
                <c:pt idx="8548">
                  <c:v>31.229816249521594</c:v>
                </c:pt>
                <c:pt idx="8549">
                  <c:v>31.222596169984197</c:v>
                </c:pt>
                <c:pt idx="8550">
                  <c:v>31.215370963730699</c:v>
                </c:pt>
                <c:pt idx="8551">
                  <c:v>31.2081406298547</c:v>
                </c:pt>
                <c:pt idx="8552">
                  <c:v>31.200905167449903</c:v>
                </c:pt>
                <c:pt idx="8553">
                  <c:v>31.1936645756101</c:v>
                </c:pt>
                <c:pt idx="8554">
                  <c:v>31.186418853428897</c:v>
                </c:pt>
                <c:pt idx="8555">
                  <c:v>31.179168000000004</c:v>
                </c:pt>
                <c:pt idx="8556">
                  <c:v>31.171912014417103</c:v>
                </c:pt>
                <c:pt idx="8557">
                  <c:v>31.164650895773896</c:v>
                </c:pt>
                <c:pt idx="8558">
                  <c:v>31.1573846431641</c:v>
                </c:pt>
                <c:pt idx="8559">
                  <c:v>31.150113255681202</c:v>
                </c:pt>
                <c:pt idx="8560">
                  <c:v>31.142836732419202</c:v>
                </c:pt>
                <c:pt idx="8561">
                  <c:v>31.135555072471501</c:v>
                </c:pt>
                <c:pt idx="8562">
                  <c:v>31.128268274931997</c:v>
                </c:pt>
                <c:pt idx="8563">
                  <c:v>31.120976338894305</c:v>
                </c:pt>
                <c:pt idx="8564">
                  <c:v>31.113679263451999</c:v>
                </c:pt>
                <c:pt idx="8565">
                  <c:v>31.106377047699002</c:v>
                </c:pt>
                <c:pt idx="8566">
                  <c:v>31.099069690728697</c:v>
                </c:pt>
                <c:pt idx="8567">
                  <c:v>31.0917571916351</c:v>
                </c:pt>
                <c:pt idx="8568">
                  <c:v>31.084439549511593</c:v>
                </c:pt>
                <c:pt idx="8569">
                  <c:v>31.077116763452103</c:v>
                </c:pt>
                <c:pt idx="8570">
                  <c:v>31.069788832550095</c:v>
                </c:pt>
                <c:pt idx="8571">
                  <c:v>31.062455755899403</c:v>
                </c:pt>
                <c:pt idx="8572">
                  <c:v>31.055117532593698</c:v>
                </c:pt>
                <c:pt idx="8573">
                  <c:v>31.0477741617267</c:v>
                </c:pt>
                <c:pt idx="8574">
                  <c:v>31.040425642392002</c:v>
                </c:pt>
                <c:pt idx="8575">
                  <c:v>31.033071973683299</c:v>
                </c:pt>
                <c:pt idx="8576">
                  <c:v>31.025713154694401</c:v>
                </c:pt>
                <c:pt idx="8577">
                  <c:v>31.018349184518797</c:v>
                </c:pt>
                <c:pt idx="8578">
                  <c:v>31.010980062250304</c:v>
                </c:pt>
                <c:pt idx="8579">
                  <c:v>31.0036057869826</c:v>
                </c:pt>
                <c:pt idx="8580">
                  <c:v>30.996226357809402</c:v>
                </c:pt>
                <c:pt idx="8581">
                  <c:v>30.988841773824294</c:v>
                </c:pt>
                <c:pt idx="8582">
                  <c:v>30.981452034120988</c:v>
                </c:pt>
                <c:pt idx="8583">
                  <c:v>30.974057137793299</c:v>
                </c:pt>
                <c:pt idx="8584">
                  <c:v>30.966657083934791</c:v>
                </c:pt>
                <c:pt idx="8585">
                  <c:v>30.959251871639097</c:v>
                </c:pt>
                <c:pt idx="8586">
                  <c:v>30.9518415</c:v>
                </c:pt>
                <c:pt idx="8587">
                  <c:v>30.944425968111197</c:v>
                </c:pt>
                <c:pt idx="8588">
                  <c:v>30.937005275066298</c:v>
                </c:pt>
                <c:pt idx="8589">
                  <c:v>30.929579419958998</c:v>
                </c:pt>
                <c:pt idx="8590">
                  <c:v>30.922148401883096</c:v>
                </c:pt>
                <c:pt idx="8591">
                  <c:v>30.914712219932191</c:v>
                </c:pt>
                <c:pt idx="8592">
                  <c:v>30.907270873200002</c:v>
                </c:pt>
                <c:pt idx="8593">
                  <c:v>30.899824360780105</c:v>
                </c:pt>
                <c:pt idx="8594">
                  <c:v>30.892372681766293</c:v>
                </c:pt>
                <c:pt idx="8595">
                  <c:v>30.884915835252201</c:v>
                </c:pt>
                <c:pt idx="8596">
                  <c:v>30.877453820331599</c:v>
                </c:pt>
                <c:pt idx="8597">
                  <c:v>30.869986636098101</c:v>
                </c:pt>
                <c:pt idx="8598">
                  <c:v>30.862514281645392</c:v>
                </c:pt>
                <c:pt idx="8599">
                  <c:v>30.855036756067296</c:v>
                </c:pt>
                <c:pt idx="8600">
                  <c:v>30.847554058457298</c:v>
                </c:pt>
                <c:pt idx="8601">
                  <c:v>30.840066187909095</c:v>
                </c:pt>
                <c:pt idx="8602">
                  <c:v>30.832573143516498</c:v>
                </c:pt>
                <c:pt idx="8603">
                  <c:v>30.825074924373098</c:v>
                </c:pt>
                <c:pt idx="8604">
                  <c:v>30.817571529572703</c:v>
                </c:pt>
                <c:pt idx="8605">
                  <c:v>30.810062958208903</c:v>
                </c:pt>
                <c:pt idx="8606">
                  <c:v>30.80254920937529</c:v>
                </c:pt>
                <c:pt idx="8607">
                  <c:v>30.79503028216579</c:v>
                </c:pt>
                <c:pt idx="8608">
                  <c:v>30.787506175673894</c:v>
                </c:pt>
                <c:pt idx="8609">
                  <c:v>30.779976888993296</c:v>
                </c:pt>
                <c:pt idx="8610">
                  <c:v>30.772442421217796</c:v>
                </c:pt>
                <c:pt idx="8611">
                  <c:v>30.764902771440997</c:v>
                </c:pt>
                <c:pt idx="8612">
                  <c:v>30.757357938756705</c:v>
                </c:pt>
                <c:pt idx="8613">
                  <c:v>30.749807922258409</c:v>
                </c:pt>
                <c:pt idx="8614">
                  <c:v>30.742252721039897</c:v>
                </c:pt>
                <c:pt idx="8615">
                  <c:v>30.734692334194897</c:v>
                </c:pt>
                <c:pt idx="8616">
                  <c:v>30.727126760817001</c:v>
                </c:pt>
                <c:pt idx="8617">
                  <c:v>30.719556000000001</c:v>
                </c:pt>
                <c:pt idx="8618">
                  <c:v>30.711980050837504</c:v>
                </c:pt>
                <c:pt idx="8619">
                  <c:v>30.704398912423198</c:v>
                </c:pt>
                <c:pt idx="8620">
                  <c:v>30.6968125838508</c:v>
                </c:pt>
                <c:pt idx="8621">
                  <c:v>30.689221064213999</c:v>
                </c:pt>
                <c:pt idx="8622">
                  <c:v>30.681624352606505</c:v>
                </c:pt>
                <c:pt idx="8623">
                  <c:v>30.674022448121896</c:v>
                </c:pt>
                <c:pt idx="8624">
                  <c:v>30.666415349853999</c:v>
                </c:pt>
                <c:pt idx="8625">
                  <c:v>30.658803056896403</c:v>
                </c:pt>
                <c:pt idx="8626">
                  <c:v>30.651185568342804</c:v>
                </c:pt>
                <c:pt idx="8627">
                  <c:v>30.643562883286897</c:v>
                </c:pt>
                <c:pt idx="8628">
                  <c:v>30.635935000822403</c:v>
                </c:pt>
                <c:pt idx="8629">
                  <c:v>30.628301920043</c:v>
                </c:pt>
                <c:pt idx="8630">
                  <c:v>30.620663640042299</c:v>
                </c:pt>
                <c:pt idx="8631">
                  <c:v>30.613020159914104</c:v>
                </c:pt>
                <c:pt idx="8632">
                  <c:v>30.605371478752001</c:v>
                </c:pt>
                <c:pt idx="8633">
                  <c:v>30.597717595649698</c:v>
                </c:pt>
                <c:pt idx="8634">
                  <c:v>30.590058509700899</c:v>
                </c:pt>
                <c:pt idx="8635">
                  <c:v>30.582394219999294</c:v>
                </c:pt>
                <c:pt idx="8636">
                  <c:v>30.574724725638603</c:v>
                </c:pt>
                <c:pt idx="8637">
                  <c:v>30.567050025712504</c:v>
                </c:pt>
                <c:pt idx="8638">
                  <c:v>30.559370119314604</c:v>
                </c:pt>
                <c:pt idx="8639">
                  <c:v>30.551685005538605</c:v>
                </c:pt>
                <c:pt idx="8640">
                  <c:v>30.5439946834782</c:v>
                </c:pt>
                <c:pt idx="8641">
                  <c:v>30.536299152227198</c:v>
                </c:pt>
                <c:pt idx="8642">
                  <c:v>30.528598410879095</c:v>
                </c:pt>
                <c:pt idx="8643">
                  <c:v>30.520892458527697</c:v>
                </c:pt>
                <c:pt idx="8644">
                  <c:v>30.513181294266701</c:v>
                </c:pt>
                <c:pt idx="8645">
                  <c:v>30.505464917189798</c:v>
                </c:pt>
                <c:pt idx="8646">
                  <c:v>30.497743326390495</c:v>
                </c:pt>
                <c:pt idx="8647">
                  <c:v>30.490016520962694</c:v>
                </c:pt>
                <c:pt idx="8648">
                  <c:v>30.482284499999995</c:v>
                </c:pt>
                <c:pt idx="8649">
                  <c:v>30.474547262596097</c:v>
                </c:pt>
                <c:pt idx="8650">
                  <c:v>30.466804807844699</c:v>
                </c:pt>
                <c:pt idx="8651">
                  <c:v>30.459057134839401</c:v>
                </c:pt>
                <c:pt idx="8652">
                  <c:v>30.451304242673995</c:v>
                </c:pt>
                <c:pt idx="8653">
                  <c:v>30.443546130442094</c:v>
                </c:pt>
                <c:pt idx="8654">
                  <c:v>30.435782797237398</c:v>
                </c:pt>
                <c:pt idx="8655">
                  <c:v>30.428014242153694</c:v>
                </c:pt>
                <c:pt idx="8656">
                  <c:v>30.4202404642845</c:v>
                </c:pt>
                <c:pt idx="8657">
                  <c:v>30.412461462723599</c:v>
                </c:pt>
                <c:pt idx="8658">
                  <c:v>30.404677236564698</c:v>
                </c:pt>
                <c:pt idx="8659">
                  <c:v>30.396887784901505</c:v>
                </c:pt>
                <c:pt idx="8660">
                  <c:v>30.389093106827499</c:v>
                </c:pt>
                <c:pt idx="8661">
                  <c:v>30.381293201436698</c:v>
                </c:pt>
                <c:pt idx="8662">
                  <c:v>30.373488067822503</c:v>
                </c:pt>
                <c:pt idx="8663">
                  <c:v>30.365677705078699</c:v>
                </c:pt>
                <c:pt idx="8664">
                  <c:v>30.357862112299006</c:v>
                </c:pt>
                <c:pt idx="8665">
                  <c:v>30.350041288577096</c:v>
                </c:pt>
                <c:pt idx="8666">
                  <c:v>30.342215233006595</c:v>
                </c:pt>
                <c:pt idx="8667">
                  <c:v>30.334383944681299</c:v>
                </c:pt>
                <c:pt idx="8668">
                  <c:v>30.326547422694805</c:v>
                </c:pt>
                <c:pt idx="8669">
                  <c:v>30.318705666140801</c:v>
                </c:pt>
                <c:pt idx="8670">
                  <c:v>30.310858674113003</c:v>
                </c:pt>
                <c:pt idx="8671">
                  <c:v>30.303006445705098</c:v>
                </c:pt>
                <c:pt idx="8672">
                  <c:v>30.295148980010797</c:v>
                </c:pt>
                <c:pt idx="8673">
                  <c:v>30.287286276123695</c:v>
                </c:pt>
                <c:pt idx="8674">
                  <c:v>30.279418333137496</c:v>
                </c:pt>
                <c:pt idx="8675">
                  <c:v>30.271545150146</c:v>
                </c:pt>
                <c:pt idx="8676">
                  <c:v>30.2636667262428</c:v>
                </c:pt>
                <c:pt idx="8677">
                  <c:v>30.255783060521594</c:v>
                </c:pt>
                <c:pt idx="8678">
                  <c:v>30.247894152076103</c:v>
                </c:pt>
                <c:pt idx="8679">
                  <c:v>30.24</c:v>
                </c:pt>
                <c:pt idx="8680">
                  <c:v>30.232100603386897</c:v>
                </c:pt>
                <c:pt idx="8681">
                  <c:v>30.224195961330601</c:v>
                </c:pt>
                <c:pt idx="8682">
                  <c:v>30.216286072924696</c:v>
                </c:pt>
                <c:pt idx="8683">
                  <c:v>30.208370937262895</c:v>
                </c:pt>
                <c:pt idx="8684">
                  <c:v>30.200450553438895</c:v>
                </c:pt>
                <c:pt idx="8685">
                  <c:v>30.1925249205465</c:v>
                </c:pt>
                <c:pt idx="8686">
                  <c:v>30.184594037679098</c:v>
                </c:pt>
                <c:pt idx="8687">
                  <c:v>30.1766579039307</c:v>
                </c:pt>
                <c:pt idx="8688">
                  <c:v>30.168716518394795</c:v>
                </c:pt>
                <c:pt idx="8689">
                  <c:v>30.160769880165088</c:v>
                </c:pt>
                <c:pt idx="8690">
                  <c:v>30.1528179883354</c:v>
                </c:pt>
                <c:pt idx="8691">
                  <c:v>30.1448608419993</c:v>
                </c:pt>
                <c:pt idx="8692">
                  <c:v>30.136898440250402</c:v>
                </c:pt>
                <c:pt idx="8693">
                  <c:v>30.128930782182501</c:v>
                </c:pt>
                <c:pt idx="8694">
                  <c:v>30.120957866889302</c:v>
                </c:pt>
                <c:pt idx="8695">
                  <c:v>30.112979693464503</c:v>
                </c:pt>
                <c:pt idx="8696">
                  <c:v>30.104996261001602</c:v>
                </c:pt>
                <c:pt idx="8697">
                  <c:v>30.097007568594602</c:v>
                </c:pt>
                <c:pt idx="8698">
                  <c:v>30.089013615336796</c:v>
                </c:pt>
                <c:pt idx="8699">
                  <c:v>30.081014400322196</c:v>
                </c:pt>
                <c:pt idx="8700">
                  <c:v>30.073009922644399</c:v>
                </c:pt>
                <c:pt idx="8701">
                  <c:v>30.065000181397096</c:v>
                </c:pt>
                <c:pt idx="8702">
                  <c:v>30.056985175673901</c:v>
                </c:pt>
                <c:pt idx="8703">
                  <c:v>30.0489649045685</c:v>
                </c:pt>
                <c:pt idx="8704">
                  <c:v>30.040939367174602</c:v>
                </c:pt>
                <c:pt idx="8705">
                  <c:v>30.032908562586005</c:v>
                </c:pt>
                <c:pt idx="8706">
                  <c:v>30.024872489896303</c:v>
                </c:pt>
                <c:pt idx="8707">
                  <c:v>30.016831148199103</c:v>
                </c:pt>
                <c:pt idx="8708">
                  <c:v>30.008784536588198</c:v>
                </c:pt>
                <c:pt idx="8709">
                  <c:v>30.000732654157293</c:v>
                </c:pt>
                <c:pt idx="8710">
                  <c:v>29.992675499999997</c:v>
                </c:pt>
                <c:pt idx="8711">
                  <c:v>29.984613073209992</c:v>
                </c:pt>
                <c:pt idx="8712">
                  <c:v>29.976545372881098</c:v>
                </c:pt>
                <c:pt idx="8713">
                  <c:v>29.968472398106794</c:v>
                </c:pt>
                <c:pt idx="8714">
                  <c:v>29.960394147980896</c:v>
                </c:pt>
                <c:pt idx="8715">
                  <c:v>29.952310621597096</c:v>
                </c:pt>
                <c:pt idx="8716">
                  <c:v>29.944221818049098</c:v>
                </c:pt>
                <c:pt idx="8717">
                  <c:v>29.9361277364305</c:v>
                </c:pt>
                <c:pt idx="8718">
                  <c:v>29.928028375834998</c:v>
                </c:pt>
                <c:pt idx="8719">
                  <c:v>29.919923735356299</c:v>
                </c:pt>
                <c:pt idx="8720">
                  <c:v>29.911813814088205</c:v>
                </c:pt>
                <c:pt idx="8721">
                  <c:v>29.903698611124195</c:v>
                </c:pt>
                <c:pt idx="8722">
                  <c:v>29.895578125558004</c:v>
                </c:pt>
                <c:pt idx="8723">
                  <c:v>29.8874523564835</c:v>
                </c:pt>
                <c:pt idx="8724">
                  <c:v>29.8793213029942</c:v>
                </c:pt>
                <c:pt idx="8725">
                  <c:v>29.871184964183801</c:v>
                </c:pt>
                <c:pt idx="8726">
                  <c:v>29.863043339145996</c:v>
                </c:pt>
                <c:pt idx="8727">
                  <c:v>29.854896426974609</c:v>
                </c:pt>
                <c:pt idx="8728">
                  <c:v>29.846744226763093</c:v>
                </c:pt>
                <c:pt idx="8729">
                  <c:v>29.838586737605297</c:v>
                </c:pt>
                <c:pt idx="8730">
                  <c:v>29.830423958594899</c:v>
                </c:pt>
                <c:pt idx="8731">
                  <c:v>29.822255888825499</c:v>
                </c:pt>
                <c:pt idx="8732">
                  <c:v>29.814082527390802</c:v>
                </c:pt>
                <c:pt idx="8733">
                  <c:v>29.805903873384597</c:v>
                </c:pt>
                <c:pt idx="8734">
                  <c:v>29.797719925900395</c:v>
                </c:pt>
                <c:pt idx="8735">
                  <c:v>29.789530684032094</c:v>
                </c:pt>
                <c:pt idx="8736">
                  <c:v>29.781336146873194</c:v>
                </c:pt>
                <c:pt idx="8737">
                  <c:v>29.773136313517497</c:v>
                </c:pt>
                <c:pt idx="8738">
                  <c:v>29.764931183058604</c:v>
                </c:pt>
                <c:pt idx="8739">
                  <c:v>29.756720754590297</c:v>
                </c:pt>
                <c:pt idx="8740">
                  <c:v>29.7485050272062</c:v>
                </c:pt>
                <c:pt idx="8741">
                  <c:v>29.740283999999996</c:v>
                </c:pt>
                <c:pt idx="8742">
                  <c:v>29.732057672065402</c:v>
                </c:pt>
                <c:pt idx="8743">
                  <c:v>29.723826042496</c:v>
                </c:pt>
                <c:pt idx="8744">
                  <c:v>29.715589110385697</c:v>
                </c:pt>
                <c:pt idx="8745">
                  <c:v>29.707346874827888</c:v>
                </c:pt>
                <c:pt idx="8746">
                  <c:v>29.6990993349166</c:v>
                </c:pt>
                <c:pt idx="8747">
                  <c:v>29.690846489745198</c:v>
                </c:pt>
                <c:pt idx="8748">
                  <c:v>29.682588338407598</c:v>
                </c:pt>
                <c:pt idx="8749">
                  <c:v>29.674324879997297</c:v>
                </c:pt>
                <c:pt idx="8750">
                  <c:v>29.666056113608104</c:v>
                </c:pt>
                <c:pt idx="8751">
                  <c:v>29.657782038333696</c:v>
                </c:pt>
                <c:pt idx="8752">
                  <c:v>29.649502653267696</c:v>
                </c:pt>
                <c:pt idx="8753">
                  <c:v>29.641217957504001</c:v>
                </c:pt>
                <c:pt idx="8754">
                  <c:v>29.632927950136001</c:v>
                </c:pt>
                <c:pt idx="8755">
                  <c:v>29.624632630257391</c:v>
                </c:pt>
                <c:pt idx="8756">
                  <c:v>29.616331996962199</c:v>
                </c:pt>
                <c:pt idx="8757">
                  <c:v>29.608026049343795</c:v>
                </c:pt>
                <c:pt idx="8758">
                  <c:v>29.599714786495895</c:v>
                </c:pt>
                <c:pt idx="8759">
                  <c:v>29.591398207512299</c:v>
                </c:pt>
                <c:pt idx="8760">
                  <c:v>29.5830763114867</c:v>
                </c:pt>
                <c:pt idx="8761">
                  <c:v>29.574749097512697</c:v>
                </c:pt>
                <c:pt idx="8762">
                  <c:v>29.566416564683998</c:v>
                </c:pt>
                <c:pt idx="8763">
                  <c:v>29.558078712094304</c:v>
                </c:pt>
                <c:pt idx="8764">
                  <c:v>29.549735538837194</c:v>
                </c:pt>
                <c:pt idx="8765">
                  <c:v>29.541387044006601</c:v>
                </c:pt>
                <c:pt idx="8766">
                  <c:v>29.533033226695999</c:v>
                </c:pt>
                <c:pt idx="8767">
                  <c:v>29.524674085999099</c:v>
                </c:pt>
                <c:pt idx="8768">
                  <c:v>29.5163096210097</c:v>
                </c:pt>
                <c:pt idx="8769">
                  <c:v>29.507939830821396</c:v>
                </c:pt>
                <c:pt idx="8770">
                  <c:v>29.499564714527896</c:v>
                </c:pt>
                <c:pt idx="8771">
                  <c:v>29.491184271222796</c:v>
                </c:pt>
                <c:pt idx="8772">
                  <c:v>29.482798499999994</c:v>
                </c:pt>
                <c:pt idx="8773">
                  <c:v>29.474407399953002</c:v>
                </c:pt>
                <c:pt idx="8774">
                  <c:v>29.466010970175493</c:v>
                </c:pt>
                <c:pt idx="8775">
                  <c:v>29.457609209761291</c:v>
                </c:pt>
                <c:pt idx="8776">
                  <c:v>29.449202117803996</c:v>
                </c:pt>
                <c:pt idx="8777">
                  <c:v>29.440789693397292</c:v>
                </c:pt>
                <c:pt idx="8778">
                  <c:v>29.432371935634897</c:v>
                </c:pt>
                <c:pt idx="8779">
                  <c:v>29.4239488436105</c:v>
                </c:pt>
                <c:pt idx="8780">
                  <c:v>29.415520416417699</c:v>
                </c:pt>
                <c:pt idx="8781">
                  <c:v>29.407086653150298</c:v>
                </c:pt>
                <c:pt idx="8782">
                  <c:v>29.398647552901892</c:v>
                </c:pt>
                <c:pt idx="8783">
                  <c:v>29.390203114766202</c:v>
                </c:pt>
                <c:pt idx="8784">
                  <c:v>29.381753337836898</c:v>
                </c:pt>
                <c:pt idx="8785">
                  <c:v>29.373298221207701</c:v>
                </c:pt>
                <c:pt idx="8786">
                  <c:v>29.3648377639723</c:v>
                </c:pt>
                <c:pt idx="8787">
                  <c:v>29.356371965224405</c:v>
                </c:pt>
                <c:pt idx="8788">
                  <c:v>29.347900824057604</c:v>
                </c:pt>
                <c:pt idx="8789">
                  <c:v>29.339424339565596</c:v>
                </c:pt>
                <c:pt idx="8790">
                  <c:v>29.330942510842199</c:v>
                </c:pt>
                <c:pt idx="8791">
                  <c:v>29.322455336980997</c:v>
                </c:pt>
                <c:pt idx="8792">
                  <c:v>29.313962817075598</c:v>
                </c:pt>
                <c:pt idx="8793">
                  <c:v>29.3054649502198</c:v>
                </c:pt>
                <c:pt idx="8794">
                  <c:v>29.296961735507399</c:v>
                </c:pt>
                <c:pt idx="8795">
                  <c:v>29.288453172031794</c:v>
                </c:pt>
                <c:pt idx="8796">
                  <c:v>29.279939258886895</c:v>
                </c:pt>
                <c:pt idx="8797">
                  <c:v>29.271419995166294</c:v>
                </c:pt>
                <c:pt idx="8798">
                  <c:v>29.262895379963794</c:v>
                </c:pt>
                <c:pt idx="8799">
                  <c:v>29.254365412372898</c:v>
                </c:pt>
                <c:pt idx="8800">
                  <c:v>29.245830091487395</c:v>
                </c:pt>
                <c:pt idx="8801">
                  <c:v>29.237289416400898</c:v>
                </c:pt>
                <c:pt idx="8802">
                  <c:v>29.228743386207192</c:v>
                </c:pt>
                <c:pt idx="8803">
                  <c:v>29.220191999999997</c:v>
                </c:pt>
                <c:pt idx="8804">
                  <c:v>29.211635256872899</c:v>
                </c:pt>
                <c:pt idx="8805">
                  <c:v>29.203073155919601</c:v>
                </c:pt>
                <c:pt idx="8806">
                  <c:v>29.194505696233801</c:v>
                </c:pt>
                <c:pt idx="8807">
                  <c:v>29.185932876909092</c:v>
                </c:pt>
                <c:pt idx="8808">
                  <c:v>29.177354697039409</c:v>
                </c:pt>
                <c:pt idx="8809">
                  <c:v>29.168771155718201</c:v>
                </c:pt>
                <c:pt idx="8810">
                  <c:v>29.160182252039196</c:v>
                </c:pt>
                <c:pt idx="8811">
                  <c:v>29.151587985096203</c:v>
                </c:pt>
                <c:pt idx="8812">
                  <c:v>29.142988353982705</c:v>
                </c:pt>
                <c:pt idx="8813">
                  <c:v>29.134383357792604</c:v>
                </c:pt>
                <c:pt idx="8814">
                  <c:v>29.125772995619499</c:v>
                </c:pt>
                <c:pt idx="8815">
                  <c:v>29.117157266557005</c:v>
                </c:pt>
                <c:pt idx="8816">
                  <c:v>29.108536169698901</c:v>
                </c:pt>
                <c:pt idx="8817">
                  <c:v>29.099909704138799</c:v>
                </c:pt>
                <c:pt idx="8818">
                  <c:v>29.091277868970501</c:v>
                </c:pt>
                <c:pt idx="8819">
                  <c:v>29.082640663287595</c:v>
                </c:pt>
                <c:pt idx="8820">
                  <c:v>29.073998086183799</c:v>
                </c:pt>
                <c:pt idx="8821">
                  <c:v>29.065350136752699</c:v>
                </c:pt>
                <c:pt idx="8822">
                  <c:v>29.056696814088099</c:v>
                </c:pt>
                <c:pt idx="8823">
                  <c:v>29.048038117283699</c:v>
                </c:pt>
                <c:pt idx="8824">
                  <c:v>29.039374045433199</c:v>
                </c:pt>
                <c:pt idx="8825">
                  <c:v>29.030704597630095</c:v>
                </c:pt>
                <c:pt idx="8826">
                  <c:v>29.022029772968292</c:v>
                </c:pt>
                <c:pt idx="8827">
                  <c:v>29.013349570541394</c:v>
                </c:pt>
                <c:pt idx="8828">
                  <c:v>29.004663989443099</c:v>
                </c:pt>
                <c:pt idx="8829">
                  <c:v>28.995973028767096</c:v>
                </c:pt>
                <c:pt idx="8830">
                  <c:v>28.987276687606997</c:v>
                </c:pt>
                <c:pt idx="8831">
                  <c:v>28.978574965056598</c:v>
                </c:pt>
                <c:pt idx="8832">
                  <c:v>28.969867860209401</c:v>
                </c:pt>
                <c:pt idx="8833">
                  <c:v>28.9611553721594</c:v>
                </c:pt>
                <c:pt idx="8834">
                  <c:v>28.952437499999991</c:v>
                </c:pt>
                <c:pt idx="8835">
                  <c:v>28.943714242824992</c:v>
                </c:pt>
                <c:pt idx="8836">
                  <c:v>28.934985599728101</c:v>
                </c:pt>
                <c:pt idx="8837">
                  <c:v>28.926251569802901</c:v>
                </c:pt>
                <c:pt idx="8838">
                  <c:v>28.917512152143296</c:v>
                </c:pt>
                <c:pt idx="8839">
                  <c:v>28.908767345842698</c:v>
                </c:pt>
                <c:pt idx="8840">
                  <c:v>28.900017149994998</c:v>
                </c:pt>
                <c:pt idx="8841">
                  <c:v>28.891261563693703</c:v>
                </c:pt>
                <c:pt idx="8842">
                  <c:v>28.882500586032698</c:v>
                </c:pt>
                <c:pt idx="8843">
                  <c:v>28.873734216105497</c:v>
                </c:pt>
                <c:pt idx="8844">
                  <c:v>28.864962453005901</c:v>
                </c:pt>
                <c:pt idx="8845">
                  <c:v>28.856185295827601</c:v>
                </c:pt>
                <c:pt idx="8846">
                  <c:v>28.847402743664198</c:v>
                </c:pt>
                <c:pt idx="8847">
                  <c:v>28.838614795609399</c:v>
                </c:pt>
                <c:pt idx="8848">
                  <c:v>28.829821450756903</c:v>
                </c:pt>
                <c:pt idx="8849">
                  <c:v>28.821022708200498</c:v>
                </c:pt>
                <c:pt idx="8850">
                  <c:v>28.8122185670337</c:v>
                </c:pt>
                <c:pt idx="8851">
                  <c:v>28.803409026350199</c:v>
                </c:pt>
                <c:pt idx="8852">
                  <c:v>28.794594085243897</c:v>
                </c:pt>
                <c:pt idx="8853">
                  <c:v>28.785773742808196</c:v>
                </c:pt>
                <c:pt idx="8854">
                  <c:v>28.776947998136997</c:v>
                </c:pt>
                <c:pt idx="8855">
                  <c:v>28.768116850323889</c:v>
                </c:pt>
                <c:pt idx="8856">
                  <c:v>28.759280298462599</c:v>
                </c:pt>
                <c:pt idx="8857">
                  <c:v>28.750438341646799</c:v>
                </c:pt>
                <c:pt idx="8858">
                  <c:v>28.741590978970194</c:v>
                </c:pt>
                <c:pt idx="8859">
                  <c:v>28.732738209526392</c:v>
                </c:pt>
                <c:pt idx="8860">
                  <c:v>28.723880032409099</c:v>
                </c:pt>
                <c:pt idx="8861">
                  <c:v>28.715016446712099</c:v>
                </c:pt>
                <c:pt idx="8862">
                  <c:v>28.706147451528995</c:v>
                </c:pt>
                <c:pt idx="8863">
                  <c:v>28.697273045953501</c:v>
                </c:pt>
                <c:pt idx="8864">
                  <c:v>28.688393229079296</c:v>
                </c:pt>
                <c:pt idx="8865">
                  <c:v>28.679507999999995</c:v>
                </c:pt>
                <c:pt idx="8866">
                  <c:v>28.670617357809405</c:v>
                </c:pt>
                <c:pt idx="8867">
                  <c:v>28.661721301601197</c:v>
                </c:pt>
                <c:pt idx="8868">
                  <c:v>28.652819830468896</c:v>
                </c:pt>
                <c:pt idx="8869">
                  <c:v>28.6439129435064</c:v>
                </c:pt>
                <c:pt idx="8870">
                  <c:v>28.635000639807295</c:v>
                </c:pt>
                <c:pt idx="8871">
                  <c:v>28.626082918465297</c:v>
                </c:pt>
                <c:pt idx="8872">
                  <c:v>28.617159778574102</c:v>
                </c:pt>
                <c:pt idx="8873">
                  <c:v>28.608231219227296</c:v>
                </c:pt>
                <c:pt idx="8874">
                  <c:v>28.599297239518599</c:v>
                </c:pt>
                <c:pt idx="8875">
                  <c:v>28.590357838541795</c:v>
                </c:pt>
                <c:pt idx="8876">
                  <c:v>28.581413015390599</c:v>
                </c:pt>
                <c:pt idx="8877">
                  <c:v>28.572462769158498</c:v>
                </c:pt>
                <c:pt idx="8878">
                  <c:v>28.563507098939294</c:v>
                </c:pt>
                <c:pt idx="8879">
                  <c:v>28.554546003826598</c:v>
                </c:pt>
                <c:pt idx="8880">
                  <c:v>28.545579482914295</c:v>
                </c:pt>
                <c:pt idx="8881">
                  <c:v>28.536607535295897</c:v>
                </c:pt>
                <c:pt idx="8882">
                  <c:v>28.527630160065097</c:v>
                </c:pt>
                <c:pt idx="8883">
                  <c:v>28.518647356315697</c:v>
                </c:pt>
                <c:pt idx="8884">
                  <c:v>28.509659123141198</c:v>
                </c:pt>
                <c:pt idx="8885">
                  <c:v>28.500665459635503</c:v>
                </c:pt>
                <c:pt idx="8886">
                  <c:v>28.491666364892101</c:v>
                </c:pt>
                <c:pt idx="8887">
                  <c:v>28.482661838004695</c:v>
                </c:pt>
                <c:pt idx="8888">
                  <c:v>28.473651878067194</c:v>
                </c:pt>
                <c:pt idx="8889">
                  <c:v>28.464636484173091</c:v>
                </c:pt>
                <c:pt idx="8890">
                  <c:v>28.4556156554161</c:v>
                </c:pt>
                <c:pt idx="8891">
                  <c:v>28.446589390889894</c:v>
                </c:pt>
                <c:pt idx="8892">
                  <c:v>28.437557689688205</c:v>
                </c:pt>
                <c:pt idx="8893">
                  <c:v>28.428520550904594</c:v>
                </c:pt>
                <c:pt idx="8894">
                  <c:v>28.419477973632997</c:v>
                </c:pt>
                <c:pt idx="8895">
                  <c:v>28.410429956966894</c:v>
                </c:pt>
                <c:pt idx="8896">
                  <c:v>28.401376499999998</c:v>
                </c:pt>
                <c:pt idx="8897">
                  <c:v>28.392317601826097</c:v>
                </c:pt>
                <c:pt idx="8898">
                  <c:v>28.383253261538702</c:v>
                </c:pt>
                <c:pt idx="8899">
                  <c:v>28.3741834782317</c:v>
                </c:pt>
                <c:pt idx="8900">
                  <c:v>28.365108250998599</c:v>
                </c:pt>
                <c:pt idx="8901">
                  <c:v>28.356027578933194</c:v>
                </c:pt>
                <c:pt idx="8902">
                  <c:v>28.346941461129202</c:v>
                </c:pt>
                <c:pt idx="8903">
                  <c:v>28.337849896680201</c:v>
                </c:pt>
                <c:pt idx="8904">
                  <c:v>28.328752884679893</c:v>
                </c:pt>
                <c:pt idx="8905">
                  <c:v>28.319650424222104</c:v>
                </c:pt>
                <c:pt idx="8906">
                  <c:v>28.310542514400296</c:v>
                </c:pt>
                <c:pt idx="8907">
                  <c:v>28.301429154308295</c:v>
                </c:pt>
                <c:pt idx="8908">
                  <c:v>28.292310343039798</c:v>
                </c:pt>
                <c:pt idx="8909">
                  <c:v>28.283186079688502</c:v>
                </c:pt>
                <c:pt idx="8910">
                  <c:v>28.274056363347999</c:v>
                </c:pt>
                <c:pt idx="8911">
                  <c:v>28.264921193111999</c:v>
                </c:pt>
                <c:pt idx="8912">
                  <c:v>28.255780568074197</c:v>
                </c:pt>
                <c:pt idx="8913">
                  <c:v>28.246634487328397</c:v>
                </c:pt>
                <c:pt idx="8914">
                  <c:v>28.237482949968097</c:v>
                </c:pt>
                <c:pt idx="8915">
                  <c:v>28.228325955087097</c:v>
                </c:pt>
                <c:pt idx="8916">
                  <c:v>28.219163501779096</c:v>
                </c:pt>
                <c:pt idx="8917">
                  <c:v>28.209995589137698</c:v>
                </c:pt>
                <c:pt idx="8918">
                  <c:v>28.200822216256601</c:v>
                </c:pt>
                <c:pt idx="8919">
                  <c:v>28.191643382229497</c:v>
                </c:pt>
                <c:pt idx="8920">
                  <c:v>28.182459086150196</c:v>
                </c:pt>
                <c:pt idx="8921">
                  <c:v>28.173269327112205</c:v>
                </c:pt>
                <c:pt idx="8922">
                  <c:v>28.164074104209298</c:v>
                </c:pt>
                <c:pt idx="8923">
                  <c:v>28.154873416535203</c:v>
                </c:pt>
                <c:pt idx="8924">
                  <c:v>28.145667263183498</c:v>
                </c:pt>
                <c:pt idx="8925">
                  <c:v>28.136455643247903</c:v>
                </c:pt>
                <c:pt idx="8926">
                  <c:v>28.127238555822199</c:v>
                </c:pt>
                <c:pt idx="8927">
                  <c:v>28.118016000000001</c:v>
                </c:pt>
                <c:pt idx="8928">
                  <c:v>28.108787974874996</c:v>
                </c:pt>
                <c:pt idx="8929">
                  <c:v>28.099554479540799</c:v>
                </c:pt>
                <c:pt idx="8930">
                  <c:v>28.090315513091195</c:v>
                </c:pt>
                <c:pt idx="8931">
                  <c:v>28.0810710746198</c:v>
                </c:pt>
                <c:pt idx="8932">
                  <c:v>28.071821163220502</c:v>
                </c:pt>
                <c:pt idx="8933">
                  <c:v>28.062565777986599</c:v>
                </c:pt>
                <c:pt idx="8934">
                  <c:v>28.053304918012103</c:v>
                </c:pt>
                <c:pt idx="8935">
                  <c:v>28.044038582390698</c:v>
                </c:pt>
                <c:pt idx="8936">
                  <c:v>28.0347667702158</c:v>
                </c:pt>
                <c:pt idx="8937">
                  <c:v>28.025489480581392</c:v>
                </c:pt>
                <c:pt idx="8938">
                  <c:v>28.016206712580999</c:v>
                </c:pt>
                <c:pt idx="8939">
                  <c:v>28.006918465308303</c:v>
                </c:pt>
                <c:pt idx="8940">
                  <c:v>27.997624737857102</c:v>
                </c:pt>
                <c:pt idx="8941">
                  <c:v>27.988325529320893</c:v>
                </c:pt>
                <c:pt idx="8942">
                  <c:v>27.979020838793591</c:v>
                </c:pt>
                <c:pt idx="8943">
                  <c:v>27.969710665368698</c:v>
                </c:pt>
                <c:pt idx="8944">
                  <c:v>27.960395008139997</c:v>
                </c:pt>
                <c:pt idx="8945">
                  <c:v>27.951073866201199</c:v>
                </c:pt>
                <c:pt idx="8946">
                  <c:v>27.941747238645892</c:v>
                </c:pt>
                <c:pt idx="8947">
                  <c:v>27.932415124567797</c:v>
                </c:pt>
                <c:pt idx="8948">
                  <c:v>27.923077523060599</c:v>
                </c:pt>
                <c:pt idx="8949">
                  <c:v>27.913734433218099</c:v>
                </c:pt>
                <c:pt idx="8950">
                  <c:v>27.904385854133796</c:v>
                </c:pt>
                <c:pt idx="8951">
                  <c:v>27.895031784901498</c:v>
                </c:pt>
                <c:pt idx="8952">
                  <c:v>27.885672224614797</c:v>
                </c:pt>
                <c:pt idx="8953">
                  <c:v>27.876307172367497</c:v>
                </c:pt>
                <c:pt idx="8954">
                  <c:v>27.8669366272532</c:v>
                </c:pt>
                <c:pt idx="8955">
                  <c:v>27.857560588365597</c:v>
                </c:pt>
                <c:pt idx="8956">
                  <c:v>27.848179054798401</c:v>
                </c:pt>
                <c:pt idx="8957">
                  <c:v>27.838792025645297</c:v>
                </c:pt>
                <c:pt idx="8958">
                  <c:v>27.829399499999997</c:v>
                </c:pt>
                <c:pt idx="8959">
                  <c:v>27.820001476956101</c:v>
                </c:pt>
                <c:pt idx="8960">
                  <c:v>27.810597955607399</c:v>
                </c:pt>
                <c:pt idx="8961">
                  <c:v>27.801188935047502</c:v>
                </c:pt>
                <c:pt idx="8962">
                  <c:v>27.791774414370099</c:v>
                </c:pt>
                <c:pt idx="8963">
                  <c:v>27.782354392668896</c:v>
                </c:pt>
                <c:pt idx="8964">
                  <c:v>27.772928869037599</c:v>
                </c:pt>
                <c:pt idx="8965">
                  <c:v>27.76349784256989</c:v>
                </c:pt>
                <c:pt idx="8966">
                  <c:v>27.754061312359404</c:v>
                </c:pt>
                <c:pt idx="8967">
                  <c:v>27.744619277499893</c:v>
                </c:pt>
                <c:pt idx="8968">
                  <c:v>27.735171737085</c:v>
                </c:pt>
                <c:pt idx="8969">
                  <c:v>27.725718690208396</c:v>
                </c:pt>
                <c:pt idx="8970">
                  <c:v>27.716260135963896</c:v>
                </c:pt>
                <c:pt idx="8971">
                  <c:v>27.706796073444991</c:v>
                </c:pt>
                <c:pt idx="8972">
                  <c:v>27.697326501745497</c:v>
                </c:pt>
                <c:pt idx="8973">
                  <c:v>27.687851419959006</c:v>
                </c:pt>
                <c:pt idx="8974">
                  <c:v>27.678370827179297</c:v>
                </c:pt>
                <c:pt idx="8975">
                  <c:v>27.668884722500103</c:v>
                </c:pt>
                <c:pt idx="8976">
                  <c:v>27.659393105014903</c:v>
                </c:pt>
                <c:pt idx="8977">
                  <c:v>27.649895973817603</c:v>
                </c:pt>
                <c:pt idx="8978">
                  <c:v>27.6403933280017</c:v>
                </c:pt>
                <c:pt idx="8979">
                  <c:v>27.630885166661102</c:v>
                </c:pt>
                <c:pt idx="8980">
                  <c:v>27.621371488889302</c:v>
                </c:pt>
                <c:pt idx="8981">
                  <c:v>27.611852293780004</c:v>
                </c:pt>
                <c:pt idx="8982">
                  <c:v>27.602327580426994</c:v>
                </c:pt>
                <c:pt idx="8983">
                  <c:v>27.592797347923891</c:v>
                </c:pt>
                <c:pt idx="8984">
                  <c:v>27.583261595364402</c:v>
                </c:pt>
                <c:pt idx="8985">
                  <c:v>27.573720321842199</c:v>
                </c:pt>
                <c:pt idx="8986">
                  <c:v>27.564173526450901</c:v>
                </c:pt>
                <c:pt idx="8987">
                  <c:v>27.554621208284399</c:v>
                </c:pt>
                <c:pt idx="8988">
                  <c:v>27.545063366436199</c:v>
                </c:pt>
                <c:pt idx="8989">
                  <c:v>27.535499999999995</c:v>
                </c:pt>
                <c:pt idx="8990">
                  <c:v>27.525931108069599</c:v>
                </c:pt>
                <c:pt idx="8991">
                  <c:v>27.516356689738501</c:v>
                </c:pt>
                <c:pt idx="8992">
                  <c:v>27.506776744100595</c:v>
                </c:pt>
                <c:pt idx="8993">
                  <c:v>27.497191270249395</c:v>
                </c:pt>
                <c:pt idx="8994">
                  <c:v>27.487600267278697</c:v>
                </c:pt>
                <c:pt idx="8995">
                  <c:v>27.478003734282197</c:v>
                </c:pt>
                <c:pt idx="8996">
                  <c:v>27.468401670353394</c:v>
                </c:pt>
                <c:pt idx="8997">
                  <c:v>27.458794074586294</c:v>
                </c:pt>
                <c:pt idx="8998">
                  <c:v>27.449180946074296</c:v>
                </c:pt>
                <c:pt idx="8999">
                  <c:v>27.439562283911194</c:v>
                </c:pt>
                <c:pt idx="9000">
                  <c:v>27.429938087190799</c:v>
                </c:pt>
                <c:pt idx="9001">
                  <c:v>27.4203083550066</c:v>
                </c:pt>
                <c:pt idx="9002">
                  <c:v>27.410673086452299</c:v>
                </c:pt>
                <c:pt idx="9003">
                  <c:v>27.401032280621692</c:v>
                </c:pt>
                <c:pt idx="9004">
                  <c:v>27.391385936608405</c:v>
                </c:pt>
                <c:pt idx="9005">
                  <c:v>27.381734053506097</c:v>
                </c:pt>
                <c:pt idx="9006">
                  <c:v>27.3720766304085</c:v>
                </c:pt>
                <c:pt idx="9007">
                  <c:v>27.362413666409296</c:v>
                </c:pt>
                <c:pt idx="9008">
                  <c:v>27.352745160602201</c:v>
                </c:pt>
                <c:pt idx="9009">
                  <c:v>27.343071112080803</c:v>
                </c:pt>
                <c:pt idx="9010">
                  <c:v>27.3333915199389</c:v>
                </c:pt>
                <c:pt idx="9011">
                  <c:v>27.323706383270096</c:v>
                </c:pt>
                <c:pt idx="9012">
                  <c:v>27.314015701168103</c:v>
                </c:pt>
                <c:pt idx="9013">
                  <c:v>27.304319472726597</c:v>
                </c:pt>
                <c:pt idx="9014">
                  <c:v>27.294617697039396</c:v>
                </c:pt>
                <c:pt idx="9015">
                  <c:v>27.284910373199995</c:v>
                </c:pt>
                <c:pt idx="9016">
                  <c:v>27.275197500302095</c:v>
                </c:pt>
                <c:pt idx="9017">
                  <c:v>27.265479077439494</c:v>
                </c:pt>
                <c:pt idx="9018">
                  <c:v>27.255755103705795</c:v>
                </c:pt>
                <c:pt idx="9019">
                  <c:v>27.246025578194796</c:v>
                </c:pt>
                <c:pt idx="9020">
                  <c:v>27.236290499999999</c:v>
                </c:pt>
                <c:pt idx="9021">
                  <c:v>27.226549868215194</c:v>
                </c:pt>
                <c:pt idx="9022">
                  <c:v>27.216803681934099</c:v>
                </c:pt>
                <c:pt idx="9023">
                  <c:v>27.207051940250398</c:v>
                </c:pt>
                <c:pt idx="9024">
                  <c:v>27.197294642257702</c:v>
                </c:pt>
                <c:pt idx="9025">
                  <c:v>27.187531787049799</c:v>
                </c:pt>
                <c:pt idx="9026">
                  <c:v>27.177763373720296</c:v>
                </c:pt>
                <c:pt idx="9027">
                  <c:v>27.167989401362799</c:v>
                </c:pt>
                <c:pt idx="9028">
                  <c:v>27.158209869071197</c:v>
                </c:pt>
                <c:pt idx="9029">
                  <c:v>27.148424775938995</c:v>
                </c:pt>
                <c:pt idx="9030">
                  <c:v>27.1386341210601</c:v>
                </c:pt>
                <c:pt idx="9031">
                  <c:v>27.128837903527895</c:v>
                </c:pt>
                <c:pt idx="9032">
                  <c:v>27.119036122436302</c:v>
                </c:pt>
                <c:pt idx="9033">
                  <c:v>27.109228776878901</c:v>
                </c:pt>
                <c:pt idx="9034">
                  <c:v>27.099415865949499</c:v>
                </c:pt>
                <c:pt idx="9035">
                  <c:v>27.089597388741591</c:v>
                </c:pt>
                <c:pt idx="9036">
                  <c:v>27.079773344348997</c:v>
                </c:pt>
                <c:pt idx="9037">
                  <c:v>27.069943731865294</c:v>
                </c:pt>
                <c:pt idx="9038">
                  <c:v>27.060108550384296</c:v>
                </c:pt>
                <c:pt idx="9039">
                  <c:v>27.050267798999698</c:v>
                </c:pt>
                <c:pt idx="9040">
                  <c:v>27.040421476805097</c:v>
                </c:pt>
                <c:pt idx="9041">
                  <c:v>27.030569582894199</c:v>
                </c:pt>
                <c:pt idx="9042">
                  <c:v>27.020712116360595</c:v>
                </c:pt>
                <c:pt idx="9043">
                  <c:v>27.0108490762982</c:v>
                </c:pt>
                <c:pt idx="9044">
                  <c:v>27.000980461800502</c:v>
                </c:pt>
                <c:pt idx="9045">
                  <c:v>26.991106271961289</c:v>
                </c:pt>
                <c:pt idx="9046">
                  <c:v>26.981226505874194</c:v>
                </c:pt>
                <c:pt idx="9047">
                  <c:v>26.971341162632999</c:v>
                </c:pt>
                <c:pt idx="9048">
                  <c:v>26.961450241331292</c:v>
                </c:pt>
                <c:pt idx="9049">
                  <c:v>26.9515537410627</c:v>
                </c:pt>
                <c:pt idx="9050">
                  <c:v>26.941651660921096</c:v>
                </c:pt>
                <c:pt idx="9051">
                  <c:v>26.931743999999991</c:v>
                </c:pt>
                <c:pt idx="9052">
                  <c:v>26.921830757393199</c:v>
                </c:pt>
                <c:pt idx="9053">
                  <c:v>26.9119119321943</c:v>
                </c:pt>
                <c:pt idx="9054">
                  <c:v>26.901987523497002</c:v>
                </c:pt>
                <c:pt idx="9055">
                  <c:v>26.892057530395096</c:v>
                </c:pt>
                <c:pt idx="9056">
                  <c:v>26.882121951982096</c:v>
                </c:pt>
                <c:pt idx="9057">
                  <c:v>26.872180787351898</c:v>
                </c:pt>
                <c:pt idx="9058">
                  <c:v>26.862234035597996</c:v>
                </c:pt>
                <c:pt idx="9059">
                  <c:v>26.852281695814202</c:v>
                </c:pt>
                <c:pt idx="9060">
                  <c:v>26.842323767094101</c:v>
                </c:pt>
                <c:pt idx="9061">
                  <c:v>26.832360248531398</c:v>
                </c:pt>
                <c:pt idx="9062">
                  <c:v>26.822391139219899</c:v>
                </c:pt>
                <c:pt idx="9063">
                  <c:v>26.812416438253099</c:v>
                </c:pt>
                <c:pt idx="9064">
                  <c:v>26.802436144724894</c:v>
                </c:pt>
                <c:pt idx="9065">
                  <c:v>26.792450257728891</c:v>
                </c:pt>
                <c:pt idx="9066">
                  <c:v>26.782458776358599</c:v>
                </c:pt>
                <c:pt idx="9067">
                  <c:v>26.772461699707897</c:v>
                </c:pt>
                <c:pt idx="9068">
                  <c:v>26.762459026870495</c:v>
                </c:pt>
                <c:pt idx="9069">
                  <c:v>26.75245075694</c:v>
                </c:pt>
                <c:pt idx="9070">
                  <c:v>26.742436889010094</c:v>
                </c:pt>
                <c:pt idx="9071">
                  <c:v>26.7324174221745</c:v>
                </c:pt>
                <c:pt idx="9072">
                  <c:v>26.722392355526793</c:v>
                </c:pt>
                <c:pt idx="9073">
                  <c:v>26.712361688160897</c:v>
                </c:pt>
                <c:pt idx="9074">
                  <c:v>26.702325419170197</c:v>
                </c:pt>
                <c:pt idx="9075">
                  <c:v>26.6922835476486</c:v>
                </c:pt>
                <c:pt idx="9076">
                  <c:v>26.682236072689694</c:v>
                </c:pt>
                <c:pt idx="9077">
                  <c:v>26.672182993387295</c:v>
                </c:pt>
                <c:pt idx="9078">
                  <c:v>26.662124308834898</c:v>
                </c:pt>
                <c:pt idx="9079">
                  <c:v>26.652060018126299</c:v>
                </c:pt>
                <c:pt idx="9080">
                  <c:v>26.641990120355103</c:v>
                </c:pt>
                <c:pt idx="9081">
                  <c:v>26.631914614615102</c:v>
                </c:pt>
                <c:pt idx="9082">
                  <c:v>26.621833500000001</c:v>
                </c:pt>
                <c:pt idx="9083">
                  <c:v>26.6117467756034</c:v>
                </c:pt>
                <c:pt idx="9084">
                  <c:v>26.601654440518903</c:v>
                </c:pt>
                <c:pt idx="9085">
                  <c:v>26.591556493840404</c:v>
                </c:pt>
                <c:pt idx="9086">
                  <c:v>26.581452934661495</c:v>
                </c:pt>
                <c:pt idx="9087">
                  <c:v>26.571343762075799</c:v>
                </c:pt>
                <c:pt idx="9088">
                  <c:v>26.561228975177098</c:v>
                </c:pt>
                <c:pt idx="9089">
                  <c:v>26.551108573059</c:v>
                </c:pt>
                <c:pt idx="9090">
                  <c:v>26.540982554815198</c:v>
                </c:pt>
                <c:pt idx="9091">
                  <c:v>26.530850919539404</c:v>
                </c:pt>
                <c:pt idx="9092">
                  <c:v>26.520713666325392</c:v>
                </c:pt>
                <c:pt idx="9093">
                  <c:v>26.510570794266705</c:v>
                </c:pt>
                <c:pt idx="9094">
                  <c:v>26.500422302457096</c:v>
                </c:pt>
                <c:pt idx="9095">
                  <c:v>26.490268189990299</c:v>
                </c:pt>
                <c:pt idx="9096">
                  <c:v>26.480108455959897</c:v>
                </c:pt>
                <c:pt idx="9097">
                  <c:v>26.469943099459499</c:v>
                </c:pt>
                <c:pt idx="9098">
                  <c:v>26.459772119583096</c:v>
                </c:pt>
                <c:pt idx="9099">
                  <c:v>26.449595515424097</c:v>
                </c:pt>
                <c:pt idx="9100">
                  <c:v>26.439413286076295</c:v>
                </c:pt>
                <c:pt idx="9101">
                  <c:v>26.429225430633402</c:v>
                </c:pt>
                <c:pt idx="9102">
                  <c:v>26.419031948189097</c:v>
                </c:pt>
                <c:pt idx="9103">
                  <c:v>26.408832837836894</c:v>
                </c:pt>
                <c:pt idx="9104">
                  <c:v>26.398628098670802</c:v>
                </c:pt>
                <c:pt idx="9105">
                  <c:v>26.388417729784095</c:v>
                </c:pt>
                <c:pt idx="9106">
                  <c:v>26.378201730270899</c:v>
                </c:pt>
                <c:pt idx="9107">
                  <c:v>26.367980099224603</c:v>
                </c:pt>
                <c:pt idx="9108">
                  <c:v>26.357752835738996</c:v>
                </c:pt>
                <c:pt idx="9109">
                  <c:v>26.347519938907691</c:v>
                </c:pt>
                <c:pt idx="9110">
                  <c:v>26.337281407824506</c:v>
                </c:pt>
                <c:pt idx="9111">
                  <c:v>26.327037241582996</c:v>
                </c:pt>
                <c:pt idx="9112">
                  <c:v>26.316787439277</c:v>
                </c:pt>
                <c:pt idx="9113">
                  <c:v>26.306531999999997</c:v>
                </c:pt>
                <c:pt idx="9114">
                  <c:v>26.2962709228458</c:v>
                </c:pt>
                <c:pt idx="9115">
                  <c:v>26.286004206908096</c:v>
                </c:pt>
                <c:pt idx="9116">
                  <c:v>26.275731851280597</c:v>
                </c:pt>
                <c:pt idx="9117">
                  <c:v>26.265453855056897</c:v>
                </c:pt>
                <c:pt idx="9118">
                  <c:v>26.255170217330697</c:v>
                </c:pt>
                <c:pt idx="9119">
                  <c:v>26.244880937195799</c:v>
                </c:pt>
                <c:pt idx="9120">
                  <c:v>26.234586013745702</c:v>
                </c:pt>
                <c:pt idx="9121">
                  <c:v>26.224285446074301</c:v>
                </c:pt>
                <c:pt idx="9122">
                  <c:v>26.213979233275097</c:v>
                </c:pt>
                <c:pt idx="9123">
                  <c:v>26.203667374441995</c:v>
                </c:pt>
                <c:pt idx="9124">
                  <c:v>26.193349868668395</c:v>
                </c:pt>
                <c:pt idx="9125">
                  <c:v>26.1830267150482</c:v>
                </c:pt>
                <c:pt idx="9126">
                  <c:v>26.172697912675002</c:v>
                </c:pt>
                <c:pt idx="9127">
                  <c:v>26.162363460642503</c:v>
                </c:pt>
                <c:pt idx="9128">
                  <c:v>26.152023358044399</c:v>
                </c:pt>
                <c:pt idx="9129">
                  <c:v>26.141677603974298</c:v>
                </c:pt>
                <c:pt idx="9130">
                  <c:v>26.1313261975261</c:v>
                </c:pt>
                <c:pt idx="9131">
                  <c:v>26.120969137793299</c:v>
                </c:pt>
                <c:pt idx="9132">
                  <c:v>26.110606423869601</c:v>
                </c:pt>
                <c:pt idx="9133">
                  <c:v>26.100238054848798</c:v>
                </c:pt>
                <c:pt idx="9134">
                  <c:v>26.089864029824405</c:v>
                </c:pt>
                <c:pt idx="9135">
                  <c:v>26.0794843478903</c:v>
                </c:pt>
                <c:pt idx="9136">
                  <c:v>26.069099008139997</c:v>
                </c:pt>
                <c:pt idx="9137">
                  <c:v>26.058708009667296</c:v>
                </c:pt>
                <c:pt idx="9138">
                  <c:v>26.048311351565893</c:v>
                </c:pt>
                <c:pt idx="9139">
                  <c:v>26.037909032929395</c:v>
                </c:pt>
                <c:pt idx="9140">
                  <c:v>26.027501052851498</c:v>
                </c:pt>
                <c:pt idx="9141">
                  <c:v>26.017087410426004</c:v>
                </c:pt>
                <c:pt idx="9142">
                  <c:v>26.006668104746399</c:v>
                </c:pt>
                <c:pt idx="9143">
                  <c:v>25.996243134906496</c:v>
                </c:pt>
                <c:pt idx="9144">
                  <c:v>25.985812499999998</c:v>
                </c:pt>
                <c:pt idx="9145">
                  <c:v>25.975376199120497</c:v>
                </c:pt>
                <c:pt idx="9146">
                  <c:v>25.964934231361791</c:v>
                </c:pt>
                <c:pt idx="9147">
                  <c:v>25.9544865958175</c:v>
                </c:pt>
                <c:pt idx="9148">
                  <c:v>25.944033291581292</c:v>
                </c:pt>
                <c:pt idx="9149">
                  <c:v>25.933574317746999</c:v>
                </c:pt>
                <c:pt idx="9150">
                  <c:v>25.923109673408096</c:v>
                </c:pt>
                <c:pt idx="9151">
                  <c:v>25.912639357658396</c:v>
                </c:pt>
                <c:pt idx="9152">
                  <c:v>25.902163369591499</c:v>
                </c:pt>
                <c:pt idx="9153">
                  <c:v>25.891681708301199</c:v>
                </c:pt>
                <c:pt idx="9154">
                  <c:v>25.881194372881097</c:v>
                </c:pt>
                <c:pt idx="9155">
                  <c:v>25.870701362424899</c:v>
                </c:pt>
                <c:pt idx="9156">
                  <c:v>25.860202676026294</c:v>
                </c:pt>
                <c:pt idx="9157">
                  <c:v>25.849698312778997</c:v>
                </c:pt>
                <c:pt idx="9158">
                  <c:v>25.839188271776699</c:v>
                </c:pt>
                <c:pt idx="9159">
                  <c:v>25.828672552112998</c:v>
                </c:pt>
                <c:pt idx="9160">
                  <c:v>25.818151152881704</c:v>
                </c:pt>
                <c:pt idx="9161">
                  <c:v>25.807624073176495</c:v>
                </c:pt>
                <c:pt idx="9162">
                  <c:v>25.797091312090902</c:v>
                </c:pt>
                <c:pt idx="9163">
                  <c:v>25.786552868718697</c:v>
                </c:pt>
                <c:pt idx="9164">
                  <c:v>25.776008742153699</c:v>
                </c:pt>
                <c:pt idx="9165">
                  <c:v>25.765458931489391</c:v>
                </c:pt>
                <c:pt idx="9166">
                  <c:v>25.754903435819504</c:v>
                </c:pt>
                <c:pt idx="9167">
                  <c:v>25.744342254237893</c:v>
                </c:pt>
                <c:pt idx="9168">
                  <c:v>25.733775385838001</c:v>
                </c:pt>
                <c:pt idx="9169">
                  <c:v>25.723202829713696</c:v>
                </c:pt>
                <c:pt idx="9170">
                  <c:v>25.712624584958498</c:v>
                </c:pt>
                <c:pt idx="9171">
                  <c:v>25.702040650666298</c:v>
                </c:pt>
                <c:pt idx="9172">
                  <c:v>25.691451025930704</c:v>
                </c:pt>
                <c:pt idx="9173">
                  <c:v>25.680855709845204</c:v>
                </c:pt>
                <c:pt idx="9174">
                  <c:v>25.670254701503801</c:v>
                </c:pt>
                <c:pt idx="9175">
                  <c:v>25.659648000000001</c:v>
                </c:pt>
                <c:pt idx="9176">
                  <c:v>25.6490356044275</c:v>
                </c:pt>
                <c:pt idx="9177">
                  <c:v>25.63841751388</c:v>
                </c:pt>
                <c:pt idx="9178">
                  <c:v>25.627793727451198</c:v>
                </c:pt>
                <c:pt idx="9179">
                  <c:v>25.617164244234804</c:v>
                </c:pt>
                <c:pt idx="9180">
                  <c:v>25.606529063324498</c:v>
                </c:pt>
                <c:pt idx="9181">
                  <c:v>25.595888183813901</c:v>
                </c:pt>
                <c:pt idx="9182">
                  <c:v>25.585241604796696</c:v>
                </c:pt>
                <c:pt idx="9183">
                  <c:v>25.574589325366695</c:v>
                </c:pt>
                <c:pt idx="9184">
                  <c:v>25.563931344617501</c:v>
                </c:pt>
                <c:pt idx="9185">
                  <c:v>25.553267661642803</c:v>
                </c:pt>
                <c:pt idx="9186">
                  <c:v>25.542598275536193</c:v>
                </c:pt>
                <c:pt idx="9187">
                  <c:v>25.531923185391502</c:v>
                </c:pt>
                <c:pt idx="9188">
                  <c:v>25.521242390302397</c:v>
                </c:pt>
                <c:pt idx="9189">
                  <c:v>25.5105558893625</c:v>
                </c:pt>
                <c:pt idx="9190">
                  <c:v>25.499863681665602</c:v>
                </c:pt>
                <c:pt idx="9191">
                  <c:v>25.489165766305302</c:v>
                </c:pt>
                <c:pt idx="9192">
                  <c:v>25.478462142375193</c:v>
                </c:pt>
                <c:pt idx="9193">
                  <c:v>25.467752808969188</c:v>
                </c:pt>
                <c:pt idx="9194">
                  <c:v>25.457037765180701</c:v>
                </c:pt>
                <c:pt idx="9195">
                  <c:v>25.446317010103698</c:v>
                </c:pt>
                <c:pt idx="9196">
                  <c:v>25.435590542831694</c:v>
                </c:pt>
                <c:pt idx="9197">
                  <c:v>25.424858362458508</c:v>
                </c:pt>
                <c:pt idx="9198">
                  <c:v>25.414120468077602</c:v>
                </c:pt>
                <c:pt idx="9199">
                  <c:v>25.403376858782796</c:v>
                </c:pt>
                <c:pt idx="9200">
                  <c:v>25.392627533667888</c:v>
                </c:pt>
                <c:pt idx="9201">
                  <c:v>25.381872491826403</c:v>
                </c:pt>
                <c:pt idx="9202">
                  <c:v>25.371111732351999</c:v>
                </c:pt>
                <c:pt idx="9203">
                  <c:v>25.360345254338498</c:v>
                </c:pt>
                <c:pt idx="9204">
                  <c:v>25.349573056879599</c:v>
                </c:pt>
                <c:pt idx="9205">
                  <c:v>25.3387951390689</c:v>
                </c:pt>
                <c:pt idx="9206">
                  <c:v>25.328011499999999</c:v>
                </c:pt>
                <c:pt idx="9207">
                  <c:v>25.317222138766802</c:v>
                </c:pt>
                <c:pt idx="9208">
                  <c:v>25.306427054462699</c:v>
                </c:pt>
                <c:pt idx="9209">
                  <c:v>25.295626246181691</c:v>
                </c:pt>
                <c:pt idx="9210">
                  <c:v>25.284819713017399</c:v>
                </c:pt>
                <c:pt idx="9211">
                  <c:v>25.274007454063302</c:v>
                </c:pt>
                <c:pt idx="9212">
                  <c:v>25.263189468413302</c:v>
                </c:pt>
                <c:pt idx="9213">
                  <c:v>25.252365755160998</c:v>
                </c:pt>
                <c:pt idx="9214">
                  <c:v>25.241536313399997</c:v>
                </c:pt>
                <c:pt idx="9215">
                  <c:v>25.230701142224195</c:v>
                </c:pt>
                <c:pt idx="9216">
                  <c:v>25.219860240727098</c:v>
                </c:pt>
                <c:pt idx="9217">
                  <c:v>25.209013608002401</c:v>
                </c:pt>
                <c:pt idx="9218">
                  <c:v>25.198161243143897</c:v>
                </c:pt>
                <c:pt idx="9219">
                  <c:v>25.187303145245199</c:v>
                </c:pt>
                <c:pt idx="9220">
                  <c:v>25.1764393134</c:v>
                </c:pt>
                <c:pt idx="9221">
                  <c:v>25.165569746701998</c:v>
                </c:pt>
                <c:pt idx="9222">
                  <c:v>25.154694444244903</c:v>
                </c:pt>
                <c:pt idx="9223">
                  <c:v>25.143813405122302</c:v>
                </c:pt>
                <c:pt idx="9224">
                  <c:v>25.132926628427999</c:v>
                </c:pt>
                <c:pt idx="9225">
                  <c:v>25.122034113255701</c:v>
                </c:pt>
                <c:pt idx="9226">
                  <c:v>25.111135858698905</c:v>
                </c:pt>
                <c:pt idx="9227">
                  <c:v>25.100231863851501</c:v>
                </c:pt>
                <c:pt idx="9228">
                  <c:v>25.089322127807097</c:v>
                </c:pt>
                <c:pt idx="9229">
                  <c:v>25.078406649659296</c:v>
                </c:pt>
                <c:pt idx="9230">
                  <c:v>25.0674854285019</c:v>
                </c:pt>
                <c:pt idx="9231">
                  <c:v>25.056558463428509</c:v>
                </c:pt>
                <c:pt idx="9232">
                  <c:v>25.045625753532896</c:v>
                </c:pt>
                <c:pt idx="9233">
                  <c:v>25.0346872979088</c:v>
                </c:pt>
                <c:pt idx="9234">
                  <c:v>25.023743095649696</c:v>
                </c:pt>
                <c:pt idx="9235">
                  <c:v>25.0127931458494</c:v>
                </c:pt>
                <c:pt idx="9236">
                  <c:v>25.001837447601602</c:v>
                </c:pt>
                <c:pt idx="9237">
                  <c:v>24.990876</c:v>
                </c:pt>
                <c:pt idx="9238">
                  <c:v>24.979908802138198</c:v>
                </c:pt>
                <c:pt idx="9239">
                  <c:v>24.968935853109997</c:v>
                </c:pt>
                <c:pt idx="9240">
                  <c:v>24.957957152009005</c:v>
                </c:pt>
                <c:pt idx="9241">
                  <c:v>24.946972697928896</c:v>
                </c:pt>
                <c:pt idx="9242">
                  <c:v>24.935982489963397</c:v>
                </c:pt>
                <c:pt idx="9243">
                  <c:v>24.924986527206201</c:v>
                </c:pt>
                <c:pt idx="9244">
                  <c:v>24.913984808751</c:v>
                </c:pt>
                <c:pt idx="9245">
                  <c:v>24.9029773336914</c:v>
                </c:pt>
                <c:pt idx="9246">
                  <c:v>24.891964101121101</c:v>
                </c:pt>
                <c:pt idx="9247">
                  <c:v>24.880945110133897</c:v>
                </c:pt>
                <c:pt idx="9248">
                  <c:v>24.8699203598234</c:v>
                </c:pt>
                <c:pt idx="9249">
                  <c:v>24.858889849283297</c:v>
                </c:pt>
                <c:pt idx="9250">
                  <c:v>24.8478535776073</c:v>
                </c:pt>
                <c:pt idx="9251">
                  <c:v>24.836811543889105</c:v>
                </c:pt>
                <c:pt idx="9252">
                  <c:v>24.825763747222297</c:v>
                </c:pt>
                <c:pt idx="9253">
                  <c:v>24.814710186700701</c:v>
                </c:pt>
                <c:pt idx="9254">
                  <c:v>24.8036508614179</c:v>
                </c:pt>
                <c:pt idx="9255">
                  <c:v>24.792585770467596</c:v>
                </c:pt>
                <c:pt idx="9256">
                  <c:v>24.781514912943496</c:v>
                </c:pt>
                <c:pt idx="9257">
                  <c:v>24.770438287939292</c:v>
                </c:pt>
                <c:pt idx="9258">
                  <c:v>24.759355894548701</c:v>
                </c:pt>
                <c:pt idx="9259">
                  <c:v>24.748267731865294</c:v>
                </c:pt>
                <c:pt idx="9260">
                  <c:v>24.737173798982901</c:v>
                </c:pt>
                <c:pt idx="9261">
                  <c:v>24.726074094995099</c:v>
                </c:pt>
                <c:pt idx="9262">
                  <c:v>24.714968618995709</c:v>
                </c:pt>
                <c:pt idx="9263">
                  <c:v>24.7038573700782</c:v>
                </c:pt>
                <c:pt idx="9264">
                  <c:v>24.692740347336397</c:v>
                </c:pt>
                <c:pt idx="9265">
                  <c:v>24.681617549863997</c:v>
                </c:pt>
                <c:pt idx="9266">
                  <c:v>24.670488976754701</c:v>
                </c:pt>
                <c:pt idx="9267">
                  <c:v>24.659354627102104</c:v>
                </c:pt>
                <c:pt idx="9268">
                  <c:v>24.648214500000002</c:v>
                </c:pt>
                <c:pt idx="9269">
                  <c:v>24.637068594542004</c:v>
                </c:pt>
                <c:pt idx="9270">
                  <c:v>24.625916909821797</c:v>
                </c:pt>
                <c:pt idx="9271">
                  <c:v>24.614759444933</c:v>
                </c:pt>
                <c:pt idx="9272">
                  <c:v>24.603596198969495</c:v>
                </c:pt>
                <c:pt idx="9273">
                  <c:v>24.592427171024795</c:v>
                </c:pt>
                <c:pt idx="9274">
                  <c:v>24.5812523601927</c:v>
                </c:pt>
                <c:pt idx="9275">
                  <c:v>24.570071765566805</c:v>
                </c:pt>
                <c:pt idx="9276">
                  <c:v>24.558885386240803</c:v>
                </c:pt>
                <c:pt idx="9277">
                  <c:v>24.5476932213084</c:v>
                </c:pt>
                <c:pt idx="9278">
                  <c:v>24.536495269863401</c:v>
                </c:pt>
                <c:pt idx="9279">
                  <c:v>24.525291530999294</c:v>
                </c:pt>
                <c:pt idx="9280">
                  <c:v>24.5140820038099</c:v>
                </c:pt>
                <c:pt idx="9281">
                  <c:v>24.502866687388799</c:v>
                </c:pt>
                <c:pt idx="9282">
                  <c:v>24.491645580829793</c:v>
                </c:pt>
                <c:pt idx="9283">
                  <c:v>24.480418683226496</c:v>
                </c:pt>
                <c:pt idx="9284">
                  <c:v>24.4691859936726</c:v>
                </c:pt>
                <c:pt idx="9285">
                  <c:v>24.457947511261796</c:v>
                </c:pt>
                <c:pt idx="9286">
                  <c:v>24.446703235087792</c:v>
                </c:pt>
                <c:pt idx="9287">
                  <c:v>24.435453164244201</c:v>
                </c:pt>
                <c:pt idx="9288">
                  <c:v>24.424197297824797</c:v>
                </c:pt>
                <c:pt idx="9289">
                  <c:v>24.412935634923294</c:v>
                </c:pt>
                <c:pt idx="9290">
                  <c:v>24.401668174633297</c:v>
                </c:pt>
                <c:pt idx="9291">
                  <c:v>24.390394916048503</c:v>
                </c:pt>
                <c:pt idx="9292">
                  <c:v>24.379115858262601</c:v>
                </c:pt>
                <c:pt idx="9293">
                  <c:v>24.367831000369197</c:v>
                </c:pt>
                <c:pt idx="9294">
                  <c:v>24.356540341462196</c:v>
                </c:pt>
                <c:pt idx="9295">
                  <c:v>24.345243880635092</c:v>
                </c:pt>
                <c:pt idx="9296">
                  <c:v>24.333941616981601</c:v>
                </c:pt>
                <c:pt idx="9297">
                  <c:v>24.322633549595494</c:v>
                </c:pt>
                <c:pt idx="9298">
                  <c:v>24.311319677570395</c:v>
                </c:pt>
                <c:pt idx="9299">
                  <c:v>24.3</c:v>
                </c:pt>
                <c:pt idx="9300">
                  <c:v>24.288674515977988</c:v>
                </c:pt>
                <c:pt idx="9301">
                  <c:v>24.277343224597995</c:v>
                </c:pt>
                <c:pt idx="9302">
                  <c:v>24.266006124953797</c:v>
                </c:pt>
                <c:pt idx="9303">
                  <c:v>24.254663216139097</c:v>
                </c:pt>
                <c:pt idx="9304">
                  <c:v>24.2433144972475</c:v>
                </c:pt>
                <c:pt idx="9305">
                  <c:v>24.231959967372703</c:v>
                </c:pt>
                <c:pt idx="9306">
                  <c:v>24.220599625608401</c:v>
                </c:pt>
                <c:pt idx="9307">
                  <c:v>24.209233471048297</c:v>
                </c:pt>
                <c:pt idx="9308">
                  <c:v>24.197861502786104</c:v>
                </c:pt>
                <c:pt idx="9309">
                  <c:v>24.186483719915401</c:v>
                </c:pt>
                <c:pt idx="9310">
                  <c:v>24.175100121530001</c:v>
                </c:pt>
                <c:pt idx="9311">
                  <c:v>24.163710706723496</c:v>
                </c:pt>
                <c:pt idx="9312">
                  <c:v>24.152315474589599</c:v>
                </c:pt>
                <c:pt idx="9313">
                  <c:v>24.140914424222103</c:v>
                </c:pt>
                <c:pt idx="9314">
                  <c:v>24.1295075547145</c:v>
                </c:pt>
                <c:pt idx="9315">
                  <c:v>24.1180948651606</c:v>
                </c:pt>
                <c:pt idx="9316">
                  <c:v>24.106676354654098</c:v>
                </c:pt>
                <c:pt idx="9317">
                  <c:v>24.095252022288605</c:v>
                </c:pt>
                <c:pt idx="9318">
                  <c:v>24.083821867157898</c:v>
                </c:pt>
                <c:pt idx="9319">
                  <c:v>24.072385888355502</c:v>
                </c:pt>
                <c:pt idx="9320">
                  <c:v>24.060944084975294</c:v>
                </c:pt>
                <c:pt idx="9321">
                  <c:v>24.049496456110898</c:v>
                </c:pt>
                <c:pt idx="9322">
                  <c:v>24.038043000856</c:v>
                </c:pt>
                <c:pt idx="9323">
                  <c:v>24.026583718304199</c:v>
                </c:pt>
                <c:pt idx="9324">
                  <c:v>24.015118607549198</c:v>
                </c:pt>
                <c:pt idx="9325">
                  <c:v>24.003647667684895</c:v>
                </c:pt>
                <c:pt idx="9326">
                  <c:v>23.992170897804698</c:v>
                </c:pt>
                <c:pt idx="9327">
                  <c:v>23.980688297002391</c:v>
                </c:pt>
                <c:pt idx="9328">
                  <c:v>23.969199864371792</c:v>
                </c:pt>
                <c:pt idx="9329">
                  <c:v>23.957705599006399</c:v>
                </c:pt>
                <c:pt idx="9330">
                  <c:v>23.946205499999998</c:v>
                </c:pt>
                <c:pt idx="9331">
                  <c:v>23.934699566446199</c:v>
                </c:pt>
                <c:pt idx="9332">
                  <c:v>23.9231877974388</c:v>
                </c:pt>
                <c:pt idx="9333">
                  <c:v>23.911670192071401</c:v>
                </c:pt>
                <c:pt idx="9334">
                  <c:v>23.900146749437695</c:v>
                </c:pt>
                <c:pt idx="9335">
                  <c:v>23.888617468631502</c:v>
                </c:pt>
                <c:pt idx="9336">
                  <c:v>23.877082348746299</c:v>
                </c:pt>
                <c:pt idx="9337">
                  <c:v>23.865541388875794</c:v>
                </c:pt>
                <c:pt idx="9338">
                  <c:v>23.853994588113899</c:v>
                </c:pt>
                <c:pt idx="9339">
                  <c:v>23.842441945553997</c:v>
                </c:pt>
                <c:pt idx="9340">
                  <c:v>23.830883460290007</c:v>
                </c:pt>
                <c:pt idx="9341">
                  <c:v>23.819319131415501</c:v>
                </c:pt>
                <c:pt idx="9342">
                  <c:v>23.807748958024199</c:v>
                </c:pt>
                <c:pt idx="9343">
                  <c:v>23.796172939209796</c:v>
                </c:pt>
                <c:pt idx="9344">
                  <c:v>23.784591074065997</c:v>
                </c:pt>
                <c:pt idx="9345">
                  <c:v>23.773003361686399</c:v>
                </c:pt>
                <c:pt idx="9346">
                  <c:v>23.761409801164792</c:v>
                </c:pt>
                <c:pt idx="9347">
                  <c:v>23.749810391594799</c:v>
                </c:pt>
                <c:pt idx="9348">
                  <c:v>23.7382051320701</c:v>
                </c:pt>
                <c:pt idx="9349">
                  <c:v>23.726594021684399</c:v>
                </c:pt>
                <c:pt idx="9350">
                  <c:v>23.714977059531403</c:v>
                </c:pt>
                <c:pt idx="9351">
                  <c:v>23.703354244704798</c:v>
                </c:pt>
                <c:pt idx="9352">
                  <c:v>23.6917255762982</c:v>
                </c:pt>
                <c:pt idx="9353">
                  <c:v>23.680091053405395</c:v>
                </c:pt>
                <c:pt idx="9354">
                  <c:v>23.668450675119995</c:v>
                </c:pt>
                <c:pt idx="9355">
                  <c:v>23.656804440535701</c:v>
                </c:pt>
                <c:pt idx="9356">
                  <c:v>23.645152348746297</c:v>
                </c:pt>
                <c:pt idx="9357">
                  <c:v>23.633494398845301</c:v>
                </c:pt>
                <c:pt idx="9358">
                  <c:v>23.6218305899265</c:v>
                </c:pt>
                <c:pt idx="9359">
                  <c:v>23.610160921083509</c:v>
                </c:pt>
                <c:pt idx="9360">
                  <c:v>23.5984853914102</c:v>
                </c:pt>
                <c:pt idx="9361">
                  <c:v>23.586804000000001</c:v>
                </c:pt>
                <c:pt idx="9362">
                  <c:v>23.575116745946797</c:v>
                </c:pt>
                <c:pt idx="9363">
                  <c:v>23.563423628344097</c:v>
                </c:pt>
                <c:pt idx="9364">
                  <c:v>23.551724646285795</c:v>
                </c:pt>
                <c:pt idx="9365">
                  <c:v>23.540019798865398</c:v>
                </c:pt>
                <c:pt idx="9366">
                  <c:v>23.528309085176694</c:v>
                </c:pt>
                <c:pt idx="9367">
                  <c:v>23.516592504313397</c:v>
                </c:pt>
                <c:pt idx="9368">
                  <c:v>23.5048700553691</c:v>
                </c:pt>
                <c:pt idx="9369">
                  <c:v>23.493141737437497</c:v>
                </c:pt>
                <c:pt idx="9370">
                  <c:v>23.481407549612296</c:v>
                </c:pt>
                <c:pt idx="9371">
                  <c:v>23.469667490987195</c:v>
                </c:pt>
                <c:pt idx="9372">
                  <c:v>23.457921560655901</c:v>
                </c:pt>
                <c:pt idx="9373">
                  <c:v>23.446169757712099</c:v>
                </c:pt>
                <c:pt idx="9374">
                  <c:v>23.434412081249391</c:v>
                </c:pt>
                <c:pt idx="9375">
                  <c:v>23.422648530361489</c:v>
                </c:pt>
                <c:pt idx="9376">
                  <c:v>23.4108791041422</c:v>
                </c:pt>
                <c:pt idx="9377">
                  <c:v>23.399103801685097</c:v>
                </c:pt>
                <c:pt idx="9378">
                  <c:v>23.387322622083797</c:v>
                </c:pt>
                <c:pt idx="9379">
                  <c:v>23.375535564432202</c:v>
                </c:pt>
                <c:pt idx="9380">
                  <c:v>23.363742627823793</c:v>
                </c:pt>
                <c:pt idx="9381">
                  <c:v>23.351943811352399</c:v>
                </c:pt>
                <c:pt idx="9382">
                  <c:v>23.340139114111597</c:v>
                </c:pt>
                <c:pt idx="9383">
                  <c:v>23.328328535195194</c:v>
                </c:pt>
                <c:pt idx="9384">
                  <c:v>23.316512073696799</c:v>
                </c:pt>
                <c:pt idx="9385">
                  <c:v>23.304689728709999</c:v>
                </c:pt>
                <c:pt idx="9386">
                  <c:v>23.292861499328701</c:v>
                </c:pt>
                <c:pt idx="9387">
                  <c:v>23.2810273846464</c:v>
                </c:pt>
                <c:pt idx="9388">
                  <c:v>23.269187383756798</c:v>
                </c:pt>
                <c:pt idx="9389">
                  <c:v>23.2573414957537</c:v>
                </c:pt>
                <c:pt idx="9390">
                  <c:v>23.245489719730795</c:v>
                </c:pt>
                <c:pt idx="9391">
                  <c:v>23.233632054781598</c:v>
                </c:pt>
                <c:pt idx="9392">
                  <c:v>23.2217685</c:v>
                </c:pt>
                <c:pt idx="9393">
                  <c:v>23.2098990544795</c:v>
                </c:pt>
                <c:pt idx="9394">
                  <c:v>23.198023717313902</c:v>
                </c:pt>
                <c:pt idx="9395">
                  <c:v>23.186142487596896</c:v>
                </c:pt>
                <c:pt idx="9396">
                  <c:v>23.174255364422102</c:v>
                </c:pt>
                <c:pt idx="9397">
                  <c:v>23.162362346883295</c:v>
                </c:pt>
                <c:pt idx="9398">
                  <c:v>23.150463434073995</c:v>
                </c:pt>
                <c:pt idx="9399">
                  <c:v>23.138558625088102</c:v>
                </c:pt>
                <c:pt idx="9400">
                  <c:v>23.126647919019199</c:v>
                </c:pt>
                <c:pt idx="9401">
                  <c:v>23.114731314960899</c:v>
                </c:pt>
                <c:pt idx="9402">
                  <c:v>23.102808812007005</c:v>
                </c:pt>
                <c:pt idx="9403">
                  <c:v>23.090880409251103</c:v>
                </c:pt>
                <c:pt idx="9404">
                  <c:v>23.078946105786997</c:v>
                </c:pt>
                <c:pt idx="9405">
                  <c:v>23.067005900708299</c:v>
                </c:pt>
                <c:pt idx="9406">
                  <c:v>23.0550597931087</c:v>
                </c:pt>
                <c:pt idx="9407">
                  <c:v>23.043107782081798</c:v>
                </c:pt>
                <c:pt idx="9408">
                  <c:v>23.031149866721496</c:v>
                </c:pt>
                <c:pt idx="9409">
                  <c:v>23.019186046121291</c:v>
                </c:pt>
                <c:pt idx="9410">
                  <c:v>23.007216319374997</c:v>
                </c:pt>
                <c:pt idx="9411">
                  <c:v>22.995240685576192</c:v>
                </c:pt>
                <c:pt idx="9412">
                  <c:v>22.9832591438186</c:v>
                </c:pt>
                <c:pt idx="9413">
                  <c:v>22.971271693195899</c:v>
                </c:pt>
                <c:pt idx="9414">
                  <c:v>22.959278332801802</c:v>
                </c:pt>
                <c:pt idx="9415">
                  <c:v>22.947279061729997</c:v>
                </c:pt>
                <c:pt idx="9416">
                  <c:v>22.935273879074195</c:v>
                </c:pt>
                <c:pt idx="9417">
                  <c:v>22.923262783927992</c:v>
                </c:pt>
                <c:pt idx="9418">
                  <c:v>22.911245775385197</c:v>
                </c:pt>
                <c:pt idx="9419">
                  <c:v>22.899222852539392</c:v>
                </c:pt>
                <c:pt idx="9420">
                  <c:v>22.887194014484201</c:v>
                </c:pt>
                <c:pt idx="9421">
                  <c:v>22.875159260313499</c:v>
                </c:pt>
                <c:pt idx="9422">
                  <c:v>22.863118589120894</c:v>
                </c:pt>
                <c:pt idx="9423">
                  <c:v>22.851071999999998</c:v>
                </c:pt>
                <c:pt idx="9424">
                  <c:v>22.839019492044603</c:v>
                </c:pt>
                <c:pt idx="9425">
                  <c:v>22.826961064348303</c:v>
                </c:pt>
                <c:pt idx="9426">
                  <c:v>22.814896716004807</c:v>
                </c:pt>
                <c:pt idx="9427">
                  <c:v>22.802826446107897</c:v>
                </c:pt>
                <c:pt idx="9428">
                  <c:v>22.790750253751096</c:v>
                </c:pt>
                <c:pt idx="9429">
                  <c:v>22.778668138028298</c:v>
                </c:pt>
                <c:pt idx="9430">
                  <c:v>22.766580098032897</c:v>
                </c:pt>
                <c:pt idx="9431">
                  <c:v>22.754486132858901</c:v>
                </c:pt>
                <c:pt idx="9432">
                  <c:v>22.742386241599792</c:v>
                </c:pt>
                <c:pt idx="9433">
                  <c:v>22.730280423349299</c:v>
                </c:pt>
                <c:pt idx="9434">
                  <c:v>22.718168677201199</c:v>
                </c:pt>
                <c:pt idx="9435">
                  <c:v>22.706051002249001</c:v>
                </c:pt>
                <c:pt idx="9436">
                  <c:v>22.693927397586503</c:v>
                </c:pt>
                <c:pt idx="9437">
                  <c:v>22.681797862307391</c:v>
                </c:pt>
                <c:pt idx="9438">
                  <c:v>22.669662395505291</c:v>
                </c:pt>
                <c:pt idx="9439">
                  <c:v>22.657520996273995</c:v>
                </c:pt>
                <c:pt idx="9440">
                  <c:v>22.645373663707097</c:v>
                </c:pt>
                <c:pt idx="9441">
                  <c:v>22.633220396898398</c:v>
                </c:pt>
                <c:pt idx="9442">
                  <c:v>22.621061194941404</c:v>
                </c:pt>
                <c:pt idx="9443">
                  <c:v>22.608896056929897</c:v>
                </c:pt>
                <c:pt idx="9444">
                  <c:v>22.596724981957596</c:v>
                </c:pt>
                <c:pt idx="9445">
                  <c:v>22.584547969118198</c:v>
                </c:pt>
                <c:pt idx="9446">
                  <c:v>22.572365017505302</c:v>
                </c:pt>
                <c:pt idx="9447">
                  <c:v>22.560176126212603</c:v>
                </c:pt>
                <c:pt idx="9448">
                  <c:v>22.547981294333898</c:v>
                </c:pt>
                <c:pt idx="9449">
                  <c:v>22.535780520962696</c:v>
                </c:pt>
                <c:pt idx="9450">
                  <c:v>22.523573805192797</c:v>
                </c:pt>
                <c:pt idx="9451">
                  <c:v>22.511361146118002</c:v>
                </c:pt>
                <c:pt idx="9452">
                  <c:v>22.499142542831692</c:v>
                </c:pt>
                <c:pt idx="9453">
                  <c:v>22.486917994427795</c:v>
                </c:pt>
                <c:pt idx="9454">
                  <c:v>22.474687500000002</c:v>
                </c:pt>
                <c:pt idx="9455">
                  <c:v>22.462451058641896</c:v>
                </c:pt>
                <c:pt idx="9456">
                  <c:v>22.4502086694471</c:v>
                </c:pt>
                <c:pt idx="9457">
                  <c:v>22.437960331509501</c:v>
                </c:pt>
                <c:pt idx="9458">
                  <c:v>22.425706043922688</c:v>
                </c:pt>
                <c:pt idx="9459">
                  <c:v>22.413445805780196</c:v>
                </c:pt>
                <c:pt idx="9460">
                  <c:v>22.401179616176002</c:v>
                </c:pt>
                <c:pt idx="9461">
                  <c:v>22.388907474203599</c:v>
                </c:pt>
                <c:pt idx="9462">
                  <c:v>22.376629378956697</c:v>
                </c:pt>
                <c:pt idx="9463">
                  <c:v>22.364345329529002</c:v>
                </c:pt>
                <c:pt idx="9464">
                  <c:v>22.352055325014309</c:v>
                </c:pt>
                <c:pt idx="9465">
                  <c:v>22.339759364506101</c:v>
                </c:pt>
                <c:pt idx="9466">
                  <c:v>22.327457447098109</c:v>
                </c:pt>
                <c:pt idx="9467">
                  <c:v>22.315149571884096</c:v>
                </c:pt>
                <c:pt idx="9468">
                  <c:v>22.3028357379578</c:v>
                </c:pt>
                <c:pt idx="9469">
                  <c:v>22.2905159444127</c:v>
                </c:pt>
                <c:pt idx="9470">
                  <c:v>22.278190190342695</c:v>
                </c:pt>
                <c:pt idx="9471">
                  <c:v>22.265858474841401</c:v>
                </c:pt>
                <c:pt idx="9472">
                  <c:v>22.253520797002395</c:v>
                </c:pt>
                <c:pt idx="9473">
                  <c:v>22.241177155919601</c:v>
                </c:pt>
                <c:pt idx="9474">
                  <c:v>22.2288275506864</c:v>
                </c:pt>
                <c:pt idx="9475">
                  <c:v>22.2164719803968</c:v>
                </c:pt>
                <c:pt idx="9476">
                  <c:v>22.204110444144199</c:v>
                </c:pt>
                <c:pt idx="9477">
                  <c:v>22.191742941022497</c:v>
                </c:pt>
                <c:pt idx="9478">
                  <c:v>22.179369470125195</c:v>
                </c:pt>
                <c:pt idx="9479">
                  <c:v>22.166990030546099</c:v>
                </c:pt>
                <c:pt idx="9480">
                  <c:v>22.154604621378901</c:v>
                </c:pt>
                <c:pt idx="9481">
                  <c:v>22.142213241717293</c:v>
                </c:pt>
                <c:pt idx="9482">
                  <c:v>22.129815890654903</c:v>
                </c:pt>
                <c:pt idx="9483">
                  <c:v>22.117412567285399</c:v>
                </c:pt>
                <c:pt idx="9484">
                  <c:v>22.105003270702596</c:v>
                </c:pt>
                <c:pt idx="9485">
                  <c:v>22.092587999999996</c:v>
                </c:pt>
                <c:pt idx="9486">
                  <c:v>22.080166754271396</c:v>
                </c:pt>
                <c:pt idx="9487">
                  <c:v>22.067739532610496</c:v>
                </c:pt>
                <c:pt idx="9488">
                  <c:v>22.055306334110991</c:v>
                </c:pt>
                <c:pt idx="9489">
                  <c:v>22.042867157866503</c:v>
                </c:pt>
                <c:pt idx="9490">
                  <c:v>22.030422002970695</c:v>
                </c:pt>
                <c:pt idx="9491">
                  <c:v>22.017970868517398</c:v>
                </c:pt>
                <c:pt idx="9492">
                  <c:v>22.005513753600095</c:v>
                </c:pt>
                <c:pt idx="9493">
                  <c:v>21.993050657312601</c:v>
                </c:pt>
                <c:pt idx="9494">
                  <c:v>21.980581578748591</c:v>
                </c:pt>
                <c:pt idx="9495">
                  <c:v>21.968106517001793</c:v>
                </c:pt>
                <c:pt idx="9496">
                  <c:v>21.955625471165792</c:v>
                </c:pt>
                <c:pt idx="9497">
                  <c:v>21.943138440334298</c:v>
                </c:pt>
                <c:pt idx="9498">
                  <c:v>21.930645423601099</c:v>
                </c:pt>
                <c:pt idx="9499">
                  <c:v>21.918146420059799</c:v>
                </c:pt>
                <c:pt idx="9500">
                  <c:v>21.905641428804</c:v>
                </c:pt>
                <c:pt idx="9501">
                  <c:v>21.893130448927497</c:v>
                </c:pt>
                <c:pt idx="9502">
                  <c:v>21.880613479523994</c:v>
                </c:pt>
                <c:pt idx="9503">
                  <c:v>21.868090519687097</c:v>
                </c:pt>
                <c:pt idx="9504">
                  <c:v>21.855561568510598</c:v>
                </c:pt>
                <c:pt idx="9505">
                  <c:v>21.8430266250881</c:v>
                </c:pt>
                <c:pt idx="9506">
                  <c:v>21.830485688513299</c:v>
                </c:pt>
                <c:pt idx="9507">
                  <c:v>21.817938757879904</c:v>
                </c:pt>
                <c:pt idx="9508">
                  <c:v>21.805385832281598</c:v>
                </c:pt>
                <c:pt idx="9509">
                  <c:v>21.792826910812</c:v>
                </c:pt>
                <c:pt idx="9510">
                  <c:v>21.780261992564895</c:v>
                </c:pt>
                <c:pt idx="9511">
                  <c:v>21.767691076633891</c:v>
                </c:pt>
                <c:pt idx="9512">
                  <c:v>21.755114162112701</c:v>
                </c:pt>
                <c:pt idx="9513">
                  <c:v>21.742531248094991</c:v>
                </c:pt>
                <c:pt idx="9514">
                  <c:v>21.729942333674597</c:v>
                </c:pt>
                <c:pt idx="9515">
                  <c:v>21.717347417945</c:v>
                </c:pt>
                <c:pt idx="9516">
                  <c:v>21.704746499999995</c:v>
                </c:pt>
                <c:pt idx="9517">
                  <c:v>21.69213957893319</c:v>
                </c:pt>
                <c:pt idx="9518">
                  <c:v>21.679526653838401</c:v>
                </c:pt>
                <c:pt idx="9519">
                  <c:v>21.666907723809203</c:v>
                </c:pt>
                <c:pt idx="9520">
                  <c:v>21.654282787939302</c:v>
                </c:pt>
                <c:pt idx="9521">
                  <c:v>21.6416518453224</c:v>
                </c:pt>
                <c:pt idx="9522">
                  <c:v>21.629014895052201</c:v>
                </c:pt>
                <c:pt idx="9523">
                  <c:v>21.616371936222301</c:v>
                </c:pt>
                <c:pt idx="9524">
                  <c:v>21.603722967926497</c:v>
                </c:pt>
                <c:pt idx="9525">
                  <c:v>21.591067989258509</c:v>
                </c:pt>
                <c:pt idx="9526">
                  <c:v>21.578406999311891</c:v>
                </c:pt>
                <c:pt idx="9527">
                  <c:v>21.565739997180295</c:v>
                </c:pt>
                <c:pt idx="9528">
                  <c:v>21.553066981957599</c:v>
                </c:pt>
                <c:pt idx="9529">
                  <c:v>21.540387952737397</c:v>
                </c:pt>
                <c:pt idx="9530">
                  <c:v>21.527702908613396</c:v>
                </c:pt>
                <c:pt idx="9531">
                  <c:v>21.515011848679102</c:v>
                </c:pt>
                <c:pt idx="9532">
                  <c:v>21.502314772028502</c:v>
                </c:pt>
                <c:pt idx="9533">
                  <c:v>21.489611677754993</c:v>
                </c:pt>
                <c:pt idx="9534">
                  <c:v>21.4769025649525</c:v>
                </c:pt>
                <c:pt idx="9535">
                  <c:v>21.464187432714599</c:v>
                </c:pt>
                <c:pt idx="9536">
                  <c:v>21.451466280134891</c:v>
                </c:pt>
                <c:pt idx="9537">
                  <c:v>21.438739106307292</c:v>
                </c:pt>
                <c:pt idx="9538">
                  <c:v>21.426005910325191</c:v>
                </c:pt>
                <c:pt idx="9539">
                  <c:v>21.413266691282601</c:v>
                </c:pt>
                <c:pt idx="9540">
                  <c:v>21.400521448272997</c:v>
                </c:pt>
                <c:pt idx="9541">
                  <c:v>21.38777018039</c:v>
                </c:pt>
                <c:pt idx="9542">
                  <c:v>21.375012886727493</c:v>
                </c:pt>
                <c:pt idx="9543">
                  <c:v>21.362249566379091</c:v>
                </c:pt>
                <c:pt idx="9544">
                  <c:v>21.349480218438501</c:v>
                </c:pt>
                <c:pt idx="9545">
                  <c:v>21.336704841999296</c:v>
                </c:pt>
                <c:pt idx="9546">
                  <c:v>21.323923436155198</c:v>
                </c:pt>
                <c:pt idx="9547">
                  <c:v>21.311136000000001</c:v>
                </c:pt>
                <c:pt idx="9548">
                  <c:v>21.298342532627288</c:v>
                </c:pt>
                <c:pt idx="9549">
                  <c:v>21.285543033130789</c:v>
                </c:pt>
                <c:pt idx="9550">
                  <c:v>21.272737500604194</c:v>
                </c:pt>
                <c:pt idx="9551">
                  <c:v>21.259925934141197</c:v>
                </c:pt>
                <c:pt idx="9552">
                  <c:v>21.247108332835396</c:v>
                </c:pt>
                <c:pt idx="9553">
                  <c:v>21.234284695780605</c:v>
                </c:pt>
                <c:pt idx="9554">
                  <c:v>21.221455022070405</c:v>
                </c:pt>
                <c:pt idx="9555">
                  <c:v>21.208619310798596</c:v>
                </c:pt>
                <c:pt idx="9556">
                  <c:v>21.195777561058701</c:v>
                </c:pt>
                <c:pt idx="9557">
                  <c:v>21.182929771944497</c:v>
                </c:pt>
                <c:pt idx="9558">
                  <c:v>21.170075942549701</c:v>
                </c:pt>
                <c:pt idx="9559">
                  <c:v>21.157216071967998</c:v>
                </c:pt>
                <c:pt idx="9560">
                  <c:v>21.144350159293104</c:v>
                </c:pt>
                <c:pt idx="9561">
                  <c:v>21.131478203618506</c:v>
                </c:pt>
                <c:pt idx="9562">
                  <c:v>21.118600204038099</c:v>
                </c:pt>
                <c:pt idx="9563">
                  <c:v>21.1057161596455</c:v>
                </c:pt>
                <c:pt idx="9564">
                  <c:v>21.0928260695344</c:v>
                </c:pt>
                <c:pt idx="9565">
                  <c:v>21.0799299327985</c:v>
                </c:pt>
                <c:pt idx="9566">
                  <c:v>21.067027748531402</c:v>
                </c:pt>
                <c:pt idx="9567">
                  <c:v>21.054119515826898</c:v>
                </c:pt>
                <c:pt idx="9568">
                  <c:v>21.041205233778602</c:v>
                </c:pt>
                <c:pt idx="9569">
                  <c:v>21.028284901480298</c:v>
                </c:pt>
                <c:pt idx="9570">
                  <c:v>21.0153585180256</c:v>
                </c:pt>
                <c:pt idx="9571">
                  <c:v>21.002426082508194</c:v>
                </c:pt>
                <c:pt idx="9572">
                  <c:v>20.989487594021693</c:v>
                </c:pt>
                <c:pt idx="9573">
                  <c:v>20.976543051659895</c:v>
                </c:pt>
                <c:pt idx="9574">
                  <c:v>20.963592454516498</c:v>
                </c:pt>
                <c:pt idx="9575">
                  <c:v>20.950635801685095</c:v>
                </c:pt>
                <c:pt idx="9576">
                  <c:v>20.937673092259399</c:v>
                </c:pt>
                <c:pt idx="9577">
                  <c:v>20.924704325333195</c:v>
                </c:pt>
                <c:pt idx="9578">
                  <c:v>20.911729499999996</c:v>
                </c:pt>
                <c:pt idx="9579">
                  <c:v>20.898748615353597</c:v>
                </c:pt>
                <c:pt idx="9580">
                  <c:v>20.885761670487696</c:v>
                </c:pt>
                <c:pt idx="9581">
                  <c:v>20.872768664496004</c:v>
                </c:pt>
                <c:pt idx="9582">
                  <c:v>20.859769596472095</c:v>
                </c:pt>
                <c:pt idx="9583">
                  <c:v>20.8467644655097</c:v>
                </c:pt>
                <c:pt idx="9584">
                  <c:v>20.833753270702598</c:v>
                </c:pt>
                <c:pt idx="9585">
                  <c:v>20.820736011144298</c:v>
                </c:pt>
                <c:pt idx="9586">
                  <c:v>20.807712685928596</c:v>
                </c:pt>
                <c:pt idx="9587">
                  <c:v>20.794683294149191</c:v>
                </c:pt>
                <c:pt idx="9588">
                  <c:v>20.781647834899793</c:v>
                </c:pt>
                <c:pt idx="9589">
                  <c:v>20.768606307273988</c:v>
                </c:pt>
                <c:pt idx="9590">
                  <c:v>20.755558710365499</c:v>
                </c:pt>
                <c:pt idx="9591">
                  <c:v>20.742505043268096</c:v>
                </c:pt>
                <c:pt idx="9592">
                  <c:v>20.729445305075291</c:v>
                </c:pt>
                <c:pt idx="9593">
                  <c:v>20.716379494881</c:v>
                </c:pt>
                <c:pt idx="9594">
                  <c:v>20.703307611778698</c:v>
                </c:pt>
                <c:pt idx="9595">
                  <c:v>20.690229654862197</c:v>
                </c:pt>
                <c:pt idx="9596">
                  <c:v>20.677145623225101</c:v>
                </c:pt>
                <c:pt idx="9597">
                  <c:v>20.664055515961195</c:v>
                </c:pt>
                <c:pt idx="9598">
                  <c:v>20.650959332164099</c:v>
                </c:pt>
                <c:pt idx="9599">
                  <c:v>20.637857070927502</c:v>
                </c:pt>
                <c:pt idx="9600">
                  <c:v>20.624748731344997</c:v>
                </c:pt>
                <c:pt idx="9601">
                  <c:v>20.611634312510503</c:v>
                </c:pt>
                <c:pt idx="9602">
                  <c:v>20.598513813517496</c:v>
                </c:pt>
                <c:pt idx="9603">
                  <c:v>20.585387233459798</c:v>
                </c:pt>
                <c:pt idx="9604">
                  <c:v>20.572254571430996</c:v>
                </c:pt>
                <c:pt idx="9605">
                  <c:v>20.559115826524799</c:v>
                </c:pt>
                <c:pt idx="9606">
                  <c:v>20.5459709978349</c:v>
                </c:pt>
                <c:pt idx="9607">
                  <c:v>20.532820084455</c:v>
                </c:pt>
                <c:pt idx="9608">
                  <c:v>20.5196630854788</c:v>
                </c:pt>
                <c:pt idx="9609">
                  <c:v>20.506499999999996</c:v>
                </c:pt>
                <c:pt idx="9610">
                  <c:v>20.493330827112196</c:v>
                </c:pt>
                <c:pt idx="9611">
                  <c:v>20.480155565909097</c:v>
                </c:pt>
                <c:pt idx="9612">
                  <c:v>20.466974215484498</c:v>
                </c:pt>
                <c:pt idx="9613">
                  <c:v>20.453786774931991</c:v>
                </c:pt>
                <c:pt idx="9614">
                  <c:v>20.44059324334529</c:v>
                </c:pt>
                <c:pt idx="9615">
                  <c:v>20.427393619818101</c:v>
                </c:pt>
                <c:pt idx="9616">
                  <c:v>20.414187903443999</c:v>
                </c:pt>
                <c:pt idx="9617">
                  <c:v>20.4009760933168</c:v>
                </c:pt>
                <c:pt idx="9618">
                  <c:v>20.3877581885301</c:v>
                </c:pt>
                <c:pt idx="9619">
                  <c:v>20.374534188177599</c:v>
                </c:pt>
                <c:pt idx="9620">
                  <c:v>20.361304091353102</c:v>
                </c:pt>
                <c:pt idx="9621">
                  <c:v>20.348067897150099</c:v>
                </c:pt>
                <c:pt idx="9622">
                  <c:v>20.334825604662509</c:v>
                </c:pt>
                <c:pt idx="9623">
                  <c:v>20.321577212983797</c:v>
                </c:pt>
                <c:pt idx="9624">
                  <c:v>20.308322721207695</c:v>
                </c:pt>
                <c:pt idx="9625">
                  <c:v>20.295062128428</c:v>
                </c:pt>
                <c:pt idx="9626">
                  <c:v>20.281795433738395</c:v>
                </c:pt>
                <c:pt idx="9627">
                  <c:v>20.268522636232394</c:v>
                </c:pt>
                <c:pt idx="9628">
                  <c:v>20.255243735003894</c:v>
                </c:pt>
                <c:pt idx="9629">
                  <c:v>20.241958729146408</c:v>
                </c:pt>
                <c:pt idx="9630">
                  <c:v>20.228667617753697</c:v>
                </c:pt>
                <c:pt idx="9631">
                  <c:v>20.215370399919401</c:v>
                </c:pt>
                <c:pt idx="9632">
                  <c:v>20.202067074737293</c:v>
                </c:pt>
                <c:pt idx="9633">
                  <c:v>20.188757641301091</c:v>
                </c:pt>
                <c:pt idx="9634">
                  <c:v>20.175442098704291</c:v>
                </c:pt>
                <c:pt idx="9635">
                  <c:v>20.162120446040699</c:v>
                </c:pt>
                <c:pt idx="9636">
                  <c:v>20.148792682404096</c:v>
                </c:pt>
                <c:pt idx="9637">
                  <c:v>20.135458806888003</c:v>
                </c:pt>
                <c:pt idx="9638">
                  <c:v>20.122118818586099</c:v>
                </c:pt>
                <c:pt idx="9639">
                  <c:v>20.108772716592295</c:v>
                </c:pt>
                <c:pt idx="9640">
                  <c:v>20.095420499999996</c:v>
                </c:pt>
                <c:pt idx="9641">
                  <c:v>20.082062167902997</c:v>
                </c:pt>
                <c:pt idx="9642">
                  <c:v>20.068697719395097</c:v>
                </c:pt>
                <c:pt idx="9643">
                  <c:v>20.055327153569891</c:v>
                </c:pt>
                <c:pt idx="9644">
                  <c:v>20.041950469521005</c:v>
                </c:pt>
                <c:pt idx="9645">
                  <c:v>20.028567666342202</c:v>
                </c:pt>
                <c:pt idx="9646">
                  <c:v>20.015178743127102</c:v>
                </c:pt>
                <c:pt idx="9647">
                  <c:v>20.001783698969497</c:v>
                </c:pt>
                <c:pt idx="9648">
                  <c:v>19.988382532962987</c:v>
                </c:pt>
                <c:pt idx="9649">
                  <c:v>19.9749752442013</c:v>
                </c:pt>
                <c:pt idx="9650">
                  <c:v>19.961561831778095</c:v>
                </c:pt>
                <c:pt idx="9651">
                  <c:v>19.94814229478699</c:v>
                </c:pt>
                <c:pt idx="9652">
                  <c:v>19.934716632321788</c:v>
                </c:pt>
                <c:pt idx="9653">
                  <c:v>19.921284843476197</c:v>
                </c:pt>
                <c:pt idx="9654">
                  <c:v>19.907846927343797</c:v>
                </c:pt>
                <c:pt idx="9655">
                  <c:v>19.894402883018401</c:v>
                </c:pt>
                <c:pt idx="9656">
                  <c:v>19.880952709593501</c:v>
                </c:pt>
                <c:pt idx="9657">
                  <c:v>19.867496406162896</c:v>
                </c:pt>
                <c:pt idx="9658">
                  <c:v>19.854033971820297</c:v>
                </c:pt>
                <c:pt idx="9659">
                  <c:v>19.840565405659405</c:v>
                </c:pt>
                <c:pt idx="9660">
                  <c:v>19.827090706773799</c:v>
                </c:pt>
                <c:pt idx="9661">
                  <c:v>19.813609874257295</c:v>
                </c:pt>
                <c:pt idx="9662">
                  <c:v>19.800122907203502</c:v>
                </c:pt>
                <c:pt idx="9663">
                  <c:v>19.786629804706092</c:v>
                </c:pt>
                <c:pt idx="9664">
                  <c:v>19.7731305658588</c:v>
                </c:pt>
                <c:pt idx="9665">
                  <c:v>19.759625189755297</c:v>
                </c:pt>
                <c:pt idx="9666">
                  <c:v>19.746113675489294</c:v>
                </c:pt>
                <c:pt idx="9667">
                  <c:v>19.732596022154297</c:v>
                </c:pt>
                <c:pt idx="9668">
                  <c:v>19.719072228844301</c:v>
                </c:pt>
                <c:pt idx="9669">
                  <c:v>19.705542294652794</c:v>
                </c:pt>
                <c:pt idx="9670">
                  <c:v>19.692006218673395</c:v>
                </c:pt>
                <c:pt idx="9671">
                  <c:v>19.678464000000005</c:v>
                </c:pt>
                <c:pt idx="9672">
                  <c:v>19.6649156377262</c:v>
                </c:pt>
                <c:pt idx="9673">
                  <c:v>19.651361130945602</c:v>
                </c:pt>
                <c:pt idx="9674">
                  <c:v>19.637800478751998</c:v>
                </c:pt>
                <c:pt idx="9675">
                  <c:v>19.624233680238998</c:v>
                </c:pt>
                <c:pt idx="9676">
                  <c:v>19.610660734500399</c:v>
                </c:pt>
                <c:pt idx="9677">
                  <c:v>19.5970816406297</c:v>
                </c:pt>
                <c:pt idx="9678">
                  <c:v>19.583496397720793</c:v>
                </c:pt>
                <c:pt idx="9679">
                  <c:v>19.569905004867199</c:v>
                </c:pt>
                <c:pt idx="9680">
                  <c:v>19.556307461162799</c:v>
                </c:pt>
                <c:pt idx="9681">
                  <c:v>19.542703765701091</c:v>
                </c:pt>
                <c:pt idx="9682">
                  <c:v>19.529093917575796</c:v>
                </c:pt>
                <c:pt idx="9683">
                  <c:v>19.515477915880602</c:v>
                </c:pt>
                <c:pt idx="9684">
                  <c:v>19.501855759709304</c:v>
                </c:pt>
                <c:pt idx="9685">
                  <c:v>19.488227448155495</c:v>
                </c:pt>
                <c:pt idx="9686">
                  <c:v>19.474592980312895</c:v>
                </c:pt>
                <c:pt idx="9687">
                  <c:v>19.460952355275097</c:v>
                </c:pt>
                <c:pt idx="9688">
                  <c:v>19.447305572135893</c:v>
                </c:pt>
                <c:pt idx="9689">
                  <c:v>19.433652629988899</c:v>
                </c:pt>
                <c:pt idx="9690">
                  <c:v>19.419993527927897</c:v>
                </c:pt>
                <c:pt idx="9691">
                  <c:v>19.406328265046501</c:v>
                </c:pt>
                <c:pt idx="9692">
                  <c:v>19.392656840438395</c:v>
                </c:pt>
                <c:pt idx="9693">
                  <c:v>19.378979253197297</c:v>
                </c:pt>
                <c:pt idx="9694">
                  <c:v>19.365295502416799</c:v>
                </c:pt>
                <c:pt idx="9695">
                  <c:v>19.3516055871908</c:v>
                </c:pt>
                <c:pt idx="9696">
                  <c:v>19.337909506612704</c:v>
                </c:pt>
                <c:pt idx="9697">
                  <c:v>19.324207259776401</c:v>
                </c:pt>
                <c:pt idx="9698">
                  <c:v>19.310498845775598</c:v>
                </c:pt>
                <c:pt idx="9699">
                  <c:v>19.296784263703795</c:v>
                </c:pt>
                <c:pt idx="9700">
                  <c:v>19.283063512654799</c:v>
                </c:pt>
                <c:pt idx="9701">
                  <c:v>19.26933659172229</c:v>
                </c:pt>
                <c:pt idx="9702">
                  <c:v>19.255603499999996</c:v>
                </c:pt>
                <c:pt idx="9703">
                  <c:v>19.241864236581499</c:v>
                </c:pt>
                <c:pt idx="9704">
                  <c:v>19.228118800560594</c:v>
                </c:pt>
                <c:pt idx="9705">
                  <c:v>19.214367191030803</c:v>
                </c:pt>
                <c:pt idx="9706">
                  <c:v>19.200609407085995</c:v>
                </c:pt>
                <c:pt idx="9707">
                  <c:v>19.186845447819803</c:v>
                </c:pt>
                <c:pt idx="9708">
                  <c:v>19.173075312325899</c:v>
                </c:pt>
                <c:pt idx="9709">
                  <c:v>19.159298999697903</c:v>
                </c:pt>
                <c:pt idx="9710">
                  <c:v>19.145516509029594</c:v>
                </c:pt>
                <c:pt idx="9711">
                  <c:v>19.131727839414605</c:v>
                </c:pt>
                <c:pt idx="9712">
                  <c:v>19.117932989946603</c:v>
                </c:pt>
                <c:pt idx="9713">
                  <c:v>19.104131959719403</c:v>
                </c:pt>
                <c:pt idx="9714">
                  <c:v>19.0903247478265</c:v>
                </c:pt>
                <c:pt idx="9715">
                  <c:v>19.076511353361791</c:v>
                </c:pt>
                <c:pt idx="9716">
                  <c:v>19.062691775418799</c:v>
                </c:pt>
                <c:pt idx="9717">
                  <c:v>19.0488660130912</c:v>
                </c:pt>
                <c:pt idx="9718">
                  <c:v>19.0350340654728</c:v>
                </c:pt>
                <c:pt idx="9719">
                  <c:v>19.0211959316572</c:v>
                </c:pt>
                <c:pt idx="9720">
                  <c:v>19.007351610738105</c:v>
                </c:pt>
                <c:pt idx="9721">
                  <c:v>18.993501101809297</c:v>
                </c:pt>
                <c:pt idx="9722">
                  <c:v>18.979644403964294</c:v>
                </c:pt>
                <c:pt idx="9723">
                  <c:v>18.965781516296897</c:v>
                </c:pt>
                <c:pt idx="9724">
                  <c:v>18.951912437900699</c:v>
                </c:pt>
                <c:pt idx="9725">
                  <c:v>18.938037167869499</c:v>
                </c:pt>
                <c:pt idx="9726">
                  <c:v>18.924155705296904</c:v>
                </c:pt>
                <c:pt idx="9727">
                  <c:v>18.910268049276603</c:v>
                </c:pt>
                <c:pt idx="9728">
                  <c:v>18.896374198902404</c:v>
                </c:pt>
                <c:pt idx="9729">
                  <c:v>18.882474153267697</c:v>
                </c:pt>
                <c:pt idx="9730">
                  <c:v>18.868567911466499</c:v>
                </c:pt>
                <c:pt idx="9731">
                  <c:v>18.854655472592398</c:v>
                </c:pt>
                <c:pt idx="9732">
                  <c:v>18.840736835738991</c:v>
                </c:pt>
                <c:pt idx="9733">
                  <c:v>18.826812</c:v>
                </c:pt>
                <c:pt idx="9734">
                  <c:v>18.812880964469105</c:v>
                </c:pt>
                <c:pt idx="9735">
                  <c:v>18.798943728240101</c:v>
                </c:pt>
                <c:pt idx="9736">
                  <c:v>18.785000290406497</c:v>
                </c:pt>
                <c:pt idx="9737">
                  <c:v>18.771050650062101</c:v>
                </c:pt>
                <c:pt idx="9738">
                  <c:v>18.757094806300501</c:v>
                </c:pt>
                <c:pt idx="9739">
                  <c:v>18.743132758215602</c:v>
                </c:pt>
                <c:pt idx="9740">
                  <c:v>18.729164504900798</c:v>
                </c:pt>
                <c:pt idx="9741">
                  <c:v>18.715190045450001</c:v>
                </c:pt>
                <c:pt idx="9742">
                  <c:v>18.701209378956698</c:v>
                </c:pt>
                <c:pt idx="9743">
                  <c:v>18.687222504514796</c:v>
                </c:pt>
                <c:pt idx="9744">
                  <c:v>18.673229421217801</c:v>
                </c:pt>
                <c:pt idx="9745">
                  <c:v>18.659230128159503</c:v>
                </c:pt>
                <c:pt idx="9746">
                  <c:v>18.645224624433499</c:v>
                </c:pt>
                <c:pt idx="9747">
                  <c:v>18.631212909133595</c:v>
                </c:pt>
                <c:pt idx="9748">
                  <c:v>18.617194981353403</c:v>
                </c:pt>
                <c:pt idx="9749">
                  <c:v>18.6031708401866</c:v>
                </c:pt>
                <c:pt idx="9750">
                  <c:v>18.589140484726894</c:v>
                </c:pt>
                <c:pt idx="9751">
                  <c:v>18.575103914067995</c:v>
                </c:pt>
                <c:pt idx="9752">
                  <c:v>18.561061127303503</c:v>
                </c:pt>
                <c:pt idx="9753">
                  <c:v>18.547012123527196</c:v>
                </c:pt>
                <c:pt idx="9754">
                  <c:v>18.532956901832801</c:v>
                </c:pt>
                <c:pt idx="9755">
                  <c:v>18.518895461313804</c:v>
                </c:pt>
                <c:pt idx="9756">
                  <c:v>18.504827801064099</c:v>
                </c:pt>
                <c:pt idx="9757">
                  <c:v>18.490753920177198</c:v>
                </c:pt>
                <c:pt idx="9758">
                  <c:v>18.476673817746995</c:v>
                </c:pt>
                <c:pt idx="9759">
                  <c:v>18.462587492866998</c:v>
                </c:pt>
                <c:pt idx="9760">
                  <c:v>18.448494944630898</c:v>
                </c:pt>
                <c:pt idx="9761">
                  <c:v>18.434396172132502</c:v>
                </c:pt>
                <c:pt idx="9762">
                  <c:v>18.420291174465397</c:v>
                </c:pt>
                <c:pt idx="9763">
                  <c:v>18.406179950723391</c:v>
                </c:pt>
                <c:pt idx="9764">
                  <c:v>18.392062500000002</c:v>
                </c:pt>
                <c:pt idx="9765">
                  <c:v>18.377938821389005</c:v>
                </c:pt>
                <c:pt idx="9766">
                  <c:v>18.363808913984101</c:v>
                </c:pt>
                <c:pt idx="9767">
                  <c:v>18.349672776878897</c:v>
                </c:pt>
                <c:pt idx="9768">
                  <c:v>18.335530409167191</c:v>
                </c:pt>
                <c:pt idx="9769">
                  <c:v>18.321381809942601</c:v>
                </c:pt>
                <c:pt idx="9770">
                  <c:v>18.3072269782988</c:v>
                </c:pt>
                <c:pt idx="9771">
                  <c:v>18.293065913329499</c:v>
                </c:pt>
                <c:pt idx="9772">
                  <c:v>18.278898614128401</c:v>
                </c:pt>
                <c:pt idx="9773">
                  <c:v>18.264725079789194</c:v>
                </c:pt>
                <c:pt idx="9774">
                  <c:v>18.250545309405499</c:v>
                </c:pt>
                <c:pt idx="9775">
                  <c:v>18.236359302071097</c:v>
                </c:pt>
                <c:pt idx="9776">
                  <c:v>18.222167056879599</c:v>
                </c:pt>
                <c:pt idx="9777">
                  <c:v>18.207968572924699</c:v>
                </c:pt>
                <c:pt idx="9778">
                  <c:v>18.193763849300097</c:v>
                </c:pt>
                <c:pt idx="9779">
                  <c:v>18.179552885099501</c:v>
                </c:pt>
                <c:pt idx="9780">
                  <c:v>18.1653356794166</c:v>
                </c:pt>
                <c:pt idx="9781">
                  <c:v>18.151112231344996</c:v>
                </c:pt>
                <c:pt idx="9782">
                  <c:v>18.136882539978501</c:v>
                </c:pt>
                <c:pt idx="9783">
                  <c:v>18.122646604410697</c:v>
                </c:pt>
                <c:pt idx="9784">
                  <c:v>18.108404423735401</c:v>
                </c:pt>
                <c:pt idx="9785">
                  <c:v>18.094155997046105</c:v>
                </c:pt>
                <c:pt idx="9786">
                  <c:v>18.079901323436609</c:v>
                </c:pt>
                <c:pt idx="9787">
                  <c:v>18.065640402000597</c:v>
                </c:pt>
                <c:pt idx="9788">
                  <c:v>18.051373231831697</c:v>
                </c:pt>
                <c:pt idx="9789">
                  <c:v>18.037099812023698</c:v>
                </c:pt>
                <c:pt idx="9790">
                  <c:v>18.022820141670302</c:v>
                </c:pt>
                <c:pt idx="9791">
                  <c:v>18.008534219864991</c:v>
                </c:pt>
                <c:pt idx="9792">
                  <c:v>17.994242045701693</c:v>
                </c:pt>
                <c:pt idx="9793">
                  <c:v>17.979943618274</c:v>
                </c:pt>
                <c:pt idx="9794">
                  <c:v>17.965638936675493</c:v>
                </c:pt>
                <c:pt idx="9795">
                  <c:v>17.951328</c:v>
                </c:pt>
                <c:pt idx="9796">
                  <c:v>17.937010807341096</c:v>
                </c:pt>
                <c:pt idx="9797">
                  <c:v>17.922687357792597</c:v>
                </c:pt>
                <c:pt idx="9798">
                  <c:v>17.908357650448099</c:v>
                </c:pt>
                <c:pt idx="9799">
                  <c:v>17.894021684401299</c:v>
                </c:pt>
                <c:pt idx="9800">
                  <c:v>17.879679458745898</c:v>
                </c:pt>
                <c:pt idx="9801">
                  <c:v>17.865330972575592</c:v>
                </c:pt>
                <c:pt idx="9802">
                  <c:v>17.850976224983999</c:v>
                </c:pt>
                <c:pt idx="9803">
                  <c:v>17.836615215064899</c:v>
                </c:pt>
                <c:pt idx="9804">
                  <c:v>17.822247941911996</c:v>
                </c:pt>
                <c:pt idx="9805">
                  <c:v>17.807874404618808</c:v>
                </c:pt>
                <c:pt idx="9806">
                  <c:v>17.793494602279196</c:v>
                </c:pt>
                <c:pt idx="9807">
                  <c:v>17.779108533986797</c:v>
                </c:pt>
                <c:pt idx="9808">
                  <c:v>17.764716198835195</c:v>
                </c:pt>
                <c:pt idx="9809">
                  <c:v>17.750317595918197</c:v>
                </c:pt>
                <c:pt idx="9810">
                  <c:v>17.735912724329499</c:v>
                </c:pt>
                <c:pt idx="9811">
                  <c:v>17.721501583162695</c:v>
                </c:pt>
                <c:pt idx="9812">
                  <c:v>17.7070841715115</c:v>
                </c:pt>
                <c:pt idx="9813">
                  <c:v>17.692660488469599</c:v>
                </c:pt>
                <c:pt idx="9814">
                  <c:v>17.678230533130794</c:v>
                </c:pt>
                <c:pt idx="9815">
                  <c:v>17.663794304588599</c:v>
                </c:pt>
                <c:pt idx="9816">
                  <c:v>17.649351801936799</c:v>
                </c:pt>
                <c:pt idx="9817">
                  <c:v>17.634903024269104</c:v>
                </c:pt>
                <c:pt idx="9818">
                  <c:v>17.620447970679091</c:v>
                </c:pt>
                <c:pt idx="9819">
                  <c:v>17.6059866402605</c:v>
                </c:pt>
                <c:pt idx="9820">
                  <c:v>17.591519032106994</c:v>
                </c:pt>
                <c:pt idx="9821">
                  <c:v>17.577045145312301</c:v>
                </c:pt>
                <c:pt idx="9822">
                  <c:v>17.562564978970094</c:v>
                </c:pt>
                <c:pt idx="9823">
                  <c:v>17.548078532174095</c:v>
                </c:pt>
                <c:pt idx="9824">
                  <c:v>17.533585804017999</c:v>
                </c:pt>
                <c:pt idx="9825">
                  <c:v>17.519086793595399</c:v>
                </c:pt>
                <c:pt idx="9826">
                  <c:v>17.5045815</c:v>
                </c:pt>
                <c:pt idx="9827">
                  <c:v>17.490069922325496</c:v>
                </c:pt>
                <c:pt idx="9828">
                  <c:v>17.475552059665695</c:v>
                </c:pt>
                <c:pt idx="9829">
                  <c:v>17.461027911114098</c:v>
                </c:pt>
                <c:pt idx="9830">
                  <c:v>17.446497475764495</c:v>
                </c:pt>
                <c:pt idx="9831">
                  <c:v>17.431960752710609</c:v>
                </c:pt>
                <c:pt idx="9832">
                  <c:v>17.417417741045899</c:v>
                </c:pt>
                <c:pt idx="9833">
                  <c:v>17.402868439864399</c:v>
                </c:pt>
                <c:pt idx="9834">
                  <c:v>17.388312848259496</c:v>
                </c:pt>
                <c:pt idx="9835">
                  <c:v>17.373750965325097</c:v>
                </c:pt>
                <c:pt idx="9836">
                  <c:v>17.359182790154701</c:v>
                </c:pt>
                <c:pt idx="9837">
                  <c:v>17.344608321842198</c:v>
                </c:pt>
                <c:pt idx="9838">
                  <c:v>17.330027559481099</c:v>
                </c:pt>
                <c:pt idx="9839">
                  <c:v>17.315440502165092</c:v>
                </c:pt>
                <c:pt idx="9840">
                  <c:v>17.300847148987899</c:v>
                </c:pt>
                <c:pt idx="9841">
                  <c:v>17.286247499043295</c:v>
                </c:pt>
                <c:pt idx="9842">
                  <c:v>17.271641551424896</c:v>
                </c:pt>
                <c:pt idx="9843">
                  <c:v>17.2570293052264</c:v>
                </c:pt>
                <c:pt idx="9844">
                  <c:v>17.242410759541496</c:v>
                </c:pt>
                <c:pt idx="9845">
                  <c:v>17.227785913463798</c:v>
                </c:pt>
                <c:pt idx="9846">
                  <c:v>17.213154766087104</c:v>
                </c:pt>
                <c:pt idx="9847">
                  <c:v>17.198517316504997</c:v>
                </c:pt>
                <c:pt idx="9848">
                  <c:v>17.183873563811201</c:v>
                </c:pt>
                <c:pt idx="9849">
                  <c:v>17.169223507099396</c:v>
                </c:pt>
                <c:pt idx="9850">
                  <c:v>17.154567145463403</c:v>
                </c:pt>
                <c:pt idx="9851">
                  <c:v>17.139904477996705</c:v>
                </c:pt>
                <c:pt idx="9852">
                  <c:v>17.125235503793096</c:v>
                </c:pt>
                <c:pt idx="9853">
                  <c:v>17.110560221946201</c:v>
                </c:pt>
                <c:pt idx="9854">
                  <c:v>17.095878631549802</c:v>
                </c:pt>
                <c:pt idx="9855">
                  <c:v>17.0811907316975</c:v>
                </c:pt>
                <c:pt idx="9856">
                  <c:v>17.066496521482996</c:v>
                </c:pt>
                <c:pt idx="9857">
                  <c:v>17.051796</c:v>
                </c:pt>
                <c:pt idx="9858">
                  <c:v>17.037089166342202</c:v>
                </c:pt>
                <c:pt idx="9859">
                  <c:v>17.022376019603197</c:v>
                </c:pt>
                <c:pt idx="9860">
                  <c:v>17.0076565588768</c:v>
                </c:pt>
                <c:pt idx="9861">
                  <c:v>16.9929307832567</c:v>
                </c:pt>
                <c:pt idx="9862">
                  <c:v>16.9781986918365</c:v>
                </c:pt>
                <c:pt idx="9863">
                  <c:v>16.963460283709892</c:v>
                </c:pt>
                <c:pt idx="9864">
                  <c:v>16.948715557970491</c:v>
                </c:pt>
                <c:pt idx="9865">
                  <c:v>16.933964513712201</c:v>
                </c:pt>
                <c:pt idx="9866">
                  <c:v>16.919207150028505</c:v>
                </c:pt>
                <c:pt idx="9867">
                  <c:v>16.904443466013195</c:v>
                </c:pt>
                <c:pt idx="9868">
                  <c:v>16.889673460759997</c:v>
                </c:pt>
                <c:pt idx="9869">
                  <c:v>16.874897133362399</c:v>
                </c:pt>
                <c:pt idx="9870">
                  <c:v>16.860114482914302</c:v>
                </c:pt>
                <c:pt idx="9871">
                  <c:v>16.845325508509294</c:v>
                </c:pt>
                <c:pt idx="9872">
                  <c:v>16.830530209240997</c:v>
                </c:pt>
                <c:pt idx="9873">
                  <c:v>16.815728584203296</c:v>
                </c:pt>
                <c:pt idx="9874">
                  <c:v>16.800920632489699</c:v>
                </c:pt>
                <c:pt idx="9875">
                  <c:v>16.786106353193894</c:v>
                </c:pt>
                <c:pt idx="9876">
                  <c:v>16.771285745409703</c:v>
                </c:pt>
                <c:pt idx="9877">
                  <c:v>16.7564588082307</c:v>
                </c:pt>
                <c:pt idx="9878">
                  <c:v>16.741625540750597</c:v>
                </c:pt>
                <c:pt idx="9879">
                  <c:v>16.726785942062996</c:v>
                </c:pt>
                <c:pt idx="9880">
                  <c:v>16.711940011261799</c:v>
                </c:pt>
                <c:pt idx="9881">
                  <c:v>16.697087747440506</c:v>
                </c:pt>
                <c:pt idx="9882">
                  <c:v>16.682229149692898</c:v>
                </c:pt>
                <c:pt idx="9883">
                  <c:v>16.667364217112603</c:v>
                </c:pt>
                <c:pt idx="9884">
                  <c:v>16.652492948793295</c:v>
                </c:pt>
                <c:pt idx="9885">
                  <c:v>16.637615343828703</c:v>
                </c:pt>
                <c:pt idx="9886">
                  <c:v>16.6227314013125</c:v>
                </c:pt>
                <c:pt idx="9887">
                  <c:v>16.607841120338403</c:v>
                </c:pt>
                <c:pt idx="9888">
                  <c:v>16.592944500000002</c:v>
                </c:pt>
                <c:pt idx="9889">
                  <c:v>16.578041539391094</c:v>
                </c:pt>
                <c:pt idx="9890">
                  <c:v>16.563132237605291</c:v>
                </c:pt>
                <c:pt idx="9891">
                  <c:v>16.548216593736392</c:v>
                </c:pt>
                <c:pt idx="9892">
                  <c:v>16.533294606877899</c:v>
                </c:pt>
                <c:pt idx="9893">
                  <c:v>16.518366276123693</c:v>
                </c:pt>
                <c:pt idx="9894">
                  <c:v>16.503431600567293</c:v>
                </c:pt>
                <c:pt idx="9895">
                  <c:v>16.488490579302493</c:v>
                </c:pt>
                <c:pt idx="9896">
                  <c:v>16.473543211422893</c:v>
                </c:pt>
                <c:pt idx="9897">
                  <c:v>16.458589496022295</c:v>
                </c:pt>
                <c:pt idx="9898">
                  <c:v>16.443629432194292</c:v>
                </c:pt>
                <c:pt idx="9899">
                  <c:v>16.428663019032602</c:v>
                </c:pt>
                <c:pt idx="9900">
                  <c:v>16.413690255630897</c:v>
                </c:pt>
                <c:pt idx="9901">
                  <c:v>16.398711141082899</c:v>
                </c:pt>
                <c:pt idx="9902">
                  <c:v>16.383725674482196</c:v>
                </c:pt>
                <c:pt idx="9903">
                  <c:v>16.368733854922592</c:v>
                </c:pt>
                <c:pt idx="9904">
                  <c:v>16.3537356814977</c:v>
                </c:pt>
                <c:pt idx="9905">
                  <c:v>16.338731153301396</c:v>
                </c:pt>
                <c:pt idx="9906">
                  <c:v>16.323720269426996</c:v>
                </c:pt>
                <c:pt idx="9907">
                  <c:v>16.308703028968502</c:v>
                </c:pt>
                <c:pt idx="9908">
                  <c:v>16.293679431019395</c:v>
                </c:pt>
                <c:pt idx="9909">
                  <c:v>16.278649474673593</c:v>
                </c:pt>
                <c:pt idx="9910">
                  <c:v>16.263613159024498</c:v>
                </c:pt>
                <c:pt idx="9911">
                  <c:v>16.248570483166098</c:v>
                </c:pt>
                <c:pt idx="9912">
                  <c:v>16.233521446191798</c:v>
                </c:pt>
                <c:pt idx="9913">
                  <c:v>16.218466047195495</c:v>
                </c:pt>
                <c:pt idx="9914">
                  <c:v>16.203404285270697</c:v>
                </c:pt>
                <c:pt idx="9915">
                  <c:v>16.188336159511195</c:v>
                </c:pt>
                <c:pt idx="9916">
                  <c:v>16.173261669010706</c:v>
                </c:pt>
                <c:pt idx="9917">
                  <c:v>16.158180812863002</c:v>
                </c:pt>
                <c:pt idx="9918">
                  <c:v>16.143093590161392</c:v>
                </c:pt>
                <c:pt idx="9919">
                  <c:v>16.128</c:v>
                </c:pt>
                <c:pt idx="9920">
                  <c:v>16.112900041472201</c:v>
                </c:pt>
                <c:pt idx="9921">
                  <c:v>16.097793713671898</c:v>
                </c:pt>
                <c:pt idx="9922">
                  <c:v>16.0826810156927</c:v>
                </c:pt>
                <c:pt idx="9923">
                  <c:v>16.067561946628199</c:v>
                </c:pt>
                <c:pt idx="9924">
                  <c:v>16.052436505572192</c:v>
                </c:pt>
                <c:pt idx="9925">
                  <c:v>16.037304691618303</c:v>
                </c:pt>
                <c:pt idx="9926">
                  <c:v>16.022166503860191</c:v>
                </c:pt>
                <c:pt idx="9927">
                  <c:v>16.007021941391699</c:v>
                </c:pt>
                <c:pt idx="9928">
                  <c:v>15.991871003306398</c:v>
                </c:pt>
                <c:pt idx="9929">
                  <c:v>15.976713688697902</c:v>
                </c:pt>
                <c:pt idx="9930">
                  <c:v>15.961549996660102</c:v>
                </c:pt>
                <c:pt idx="9931">
                  <c:v>15.946379926286498</c:v>
                </c:pt>
                <c:pt idx="9932">
                  <c:v>15.931203476670799</c:v>
                </c:pt>
                <c:pt idx="9933">
                  <c:v>15.9160206469068</c:v>
                </c:pt>
                <c:pt idx="9934">
                  <c:v>15.900831436088101</c:v>
                </c:pt>
                <c:pt idx="9935">
                  <c:v>15.885635843308403</c:v>
                </c:pt>
                <c:pt idx="9936">
                  <c:v>15.870433867661303</c:v>
                </c:pt>
                <c:pt idx="9937">
                  <c:v>15.855225508240702</c:v>
                </c:pt>
                <c:pt idx="9938">
                  <c:v>15.840010764140198</c:v>
                </c:pt>
                <c:pt idx="9939">
                  <c:v>15.824789634453301</c:v>
                </c:pt>
                <c:pt idx="9940">
                  <c:v>15.809562118273904</c:v>
                </c:pt>
                <c:pt idx="9941">
                  <c:v>15.794328214695698</c:v>
                </c:pt>
                <c:pt idx="9942">
                  <c:v>15.779087922812202</c:v>
                </c:pt>
                <c:pt idx="9943">
                  <c:v>15.7638412417173</c:v>
                </c:pt>
                <c:pt idx="9944">
                  <c:v>15.748588170504497</c:v>
                </c:pt>
                <c:pt idx="9945">
                  <c:v>15.733328708267596</c:v>
                </c:pt>
                <c:pt idx="9946">
                  <c:v>15.7180628541002</c:v>
                </c:pt>
                <c:pt idx="9947">
                  <c:v>15.7027906070961</c:v>
                </c:pt>
                <c:pt idx="9948">
                  <c:v>15.6875119663489</c:v>
                </c:pt>
                <c:pt idx="9949">
                  <c:v>15.6722269309523</c:v>
                </c:pt>
                <c:pt idx="9950">
                  <c:v>15.656935500000001</c:v>
                </c:pt>
                <c:pt idx="9951">
                  <c:v>15.6416376725857</c:v>
                </c:pt>
                <c:pt idx="9952">
                  <c:v>15.626333447803001</c:v>
                </c:pt>
                <c:pt idx="9953">
                  <c:v>15.611022824745699</c:v>
                </c:pt>
                <c:pt idx="9954">
                  <c:v>15.595705802507501</c:v>
                </c:pt>
                <c:pt idx="9955">
                  <c:v>15.5803823801819</c:v>
                </c:pt>
                <c:pt idx="9956">
                  <c:v>15.565052556862804</c:v>
                </c:pt>
                <c:pt idx="9957">
                  <c:v>15.549716331643802</c:v>
                </c:pt>
                <c:pt idx="9958">
                  <c:v>15.534373703618497</c:v>
                </c:pt>
                <c:pt idx="9959">
                  <c:v>15.5190246718807</c:v>
                </c:pt>
                <c:pt idx="9960">
                  <c:v>15.503669235524102</c:v>
                </c:pt>
                <c:pt idx="9961">
                  <c:v>15.4883073936423</c:v>
                </c:pt>
                <c:pt idx="9962">
                  <c:v>15.472939145329102</c:v>
                </c:pt>
                <c:pt idx="9963">
                  <c:v>15.4575644896781</c:v>
                </c:pt>
                <c:pt idx="9964">
                  <c:v>15.442183425783</c:v>
                </c:pt>
                <c:pt idx="9965">
                  <c:v>15.4267959527374</c:v>
                </c:pt>
                <c:pt idx="9966">
                  <c:v>15.4114020696351</c:v>
                </c:pt>
                <c:pt idx="9967">
                  <c:v>15.3960017755698</c:v>
                </c:pt>
                <c:pt idx="9968">
                  <c:v>15.380595069635103</c:v>
                </c:pt>
                <c:pt idx="9969">
                  <c:v>15.365181950924802</c:v>
                </c:pt>
                <c:pt idx="9970">
                  <c:v>15.3497624185324</c:v>
                </c:pt>
                <c:pt idx="9971">
                  <c:v>15.334336471551801</c:v>
                </c:pt>
                <c:pt idx="9972">
                  <c:v>15.3189041090766</c:v>
                </c:pt>
                <c:pt idx="9973">
                  <c:v>15.303465330200401</c:v>
                </c:pt>
                <c:pt idx="9974">
                  <c:v>15.288020134016998</c:v>
                </c:pt>
                <c:pt idx="9975">
                  <c:v>15.272568519620002</c:v>
                </c:pt>
                <c:pt idx="9976">
                  <c:v>15.257110486103198</c:v>
                </c:pt>
                <c:pt idx="9977">
                  <c:v>15.2416460325601</c:v>
                </c:pt>
                <c:pt idx="9978">
                  <c:v>15.226175158084699</c:v>
                </c:pt>
                <c:pt idx="9979">
                  <c:v>15.210697861770299</c:v>
                </c:pt>
                <c:pt idx="9980">
                  <c:v>15.195214142710901</c:v>
                </c:pt>
                <c:pt idx="9981">
                  <c:v>15.179724</c:v>
                </c:pt>
                <c:pt idx="9982">
                  <c:v>15.164227432731298</c:v>
                </c:pt>
                <c:pt idx="9983">
                  <c:v>15.148724439998601</c:v>
                </c:pt>
                <c:pt idx="9984">
                  <c:v>15.133215020895598</c:v>
                </c:pt>
                <c:pt idx="9985">
                  <c:v>15.117699174515799</c:v>
                </c:pt>
                <c:pt idx="9986">
                  <c:v>15.102176899953001</c:v>
                </c:pt>
                <c:pt idx="9987">
                  <c:v>15.086648196300899</c:v>
                </c:pt>
                <c:pt idx="9988">
                  <c:v>15.071113062653097</c:v>
                </c:pt>
                <c:pt idx="9989">
                  <c:v>15.0555714981035</c:v>
                </c:pt>
                <c:pt idx="9990">
                  <c:v>15.040023501745498</c:v>
                </c:pt>
                <c:pt idx="9991">
                  <c:v>15.024469072673</c:v>
                </c:pt>
                <c:pt idx="9992">
                  <c:v>15.008908209979499</c:v>
                </c:pt>
                <c:pt idx="9993">
                  <c:v>14.993340912758899</c:v>
                </c:pt>
                <c:pt idx="9994">
                  <c:v>14.977767180104699</c:v>
                </c:pt>
                <c:pt idx="9995">
                  <c:v>14.962187011110702</c:v>
                </c:pt>
                <c:pt idx="9996">
                  <c:v>14.946600404870598</c:v>
                </c:pt>
                <c:pt idx="9997">
                  <c:v>14.931007360477999</c:v>
                </c:pt>
                <c:pt idx="9998">
                  <c:v>14.915407877026606</c:v>
                </c:pt>
                <c:pt idx="9999">
                  <c:v>14.899801953610202</c:v>
                </c:pt>
              </c:numCache>
            </c:numRef>
          </c:yVal>
          <c:smooth val="0"/>
        </c:ser>
        <c:dLbls>
          <c:showLegendKey val="0"/>
          <c:showVal val="0"/>
          <c:showCatName val="0"/>
          <c:showSerName val="0"/>
          <c:showPercent val="0"/>
          <c:showBubbleSize val="0"/>
        </c:dLbls>
        <c:axId val="389980128"/>
        <c:axId val="389979736"/>
      </c:scatterChart>
      <c:valAx>
        <c:axId val="389980128"/>
        <c:scaling>
          <c:orientation val="minMax"/>
        </c:scaling>
        <c:delete val="0"/>
        <c:axPos val="b"/>
        <c:numFmt formatCode="General" sourceLinked="1"/>
        <c:majorTickMark val="out"/>
        <c:minorTickMark val="none"/>
        <c:tickLblPos val="nextTo"/>
        <c:crossAx val="389979736"/>
        <c:crosses val="autoZero"/>
        <c:crossBetween val="midCat"/>
      </c:valAx>
      <c:valAx>
        <c:axId val="389979736"/>
        <c:scaling>
          <c:orientation val="minMax"/>
        </c:scaling>
        <c:delete val="0"/>
        <c:axPos val="l"/>
        <c:majorGridlines/>
        <c:numFmt formatCode="General" sourceLinked="1"/>
        <c:majorTickMark val="out"/>
        <c:minorTickMark val="none"/>
        <c:tickLblPos val="nextTo"/>
        <c:crossAx val="389980128"/>
        <c:crosses val="autoZero"/>
        <c:crossBetween val="midCat"/>
      </c:valAx>
    </c:plotArea>
    <c:legend>
      <c:legendPos val="r"/>
      <c:overlay val="0"/>
    </c:legend>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1" y="0"/>
            <a:ext cx="3038475" cy="4651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122883" name="Rectangle 3"/>
          <p:cNvSpPr>
            <a:spLocks noGrp="1" noChangeArrowheads="1"/>
          </p:cNvSpPr>
          <p:nvPr>
            <p:ph type="dt" sz="quarter" idx="1"/>
          </p:nvPr>
        </p:nvSpPr>
        <p:spPr bwMode="auto">
          <a:xfrm>
            <a:off x="3970339" y="0"/>
            <a:ext cx="3038475" cy="4651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122884" name="Rectangle 4"/>
          <p:cNvSpPr>
            <a:spLocks noGrp="1" noChangeArrowheads="1"/>
          </p:cNvSpPr>
          <p:nvPr>
            <p:ph type="ftr" sz="quarter" idx="2"/>
          </p:nvPr>
        </p:nvSpPr>
        <p:spPr bwMode="auto">
          <a:xfrm>
            <a:off x="1" y="8829675"/>
            <a:ext cx="3038475" cy="4651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122885" name="Rectangle 5"/>
          <p:cNvSpPr>
            <a:spLocks noGrp="1" noChangeArrowheads="1"/>
          </p:cNvSpPr>
          <p:nvPr>
            <p:ph type="sldNum" sz="quarter" idx="3"/>
          </p:nvPr>
        </p:nvSpPr>
        <p:spPr bwMode="auto">
          <a:xfrm>
            <a:off x="3970339" y="8829675"/>
            <a:ext cx="3038475" cy="4651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r" eaLnBrk="0" hangingPunct="0">
              <a:defRPr sz="1200">
                <a:latin typeface="Times New Roman" pitchFamily="18" charset="0"/>
              </a:defRPr>
            </a:lvl1pPr>
          </a:lstStyle>
          <a:p>
            <a:pPr>
              <a:defRPr/>
            </a:pPr>
            <a:fld id="{B8425016-B22A-4E61-80DC-84E7737356D9}" type="slidenum">
              <a:rPr lang="en-US"/>
              <a:pPr>
                <a:defRPr/>
              </a:pPr>
              <a:t>‹#›</a:t>
            </a:fld>
            <a:endParaRPr lang="en-US"/>
          </a:p>
        </p:txBody>
      </p:sp>
    </p:spTree>
    <p:extLst>
      <p:ext uri="{BB962C8B-B14F-4D97-AF65-F5344CB8AC3E}">
        <p14:creationId xmlns:p14="http://schemas.microsoft.com/office/powerpoint/2010/main" val="11248810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27" tIns="45713" rIns="91427" bIns="45713" rtlCol="0"/>
          <a:lstStyle>
            <a:lvl1pPr algn="l">
              <a:defRPr sz="1200">
                <a:latin typeface="Times New Roman" pitchFamily="18" charset="0"/>
              </a:defRPr>
            </a:lvl1pPr>
          </a:lstStyle>
          <a:p>
            <a:pPr>
              <a:defRPr/>
            </a:pPr>
            <a:endParaRPr lang="en-US"/>
          </a:p>
        </p:txBody>
      </p:sp>
      <p:sp>
        <p:nvSpPr>
          <p:cNvPr id="3" name="Date Placeholder 2"/>
          <p:cNvSpPr>
            <a:spLocks noGrp="1"/>
          </p:cNvSpPr>
          <p:nvPr>
            <p:ph type="dt" idx="1"/>
          </p:nvPr>
        </p:nvSpPr>
        <p:spPr>
          <a:xfrm>
            <a:off x="3970339" y="0"/>
            <a:ext cx="3038475" cy="465138"/>
          </a:xfrm>
          <a:prstGeom prst="rect">
            <a:avLst/>
          </a:prstGeom>
        </p:spPr>
        <p:txBody>
          <a:bodyPr vert="horz" lIns="91427" tIns="45713" rIns="91427" bIns="45713" rtlCol="0"/>
          <a:lstStyle>
            <a:lvl1pPr algn="r">
              <a:defRPr sz="1200">
                <a:latin typeface="Times New Roman" pitchFamily="18" charset="0"/>
              </a:defRPr>
            </a:lvl1pPr>
          </a:lstStyle>
          <a:p>
            <a:pPr>
              <a:defRPr/>
            </a:pPr>
            <a:fld id="{A9C44997-8FC0-4A98-AFE7-459AC1836F48}" type="datetimeFigureOut">
              <a:rPr lang="en-US"/>
              <a:pPr>
                <a:defRPr/>
              </a:pPr>
              <a:t>3/26/2016</a:t>
            </a:fld>
            <a:endParaRPr lang="en-US"/>
          </a:p>
        </p:txBody>
      </p:sp>
      <p:sp>
        <p:nvSpPr>
          <p:cNvPr id="4" name="Slide Image Placeholder 3"/>
          <p:cNvSpPr>
            <a:spLocks noGrp="1" noRot="1" noChangeAspect="1"/>
          </p:cNvSpPr>
          <p:nvPr>
            <p:ph type="sldImg" idx="2"/>
          </p:nvPr>
        </p:nvSpPr>
        <p:spPr>
          <a:xfrm>
            <a:off x="1182688" y="696913"/>
            <a:ext cx="4646612" cy="3486150"/>
          </a:xfrm>
          <a:prstGeom prst="rect">
            <a:avLst/>
          </a:prstGeom>
          <a:noFill/>
          <a:ln w="12700">
            <a:solidFill>
              <a:prstClr val="black"/>
            </a:solidFill>
          </a:ln>
        </p:spPr>
        <p:txBody>
          <a:bodyPr vert="horz" lIns="91427" tIns="45713" rIns="91427" bIns="45713" rtlCol="0" anchor="ctr"/>
          <a:lstStyle/>
          <a:p>
            <a:pPr lvl="0"/>
            <a:endParaRPr lang="en-US" noProof="0" smtClean="0"/>
          </a:p>
        </p:txBody>
      </p:sp>
      <p:sp>
        <p:nvSpPr>
          <p:cNvPr id="5" name="Notes Placeholder 4"/>
          <p:cNvSpPr>
            <a:spLocks noGrp="1"/>
          </p:cNvSpPr>
          <p:nvPr>
            <p:ph type="body" sz="quarter" idx="3"/>
          </p:nvPr>
        </p:nvSpPr>
        <p:spPr>
          <a:xfrm>
            <a:off x="701675" y="4416426"/>
            <a:ext cx="5608638" cy="4183063"/>
          </a:xfrm>
          <a:prstGeom prst="rect">
            <a:avLst/>
          </a:prstGeom>
        </p:spPr>
        <p:txBody>
          <a:bodyPr vert="horz" lIns="91427" tIns="45713" rIns="91427" bIns="45713"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1" y="8829675"/>
            <a:ext cx="3038475" cy="465138"/>
          </a:xfrm>
          <a:prstGeom prst="rect">
            <a:avLst/>
          </a:prstGeom>
        </p:spPr>
        <p:txBody>
          <a:bodyPr vert="horz" lIns="91427" tIns="45713" rIns="91427" bIns="45713" rtlCol="0" anchor="b"/>
          <a:lstStyle>
            <a:lvl1pPr algn="l">
              <a:defRPr sz="1200">
                <a:latin typeface="Times New Roman" pitchFamily="18" charset="0"/>
              </a:defRPr>
            </a:lvl1pPr>
          </a:lstStyle>
          <a:p>
            <a:pPr>
              <a:defRPr/>
            </a:pPr>
            <a:endParaRPr lang="en-US"/>
          </a:p>
        </p:txBody>
      </p:sp>
      <p:sp>
        <p:nvSpPr>
          <p:cNvPr id="7" name="Slide Number Placeholder 6"/>
          <p:cNvSpPr>
            <a:spLocks noGrp="1"/>
          </p:cNvSpPr>
          <p:nvPr>
            <p:ph type="sldNum" sz="quarter" idx="5"/>
          </p:nvPr>
        </p:nvSpPr>
        <p:spPr>
          <a:xfrm>
            <a:off x="3970339" y="8829675"/>
            <a:ext cx="3038475" cy="465138"/>
          </a:xfrm>
          <a:prstGeom prst="rect">
            <a:avLst/>
          </a:prstGeom>
        </p:spPr>
        <p:txBody>
          <a:bodyPr vert="horz" lIns="91427" tIns="45713" rIns="91427" bIns="45713" rtlCol="0" anchor="b"/>
          <a:lstStyle>
            <a:lvl1pPr algn="r">
              <a:defRPr sz="1200">
                <a:latin typeface="Times New Roman" pitchFamily="18" charset="0"/>
              </a:defRPr>
            </a:lvl1pPr>
          </a:lstStyle>
          <a:p>
            <a:pPr>
              <a:defRPr/>
            </a:pPr>
            <a:fld id="{9402FB68-6F9B-4FF7-8135-D13B7972D5C7}" type="slidenum">
              <a:rPr lang="en-US"/>
              <a:pPr>
                <a:defRPr/>
              </a:pPr>
              <a:t>‹#›</a:t>
            </a:fld>
            <a:endParaRPr lang="en-US"/>
          </a:p>
        </p:txBody>
      </p:sp>
    </p:spTree>
    <p:extLst>
      <p:ext uri="{BB962C8B-B14F-4D97-AF65-F5344CB8AC3E}">
        <p14:creationId xmlns:p14="http://schemas.microsoft.com/office/powerpoint/2010/main" val="36905278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83BF8593-03CA-4AF5-B909-AAB8414D3230}" type="slidenum">
              <a:rPr lang="en-US" sz="1200">
                <a:latin typeface="Times New Roman" pitchFamily="18" charset="0"/>
              </a:rPr>
              <a:pPr eaLnBrk="1" hangingPunct="1"/>
              <a:t>0</a:t>
            </a:fld>
            <a:endParaRPr lang="en-US" sz="1200">
              <a:latin typeface="Times New Roman" pitchFamily="18" charset="0"/>
            </a:endParaRPr>
          </a:p>
        </p:txBody>
      </p:sp>
    </p:spTree>
    <p:extLst>
      <p:ext uri="{BB962C8B-B14F-4D97-AF65-F5344CB8AC3E}">
        <p14:creationId xmlns:p14="http://schemas.microsoft.com/office/powerpoint/2010/main" val="2666223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583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3195E1B5-C1AC-4095-B888-32D0DF227B5D}" type="slidenum">
              <a:rPr lang="en-US" sz="1200">
                <a:latin typeface="Times New Roman" pitchFamily="18" charset="0"/>
              </a:rPr>
              <a:pPr eaLnBrk="1" hangingPunct="1"/>
              <a:t>1</a:t>
            </a:fld>
            <a:endParaRPr lang="en-US" sz="1200">
              <a:latin typeface="Times New Roman" pitchFamily="18" charset="0"/>
            </a:endParaRPr>
          </a:p>
        </p:txBody>
      </p:sp>
    </p:spTree>
    <p:extLst>
      <p:ext uri="{BB962C8B-B14F-4D97-AF65-F5344CB8AC3E}">
        <p14:creationId xmlns:p14="http://schemas.microsoft.com/office/powerpoint/2010/main" val="2539759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00AC27C5-8A7A-4907-B03F-CB6E1107E6F4}" type="slidenum">
              <a:rPr lang="en-US" sz="1200">
                <a:latin typeface="Times New Roman" pitchFamily="18" charset="0"/>
              </a:rPr>
              <a:pPr eaLnBrk="1" hangingPunct="1"/>
              <a:t>2</a:t>
            </a:fld>
            <a:endParaRPr lang="en-US" sz="1200">
              <a:latin typeface="Times New Roman" pitchFamily="18" charset="0"/>
            </a:endParaRPr>
          </a:p>
        </p:txBody>
      </p:sp>
    </p:spTree>
    <p:extLst>
      <p:ext uri="{BB962C8B-B14F-4D97-AF65-F5344CB8AC3E}">
        <p14:creationId xmlns:p14="http://schemas.microsoft.com/office/powerpoint/2010/main" val="2261631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1AE45475-B04A-4F70-AE7F-03683ECC8EB0}" type="slidenum">
              <a:rPr lang="en-US" sz="1200">
                <a:latin typeface="Times New Roman" pitchFamily="18" charset="0"/>
              </a:rPr>
              <a:pPr eaLnBrk="1" hangingPunct="1"/>
              <a:t>3</a:t>
            </a:fld>
            <a:endParaRPr lang="en-US" sz="1200">
              <a:latin typeface="Times New Roman" pitchFamily="18" charset="0"/>
            </a:endParaRPr>
          </a:p>
        </p:txBody>
      </p:sp>
    </p:spTree>
    <p:extLst>
      <p:ext uri="{BB962C8B-B14F-4D97-AF65-F5344CB8AC3E}">
        <p14:creationId xmlns:p14="http://schemas.microsoft.com/office/powerpoint/2010/main" val="1250276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563DBB5B-DC6B-4162-9E5B-180FFAD19814}" type="slidenum">
              <a:rPr lang="en-US" sz="1200">
                <a:latin typeface="Times New Roman" pitchFamily="18" charset="0"/>
              </a:rPr>
              <a:pPr eaLnBrk="1" hangingPunct="1"/>
              <a:t>4</a:t>
            </a:fld>
            <a:endParaRPr lang="en-US" sz="1200">
              <a:latin typeface="Times New Roman" pitchFamily="18" charset="0"/>
            </a:endParaRPr>
          </a:p>
        </p:txBody>
      </p:sp>
    </p:spTree>
    <p:extLst>
      <p:ext uri="{BB962C8B-B14F-4D97-AF65-F5344CB8AC3E}">
        <p14:creationId xmlns:p14="http://schemas.microsoft.com/office/powerpoint/2010/main" val="977779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0C66238A-E413-4F02-8B07-2D4C98936A67}" type="slidenum">
              <a:rPr lang="en-US" sz="1200">
                <a:latin typeface="Times New Roman" pitchFamily="18" charset="0"/>
              </a:rPr>
              <a:pPr eaLnBrk="1" hangingPunct="1"/>
              <a:t>5</a:t>
            </a:fld>
            <a:endParaRPr lang="en-US" sz="1200">
              <a:latin typeface="Times New Roman" pitchFamily="18" charset="0"/>
            </a:endParaRPr>
          </a:p>
        </p:txBody>
      </p:sp>
    </p:spTree>
    <p:extLst>
      <p:ext uri="{BB962C8B-B14F-4D97-AF65-F5344CB8AC3E}">
        <p14:creationId xmlns:p14="http://schemas.microsoft.com/office/powerpoint/2010/main" val="3616739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BCD150-A1E1-4FF8-AE31-9B21ADE58579}" type="slidenum">
              <a:rPr lang="en-US" smtClean="0"/>
              <a:pPr/>
              <a:t>6</a:t>
            </a:fld>
            <a:endParaRPr lang="en-US"/>
          </a:p>
        </p:txBody>
      </p:sp>
    </p:spTree>
    <p:extLst>
      <p:ext uri="{BB962C8B-B14F-4D97-AF65-F5344CB8AC3E}">
        <p14:creationId xmlns:p14="http://schemas.microsoft.com/office/powerpoint/2010/main" val="359637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00" indent="-285692" eaLnBrk="0" hangingPunct="0">
              <a:defRPr sz="2400">
                <a:solidFill>
                  <a:schemeClr val="tx1"/>
                </a:solidFill>
                <a:latin typeface="Calibri" pitchFamily="34" charset="0"/>
              </a:defRPr>
            </a:lvl2pPr>
            <a:lvl3pPr marL="1142770" indent="-228555" eaLnBrk="0" hangingPunct="0">
              <a:defRPr sz="2400">
                <a:solidFill>
                  <a:schemeClr val="tx1"/>
                </a:solidFill>
                <a:latin typeface="Calibri" pitchFamily="34" charset="0"/>
              </a:defRPr>
            </a:lvl3pPr>
            <a:lvl4pPr marL="1599877" indent="-228555" eaLnBrk="0" hangingPunct="0">
              <a:defRPr sz="2400">
                <a:solidFill>
                  <a:schemeClr val="tx1"/>
                </a:solidFill>
                <a:latin typeface="Calibri" pitchFamily="34" charset="0"/>
              </a:defRPr>
            </a:lvl4pPr>
            <a:lvl5pPr marL="2056985" indent="-228555" eaLnBrk="0" hangingPunct="0">
              <a:defRPr sz="2400">
                <a:solidFill>
                  <a:schemeClr val="tx1"/>
                </a:solidFill>
                <a:latin typeface="Calibri" pitchFamily="34" charset="0"/>
              </a:defRPr>
            </a:lvl5pPr>
            <a:lvl6pPr marL="2514093" indent="-228555" eaLnBrk="0" fontAlgn="base" hangingPunct="0">
              <a:spcBef>
                <a:spcPct val="0"/>
              </a:spcBef>
              <a:spcAft>
                <a:spcPct val="0"/>
              </a:spcAft>
              <a:defRPr sz="2400">
                <a:solidFill>
                  <a:schemeClr val="tx1"/>
                </a:solidFill>
                <a:latin typeface="Calibri" pitchFamily="34" charset="0"/>
              </a:defRPr>
            </a:lvl6pPr>
            <a:lvl7pPr marL="2971199" indent="-228555" eaLnBrk="0" fontAlgn="base" hangingPunct="0">
              <a:spcBef>
                <a:spcPct val="0"/>
              </a:spcBef>
              <a:spcAft>
                <a:spcPct val="0"/>
              </a:spcAft>
              <a:defRPr sz="2400">
                <a:solidFill>
                  <a:schemeClr val="tx1"/>
                </a:solidFill>
                <a:latin typeface="Calibri" pitchFamily="34" charset="0"/>
              </a:defRPr>
            </a:lvl7pPr>
            <a:lvl8pPr marL="3428308" indent="-228555" eaLnBrk="0" fontAlgn="base" hangingPunct="0">
              <a:spcBef>
                <a:spcPct val="0"/>
              </a:spcBef>
              <a:spcAft>
                <a:spcPct val="0"/>
              </a:spcAft>
              <a:defRPr sz="2400">
                <a:solidFill>
                  <a:schemeClr val="tx1"/>
                </a:solidFill>
                <a:latin typeface="Calibri" pitchFamily="34" charset="0"/>
              </a:defRPr>
            </a:lvl8pPr>
            <a:lvl9pPr marL="3885415" indent="-228555" eaLnBrk="0" fontAlgn="base" hangingPunct="0">
              <a:spcBef>
                <a:spcPct val="0"/>
              </a:spcBef>
              <a:spcAft>
                <a:spcPct val="0"/>
              </a:spcAft>
              <a:defRPr sz="2400">
                <a:solidFill>
                  <a:schemeClr val="tx1"/>
                </a:solidFill>
                <a:latin typeface="Calibri" pitchFamily="34" charset="0"/>
              </a:defRPr>
            </a:lvl9pPr>
          </a:lstStyle>
          <a:p>
            <a:pPr eaLnBrk="1" hangingPunct="1"/>
            <a:fld id="{563DBB5B-DC6B-4162-9E5B-180FFAD19814}" type="slidenum">
              <a:rPr lang="en-US" sz="1200">
                <a:latin typeface="Times New Roman" pitchFamily="18" charset="0"/>
              </a:rPr>
              <a:pPr eaLnBrk="1" hangingPunct="1"/>
              <a:t>7</a:t>
            </a:fld>
            <a:endParaRPr lang="en-US" sz="1200" dirty="0">
              <a:latin typeface="Times New Roman" pitchFamily="18" charset="0"/>
            </a:endParaRPr>
          </a:p>
        </p:txBody>
      </p:sp>
    </p:spTree>
    <p:extLst>
      <p:ext uri="{BB962C8B-B14F-4D97-AF65-F5344CB8AC3E}">
        <p14:creationId xmlns:p14="http://schemas.microsoft.com/office/powerpoint/2010/main" val="977779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72EF9A12-8839-4390-BED9-58C69FA49B72}" type="slidenum">
              <a:rPr lang="en-US" sz="1200">
                <a:latin typeface="Times New Roman" pitchFamily="18" charset="0"/>
              </a:rPr>
              <a:pPr eaLnBrk="1" hangingPunct="1"/>
              <a:t>8</a:t>
            </a:fld>
            <a:endParaRPr lang="en-US" sz="1200">
              <a:latin typeface="Times New Roman" pitchFamily="18" charset="0"/>
            </a:endParaRPr>
          </a:p>
        </p:txBody>
      </p:sp>
    </p:spTree>
    <p:extLst>
      <p:ext uri="{BB962C8B-B14F-4D97-AF65-F5344CB8AC3E}">
        <p14:creationId xmlns:p14="http://schemas.microsoft.com/office/powerpoint/2010/main" val="3515390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64516" name="Slide Number Placeholder 3"/>
          <p:cNvSpPr txBox="1">
            <a:spLocks noGrp="1"/>
          </p:cNvSpPr>
          <p:nvPr/>
        </p:nvSpPr>
        <p:spPr bwMode="auto">
          <a:xfrm>
            <a:off x="3970339"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nchor="b"/>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algn="r" eaLnBrk="1" hangingPunct="1"/>
            <a:fld id="{64E79D09-2EDD-430F-B9B0-BDC6CAD6782B}" type="slidenum">
              <a:rPr lang="en-US" sz="1200">
                <a:latin typeface="Times New Roman" pitchFamily="18" charset="0"/>
              </a:rPr>
              <a:pPr algn="r" eaLnBrk="1" hangingPunct="1"/>
              <a:t>9</a:t>
            </a:fld>
            <a:endParaRPr lang="en-US" sz="1200">
              <a:latin typeface="Times New Roman" pitchFamily="18" charset="0"/>
            </a:endParaRPr>
          </a:p>
        </p:txBody>
      </p:sp>
    </p:spTree>
    <p:extLst>
      <p:ext uri="{BB962C8B-B14F-4D97-AF65-F5344CB8AC3E}">
        <p14:creationId xmlns:p14="http://schemas.microsoft.com/office/powerpoint/2010/main" val="36449715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65540" name="Slide Number Placeholder 3"/>
          <p:cNvSpPr txBox="1">
            <a:spLocks noGrp="1"/>
          </p:cNvSpPr>
          <p:nvPr/>
        </p:nvSpPr>
        <p:spPr bwMode="auto">
          <a:xfrm>
            <a:off x="3970339"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nchor="b"/>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algn="r" eaLnBrk="1" hangingPunct="1"/>
            <a:fld id="{DEB5EA37-BD33-425C-B75C-2673311906F8}" type="slidenum">
              <a:rPr lang="en-US" sz="1200">
                <a:latin typeface="Times New Roman" pitchFamily="18" charset="0"/>
              </a:rPr>
              <a:pPr algn="r" eaLnBrk="1" hangingPunct="1"/>
              <a:t>10</a:t>
            </a:fld>
            <a:endParaRPr lang="en-US" sz="1200">
              <a:latin typeface="Times New Roman" pitchFamily="18" charset="0"/>
            </a:endParaRPr>
          </a:p>
        </p:txBody>
      </p:sp>
    </p:spTree>
    <p:extLst>
      <p:ext uri="{BB962C8B-B14F-4D97-AF65-F5344CB8AC3E}">
        <p14:creationId xmlns:p14="http://schemas.microsoft.com/office/powerpoint/2010/main" val="3778494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66564" name="Slide Number Placeholder 3"/>
          <p:cNvSpPr txBox="1">
            <a:spLocks noGrp="1"/>
          </p:cNvSpPr>
          <p:nvPr/>
        </p:nvSpPr>
        <p:spPr bwMode="auto">
          <a:xfrm>
            <a:off x="3970339"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nchor="b"/>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algn="r" eaLnBrk="1" hangingPunct="1"/>
            <a:fld id="{8EC55E0E-F385-431A-843C-2C6FD45DD7BB}" type="slidenum">
              <a:rPr lang="en-US" sz="1200">
                <a:latin typeface="Times New Roman" pitchFamily="18" charset="0"/>
              </a:rPr>
              <a:pPr algn="r" eaLnBrk="1" hangingPunct="1"/>
              <a:t>11</a:t>
            </a:fld>
            <a:endParaRPr lang="en-US" sz="1200">
              <a:latin typeface="Times New Roman" pitchFamily="18" charset="0"/>
            </a:endParaRPr>
          </a:p>
        </p:txBody>
      </p:sp>
    </p:spTree>
    <p:extLst>
      <p:ext uri="{BB962C8B-B14F-4D97-AF65-F5344CB8AC3E}">
        <p14:creationId xmlns:p14="http://schemas.microsoft.com/office/powerpoint/2010/main" val="544089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878E5946-B5B2-42DB-90C4-4BA9EE664FDC}" type="slidenum">
              <a:rPr lang="en-US" sz="1200">
                <a:latin typeface="Times New Roman" pitchFamily="18" charset="0"/>
              </a:rPr>
              <a:pPr eaLnBrk="1" hangingPunct="1"/>
              <a:t>12</a:t>
            </a:fld>
            <a:endParaRPr lang="en-US" sz="1200">
              <a:latin typeface="Times New Roman" pitchFamily="18" charset="0"/>
            </a:endParaRPr>
          </a:p>
        </p:txBody>
      </p:sp>
    </p:spTree>
    <p:extLst>
      <p:ext uri="{BB962C8B-B14F-4D97-AF65-F5344CB8AC3E}">
        <p14:creationId xmlns:p14="http://schemas.microsoft.com/office/powerpoint/2010/main" val="2523906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41190432-C051-4BA4-B8A0-FFCDE65A37FA}" type="slidenum">
              <a:rPr lang="en-US" sz="1200">
                <a:latin typeface="Times New Roman" pitchFamily="18" charset="0"/>
              </a:rPr>
              <a:pPr eaLnBrk="1" hangingPunct="1"/>
              <a:t>13</a:t>
            </a:fld>
            <a:endParaRPr lang="en-US" sz="1200">
              <a:latin typeface="Times New Roman" pitchFamily="18" charset="0"/>
            </a:endParaRPr>
          </a:p>
        </p:txBody>
      </p:sp>
    </p:spTree>
    <p:extLst>
      <p:ext uri="{BB962C8B-B14F-4D97-AF65-F5344CB8AC3E}">
        <p14:creationId xmlns:p14="http://schemas.microsoft.com/office/powerpoint/2010/main" val="1024873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E1CA6D4E-E264-4B3A-868B-10A56F3D4B46}" type="slidenum">
              <a:rPr lang="en-US" sz="1200">
                <a:latin typeface="Times New Roman" pitchFamily="18" charset="0"/>
              </a:rPr>
              <a:pPr eaLnBrk="1" hangingPunct="1"/>
              <a:t>15</a:t>
            </a:fld>
            <a:endParaRPr lang="en-US" sz="1200">
              <a:latin typeface="Times New Roman" pitchFamily="18" charset="0"/>
            </a:endParaRPr>
          </a:p>
        </p:txBody>
      </p:sp>
    </p:spTree>
    <p:extLst>
      <p:ext uri="{BB962C8B-B14F-4D97-AF65-F5344CB8AC3E}">
        <p14:creationId xmlns:p14="http://schemas.microsoft.com/office/powerpoint/2010/main" val="774135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334863DB-F961-4B8F-815B-F1EFB733BDFF}" type="slidenum">
              <a:rPr lang="en-US" sz="1200">
                <a:latin typeface="Times New Roman" pitchFamily="18" charset="0"/>
              </a:rPr>
              <a:pPr eaLnBrk="1" hangingPunct="1"/>
              <a:t>16</a:t>
            </a:fld>
            <a:endParaRPr lang="en-US" sz="1200">
              <a:latin typeface="Times New Roman" pitchFamily="18" charset="0"/>
            </a:endParaRPr>
          </a:p>
        </p:txBody>
      </p:sp>
    </p:spTree>
    <p:extLst>
      <p:ext uri="{BB962C8B-B14F-4D97-AF65-F5344CB8AC3E}">
        <p14:creationId xmlns:p14="http://schemas.microsoft.com/office/powerpoint/2010/main" val="768247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716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523BD970-5F54-4E87-84CC-3A0F404AC647}" type="slidenum">
              <a:rPr lang="en-US" sz="1200">
                <a:latin typeface="Times New Roman" pitchFamily="18" charset="0"/>
              </a:rPr>
              <a:pPr eaLnBrk="1" hangingPunct="1"/>
              <a:t>17</a:t>
            </a:fld>
            <a:endParaRPr lang="en-US" sz="1200">
              <a:latin typeface="Times New Roman" pitchFamily="18" charset="0"/>
            </a:endParaRPr>
          </a:p>
        </p:txBody>
      </p:sp>
    </p:spTree>
    <p:extLst>
      <p:ext uri="{BB962C8B-B14F-4D97-AF65-F5344CB8AC3E}">
        <p14:creationId xmlns:p14="http://schemas.microsoft.com/office/powerpoint/2010/main" val="1020885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1751A4F1-100E-4356-9F91-7E40E236DD14}" type="slidenum">
              <a:rPr lang="en-US" sz="1200">
                <a:latin typeface="Times New Roman" pitchFamily="18" charset="0"/>
              </a:rPr>
              <a:pPr eaLnBrk="1" hangingPunct="1"/>
              <a:t>18</a:t>
            </a:fld>
            <a:endParaRPr lang="en-US" sz="1200">
              <a:latin typeface="Times New Roman" pitchFamily="18" charset="0"/>
            </a:endParaRPr>
          </a:p>
        </p:txBody>
      </p:sp>
    </p:spTree>
    <p:extLst>
      <p:ext uri="{BB962C8B-B14F-4D97-AF65-F5344CB8AC3E}">
        <p14:creationId xmlns:p14="http://schemas.microsoft.com/office/powerpoint/2010/main" val="3250409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C4E3CE88-EFF5-403E-AB31-B0B66843D0CF}" type="slidenum">
              <a:rPr lang="en-US" sz="1200">
                <a:latin typeface="Times New Roman" pitchFamily="18" charset="0"/>
              </a:rPr>
              <a:pPr eaLnBrk="1" hangingPunct="1"/>
              <a:t>19</a:t>
            </a:fld>
            <a:endParaRPr lang="en-US" sz="1200">
              <a:latin typeface="Times New Roman" pitchFamily="18" charset="0"/>
            </a:endParaRPr>
          </a:p>
        </p:txBody>
      </p:sp>
    </p:spTree>
    <p:extLst>
      <p:ext uri="{BB962C8B-B14F-4D97-AF65-F5344CB8AC3E}">
        <p14:creationId xmlns:p14="http://schemas.microsoft.com/office/powerpoint/2010/main" val="1416281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B0848D4A-CDA9-4F30-A868-043A1DCADC0C}" type="slidenum">
              <a:rPr lang="en-US" sz="1200">
                <a:latin typeface="Times New Roman" pitchFamily="18" charset="0"/>
              </a:rPr>
              <a:pPr eaLnBrk="1" hangingPunct="1"/>
              <a:t>20</a:t>
            </a:fld>
            <a:endParaRPr lang="en-US" sz="1200">
              <a:latin typeface="Times New Roman" pitchFamily="18" charset="0"/>
            </a:endParaRPr>
          </a:p>
        </p:txBody>
      </p:sp>
    </p:spTree>
    <p:extLst>
      <p:ext uri="{BB962C8B-B14F-4D97-AF65-F5344CB8AC3E}">
        <p14:creationId xmlns:p14="http://schemas.microsoft.com/office/powerpoint/2010/main" val="34835618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757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F7EEA413-0432-4922-A421-A3B276B30096}" type="slidenum">
              <a:rPr lang="en-US" sz="1200">
                <a:latin typeface="Times New Roman" pitchFamily="18" charset="0"/>
              </a:rPr>
              <a:pPr eaLnBrk="1" hangingPunct="1"/>
              <a:t>21</a:t>
            </a:fld>
            <a:endParaRPr lang="en-US" sz="1200">
              <a:latin typeface="Times New Roman" pitchFamily="18" charset="0"/>
            </a:endParaRPr>
          </a:p>
        </p:txBody>
      </p:sp>
    </p:spTree>
    <p:extLst>
      <p:ext uri="{BB962C8B-B14F-4D97-AF65-F5344CB8AC3E}">
        <p14:creationId xmlns:p14="http://schemas.microsoft.com/office/powerpoint/2010/main" val="2959856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768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2E1E5D1C-6B53-409A-B307-AD4DC085497D}" type="slidenum">
              <a:rPr lang="en-US" sz="1200">
                <a:latin typeface="Times New Roman" pitchFamily="18" charset="0"/>
              </a:rPr>
              <a:pPr eaLnBrk="1" hangingPunct="1"/>
              <a:t>22</a:t>
            </a:fld>
            <a:endParaRPr lang="en-US" sz="1200">
              <a:latin typeface="Times New Roman" pitchFamily="18" charset="0"/>
            </a:endParaRPr>
          </a:p>
        </p:txBody>
      </p:sp>
    </p:spTree>
    <p:extLst>
      <p:ext uri="{BB962C8B-B14F-4D97-AF65-F5344CB8AC3E}">
        <p14:creationId xmlns:p14="http://schemas.microsoft.com/office/powerpoint/2010/main" val="4002594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778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F69503D7-3C70-4044-BC4C-7A56CB470910}" type="slidenum">
              <a:rPr lang="en-US" sz="1200">
                <a:latin typeface="Times New Roman" pitchFamily="18" charset="0"/>
              </a:rPr>
              <a:pPr eaLnBrk="1" hangingPunct="1"/>
              <a:t>23</a:t>
            </a:fld>
            <a:endParaRPr lang="en-US" sz="1200">
              <a:latin typeface="Times New Roman" pitchFamily="18" charset="0"/>
            </a:endParaRPr>
          </a:p>
        </p:txBody>
      </p:sp>
    </p:spTree>
    <p:extLst>
      <p:ext uri="{BB962C8B-B14F-4D97-AF65-F5344CB8AC3E}">
        <p14:creationId xmlns:p14="http://schemas.microsoft.com/office/powerpoint/2010/main" val="4267383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788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B5983A7D-0896-4055-8650-CA4005EEE401}" type="slidenum">
              <a:rPr lang="en-US" sz="1200">
                <a:latin typeface="Times New Roman" pitchFamily="18" charset="0"/>
              </a:rPr>
              <a:pPr eaLnBrk="1" hangingPunct="1"/>
              <a:t>24</a:t>
            </a:fld>
            <a:endParaRPr lang="en-US" sz="1200">
              <a:latin typeface="Times New Roman" pitchFamily="18" charset="0"/>
            </a:endParaRPr>
          </a:p>
        </p:txBody>
      </p:sp>
    </p:spTree>
    <p:extLst>
      <p:ext uri="{BB962C8B-B14F-4D97-AF65-F5344CB8AC3E}">
        <p14:creationId xmlns:p14="http://schemas.microsoft.com/office/powerpoint/2010/main" val="1489392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798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DA57CEE8-8315-41DB-93C7-5CD410BCF576}" type="slidenum">
              <a:rPr lang="en-US" sz="1200">
                <a:latin typeface="Times New Roman" pitchFamily="18" charset="0"/>
              </a:rPr>
              <a:pPr eaLnBrk="1" hangingPunct="1"/>
              <a:t>25</a:t>
            </a:fld>
            <a:endParaRPr lang="en-US" sz="1200">
              <a:latin typeface="Times New Roman" pitchFamily="18" charset="0"/>
            </a:endParaRPr>
          </a:p>
        </p:txBody>
      </p:sp>
    </p:spTree>
    <p:extLst>
      <p:ext uri="{BB962C8B-B14F-4D97-AF65-F5344CB8AC3E}">
        <p14:creationId xmlns:p14="http://schemas.microsoft.com/office/powerpoint/2010/main" val="2974948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75EF77CA-0B63-42C9-AB0D-F51B26E2F88D}" type="slidenum">
              <a:rPr lang="en-US" sz="1200">
                <a:latin typeface="Times New Roman" pitchFamily="18" charset="0"/>
              </a:rPr>
              <a:pPr eaLnBrk="1" hangingPunct="1"/>
              <a:t>26</a:t>
            </a:fld>
            <a:endParaRPr lang="en-US" sz="1200">
              <a:latin typeface="Times New Roman" pitchFamily="18" charset="0"/>
            </a:endParaRPr>
          </a:p>
        </p:txBody>
      </p:sp>
    </p:spTree>
    <p:extLst>
      <p:ext uri="{BB962C8B-B14F-4D97-AF65-F5344CB8AC3E}">
        <p14:creationId xmlns:p14="http://schemas.microsoft.com/office/powerpoint/2010/main" val="14959120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19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C10D35E1-AA42-472C-B86D-090998B0645A}" type="slidenum">
              <a:rPr lang="en-US" sz="1200">
                <a:latin typeface="Times New Roman" pitchFamily="18" charset="0"/>
              </a:rPr>
              <a:pPr eaLnBrk="1" hangingPunct="1"/>
              <a:t>27</a:t>
            </a:fld>
            <a:endParaRPr lang="en-US" sz="1200">
              <a:latin typeface="Times New Roman" pitchFamily="18" charset="0"/>
            </a:endParaRPr>
          </a:p>
        </p:txBody>
      </p:sp>
    </p:spTree>
    <p:extLst>
      <p:ext uri="{BB962C8B-B14F-4D97-AF65-F5344CB8AC3E}">
        <p14:creationId xmlns:p14="http://schemas.microsoft.com/office/powerpoint/2010/main" val="40083432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56952E3C-1AF6-4F67-96F0-F286766F68AB}" type="slidenum">
              <a:rPr lang="en-US" sz="1200">
                <a:latin typeface="Times New Roman" pitchFamily="18" charset="0"/>
              </a:rPr>
              <a:pPr eaLnBrk="1" hangingPunct="1"/>
              <a:t>28</a:t>
            </a:fld>
            <a:endParaRPr lang="en-US" sz="1200">
              <a:latin typeface="Times New Roman" pitchFamily="18" charset="0"/>
            </a:endParaRPr>
          </a:p>
        </p:txBody>
      </p:sp>
    </p:spTree>
    <p:extLst>
      <p:ext uri="{BB962C8B-B14F-4D97-AF65-F5344CB8AC3E}">
        <p14:creationId xmlns:p14="http://schemas.microsoft.com/office/powerpoint/2010/main" val="3039930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882A8815-CAED-4958-8FFA-56D2D62DAE0B}" type="slidenum">
              <a:rPr lang="en-US" sz="1200">
                <a:latin typeface="Times New Roman" pitchFamily="18" charset="0"/>
              </a:rPr>
              <a:pPr eaLnBrk="1" hangingPunct="1"/>
              <a:t>29</a:t>
            </a:fld>
            <a:endParaRPr lang="en-US" sz="1200">
              <a:latin typeface="Times New Roman" pitchFamily="18" charset="0"/>
            </a:endParaRPr>
          </a:p>
        </p:txBody>
      </p:sp>
    </p:spTree>
    <p:extLst>
      <p:ext uri="{BB962C8B-B14F-4D97-AF65-F5344CB8AC3E}">
        <p14:creationId xmlns:p14="http://schemas.microsoft.com/office/powerpoint/2010/main" val="21980941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7C21EBFB-FEF7-409E-BC12-D3681138EEAD}" type="slidenum">
              <a:rPr lang="en-US" sz="1200">
                <a:latin typeface="Times New Roman" pitchFamily="18" charset="0"/>
              </a:rPr>
              <a:pPr eaLnBrk="1" hangingPunct="1"/>
              <a:t>30</a:t>
            </a:fld>
            <a:endParaRPr lang="en-US" sz="1200">
              <a:latin typeface="Times New Roman" pitchFamily="18" charset="0"/>
            </a:endParaRPr>
          </a:p>
        </p:txBody>
      </p:sp>
    </p:spTree>
    <p:extLst>
      <p:ext uri="{BB962C8B-B14F-4D97-AF65-F5344CB8AC3E}">
        <p14:creationId xmlns:p14="http://schemas.microsoft.com/office/powerpoint/2010/main" val="42634716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4C80EBB2-2D1B-4EE5-A41D-C50B608151EC}" type="slidenum">
              <a:rPr lang="en-US" sz="1200">
                <a:latin typeface="Times New Roman" pitchFamily="18" charset="0"/>
              </a:rPr>
              <a:pPr eaLnBrk="1" hangingPunct="1"/>
              <a:t>31</a:t>
            </a:fld>
            <a:endParaRPr lang="en-US" sz="1200">
              <a:latin typeface="Times New Roman" pitchFamily="18" charset="0"/>
            </a:endParaRPr>
          </a:p>
        </p:txBody>
      </p:sp>
    </p:spTree>
    <p:extLst>
      <p:ext uri="{BB962C8B-B14F-4D97-AF65-F5344CB8AC3E}">
        <p14:creationId xmlns:p14="http://schemas.microsoft.com/office/powerpoint/2010/main" val="19780688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70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D6983D30-073D-43C6-92C0-B42090328F20}" type="slidenum">
              <a:rPr lang="en-US" sz="1200">
                <a:latin typeface="Times New Roman" pitchFamily="18" charset="0"/>
              </a:rPr>
              <a:pPr eaLnBrk="1" hangingPunct="1"/>
              <a:t>32</a:t>
            </a:fld>
            <a:endParaRPr lang="en-US" sz="1200">
              <a:latin typeface="Times New Roman" pitchFamily="18" charset="0"/>
            </a:endParaRPr>
          </a:p>
        </p:txBody>
      </p:sp>
    </p:spTree>
    <p:extLst>
      <p:ext uri="{BB962C8B-B14F-4D97-AF65-F5344CB8AC3E}">
        <p14:creationId xmlns:p14="http://schemas.microsoft.com/office/powerpoint/2010/main" val="14473156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80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339EE30D-2449-4915-BA33-43E7C2D24D14}" type="slidenum">
              <a:rPr lang="en-US" sz="1200">
                <a:latin typeface="Times New Roman" pitchFamily="18" charset="0"/>
              </a:rPr>
              <a:pPr eaLnBrk="1" hangingPunct="1"/>
              <a:t>33</a:t>
            </a:fld>
            <a:endParaRPr lang="en-US" sz="1200">
              <a:latin typeface="Times New Roman" pitchFamily="18" charset="0"/>
            </a:endParaRPr>
          </a:p>
        </p:txBody>
      </p:sp>
    </p:spTree>
    <p:extLst>
      <p:ext uri="{BB962C8B-B14F-4D97-AF65-F5344CB8AC3E}">
        <p14:creationId xmlns:p14="http://schemas.microsoft.com/office/powerpoint/2010/main" val="42912345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890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68ADF10C-AE34-4B4D-8CE1-5AC5F7047D1E}" type="slidenum">
              <a:rPr lang="en-US" sz="1200">
                <a:latin typeface="Times New Roman" pitchFamily="18" charset="0"/>
              </a:rPr>
              <a:pPr eaLnBrk="1" hangingPunct="1"/>
              <a:t>34</a:t>
            </a:fld>
            <a:endParaRPr lang="en-US" sz="1200">
              <a:latin typeface="Times New Roman" pitchFamily="18" charset="0"/>
            </a:endParaRPr>
          </a:p>
        </p:txBody>
      </p:sp>
    </p:spTree>
    <p:extLst>
      <p:ext uri="{BB962C8B-B14F-4D97-AF65-F5344CB8AC3E}">
        <p14:creationId xmlns:p14="http://schemas.microsoft.com/office/powerpoint/2010/main" val="27366954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901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7DFAE31A-5335-491C-8B0F-BB2D0B8A0702}" type="slidenum">
              <a:rPr lang="en-US" sz="1200">
                <a:latin typeface="Times New Roman" pitchFamily="18" charset="0"/>
              </a:rPr>
              <a:pPr eaLnBrk="1" hangingPunct="1"/>
              <a:t>37</a:t>
            </a:fld>
            <a:endParaRPr lang="en-US" sz="1200">
              <a:latin typeface="Times New Roman" pitchFamily="18" charset="0"/>
            </a:endParaRPr>
          </a:p>
        </p:txBody>
      </p:sp>
    </p:spTree>
    <p:extLst>
      <p:ext uri="{BB962C8B-B14F-4D97-AF65-F5344CB8AC3E}">
        <p14:creationId xmlns:p14="http://schemas.microsoft.com/office/powerpoint/2010/main" val="8897173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911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C1207615-2759-42FA-91BF-84EEEE009C2C}" type="slidenum">
              <a:rPr lang="en-US" sz="1200">
                <a:latin typeface="Times New Roman" pitchFamily="18" charset="0"/>
              </a:rPr>
              <a:pPr eaLnBrk="1" hangingPunct="1"/>
              <a:t>38</a:t>
            </a:fld>
            <a:endParaRPr lang="en-US" sz="1200">
              <a:latin typeface="Times New Roman" pitchFamily="18" charset="0"/>
            </a:endParaRPr>
          </a:p>
        </p:txBody>
      </p:sp>
    </p:spTree>
    <p:extLst>
      <p:ext uri="{BB962C8B-B14F-4D97-AF65-F5344CB8AC3E}">
        <p14:creationId xmlns:p14="http://schemas.microsoft.com/office/powerpoint/2010/main" val="26525392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92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90B54F53-BCEA-4F4E-9184-0DB1A5538CA5}" type="slidenum">
              <a:rPr lang="en-US" sz="1200">
                <a:latin typeface="Times New Roman" pitchFamily="18" charset="0"/>
              </a:rPr>
              <a:pPr eaLnBrk="1" hangingPunct="1"/>
              <a:t>39</a:t>
            </a:fld>
            <a:endParaRPr lang="en-US" sz="1200">
              <a:latin typeface="Times New Roman" pitchFamily="18" charset="0"/>
            </a:endParaRPr>
          </a:p>
        </p:txBody>
      </p:sp>
    </p:spTree>
    <p:extLst>
      <p:ext uri="{BB962C8B-B14F-4D97-AF65-F5344CB8AC3E}">
        <p14:creationId xmlns:p14="http://schemas.microsoft.com/office/powerpoint/2010/main" val="40182011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40</a:t>
            </a:fld>
            <a:endParaRPr lang="en-US"/>
          </a:p>
        </p:txBody>
      </p:sp>
    </p:spTree>
    <p:extLst>
      <p:ext uri="{BB962C8B-B14F-4D97-AF65-F5344CB8AC3E}">
        <p14:creationId xmlns:p14="http://schemas.microsoft.com/office/powerpoint/2010/main" val="6919636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41</a:t>
            </a:fld>
            <a:endParaRPr lang="en-US"/>
          </a:p>
        </p:txBody>
      </p:sp>
    </p:spTree>
    <p:extLst>
      <p:ext uri="{BB962C8B-B14F-4D97-AF65-F5344CB8AC3E}">
        <p14:creationId xmlns:p14="http://schemas.microsoft.com/office/powerpoint/2010/main" val="40630027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42</a:t>
            </a:fld>
            <a:endParaRPr lang="en-US"/>
          </a:p>
        </p:txBody>
      </p:sp>
    </p:spTree>
    <p:extLst>
      <p:ext uri="{BB962C8B-B14F-4D97-AF65-F5344CB8AC3E}">
        <p14:creationId xmlns:p14="http://schemas.microsoft.com/office/powerpoint/2010/main" val="35405781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43</a:t>
            </a:fld>
            <a:endParaRPr lang="en-US"/>
          </a:p>
        </p:txBody>
      </p:sp>
    </p:spTree>
    <p:extLst>
      <p:ext uri="{BB962C8B-B14F-4D97-AF65-F5344CB8AC3E}">
        <p14:creationId xmlns:p14="http://schemas.microsoft.com/office/powerpoint/2010/main" val="27683465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44</a:t>
            </a:fld>
            <a:endParaRPr lang="en-US"/>
          </a:p>
        </p:txBody>
      </p:sp>
    </p:spTree>
    <p:extLst>
      <p:ext uri="{BB962C8B-B14F-4D97-AF65-F5344CB8AC3E}">
        <p14:creationId xmlns:p14="http://schemas.microsoft.com/office/powerpoint/2010/main" val="26686549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45</a:t>
            </a:fld>
            <a:endParaRPr lang="en-US"/>
          </a:p>
        </p:txBody>
      </p:sp>
    </p:spTree>
    <p:extLst>
      <p:ext uri="{BB962C8B-B14F-4D97-AF65-F5344CB8AC3E}">
        <p14:creationId xmlns:p14="http://schemas.microsoft.com/office/powerpoint/2010/main" val="38833049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46</a:t>
            </a:fld>
            <a:endParaRPr lang="en-US"/>
          </a:p>
        </p:txBody>
      </p:sp>
    </p:spTree>
    <p:extLst>
      <p:ext uri="{BB962C8B-B14F-4D97-AF65-F5344CB8AC3E}">
        <p14:creationId xmlns:p14="http://schemas.microsoft.com/office/powerpoint/2010/main" val="26953981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47</a:t>
            </a:fld>
            <a:endParaRPr lang="en-US"/>
          </a:p>
        </p:txBody>
      </p:sp>
    </p:spTree>
    <p:extLst>
      <p:ext uri="{BB962C8B-B14F-4D97-AF65-F5344CB8AC3E}">
        <p14:creationId xmlns:p14="http://schemas.microsoft.com/office/powerpoint/2010/main" val="28582884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48</a:t>
            </a:fld>
            <a:endParaRPr lang="en-US"/>
          </a:p>
        </p:txBody>
      </p:sp>
    </p:spTree>
    <p:extLst>
      <p:ext uri="{BB962C8B-B14F-4D97-AF65-F5344CB8AC3E}">
        <p14:creationId xmlns:p14="http://schemas.microsoft.com/office/powerpoint/2010/main" val="16059470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49</a:t>
            </a:fld>
            <a:endParaRPr lang="en-US"/>
          </a:p>
        </p:txBody>
      </p:sp>
    </p:spTree>
    <p:extLst>
      <p:ext uri="{BB962C8B-B14F-4D97-AF65-F5344CB8AC3E}">
        <p14:creationId xmlns:p14="http://schemas.microsoft.com/office/powerpoint/2010/main" val="6480660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50</a:t>
            </a:fld>
            <a:endParaRPr lang="en-US"/>
          </a:p>
        </p:txBody>
      </p:sp>
    </p:spTree>
    <p:extLst>
      <p:ext uri="{BB962C8B-B14F-4D97-AF65-F5344CB8AC3E}">
        <p14:creationId xmlns:p14="http://schemas.microsoft.com/office/powerpoint/2010/main" val="36907445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51</a:t>
            </a:fld>
            <a:endParaRPr lang="en-US"/>
          </a:p>
        </p:txBody>
      </p:sp>
    </p:spTree>
    <p:extLst>
      <p:ext uri="{BB962C8B-B14F-4D97-AF65-F5344CB8AC3E}">
        <p14:creationId xmlns:p14="http://schemas.microsoft.com/office/powerpoint/2010/main" val="2733475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52</a:t>
            </a:fld>
            <a:endParaRPr lang="en-US"/>
          </a:p>
        </p:txBody>
      </p:sp>
    </p:spTree>
    <p:extLst>
      <p:ext uri="{BB962C8B-B14F-4D97-AF65-F5344CB8AC3E}">
        <p14:creationId xmlns:p14="http://schemas.microsoft.com/office/powerpoint/2010/main" val="27187546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53</a:t>
            </a:fld>
            <a:endParaRPr lang="en-US"/>
          </a:p>
        </p:txBody>
      </p:sp>
    </p:spTree>
    <p:extLst>
      <p:ext uri="{BB962C8B-B14F-4D97-AF65-F5344CB8AC3E}">
        <p14:creationId xmlns:p14="http://schemas.microsoft.com/office/powerpoint/2010/main" val="6582864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62A-7F8C-4AE7-999C-A87D374A72A7}" type="slidenum">
              <a:rPr lang="en-US" smtClean="0"/>
              <a:pPr/>
              <a:t>54</a:t>
            </a:fld>
            <a:endParaRPr lang="en-US"/>
          </a:p>
        </p:txBody>
      </p:sp>
    </p:spTree>
    <p:extLst>
      <p:ext uri="{BB962C8B-B14F-4D97-AF65-F5344CB8AC3E}">
        <p14:creationId xmlns:p14="http://schemas.microsoft.com/office/powerpoint/2010/main" val="15159101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B588DDE6-65C7-4EEA-99E1-8CA07BA7E280}" type="slidenum">
              <a:rPr lang="en-US" sz="1200">
                <a:latin typeface="Times New Roman" pitchFamily="18" charset="0"/>
              </a:rPr>
              <a:pPr eaLnBrk="1" hangingPunct="1"/>
              <a:t>55</a:t>
            </a:fld>
            <a:endParaRPr lang="en-US" sz="1200">
              <a:latin typeface="Times New Roman" pitchFamily="18" charset="0"/>
            </a:endParaRPr>
          </a:p>
        </p:txBody>
      </p:sp>
    </p:spTree>
    <p:extLst>
      <p:ext uri="{BB962C8B-B14F-4D97-AF65-F5344CB8AC3E}">
        <p14:creationId xmlns:p14="http://schemas.microsoft.com/office/powerpoint/2010/main" val="6454668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7492F021-5FB2-4686-9AFC-F5AEDAD893E7}" type="slidenum">
              <a:rPr lang="en-US" sz="1200">
                <a:latin typeface="Times New Roman" pitchFamily="18" charset="0"/>
              </a:rPr>
              <a:pPr eaLnBrk="1" hangingPunct="1"/>
              <a:t>56</a:t>
            </a:fld>
            <a:endParaRPr lang="en-US" sz="1200">
              <a:latin typeface="Times New Roman" pitchFamily="18" charset="0"/>
            </a:endParaRPr>
          </a:p>
        </p:txBody>
      </p:sp>
    </p:spTree>
    <p:extLst>
      <p:ext uri="{BB962C8B-B14F-4D97-AF65-F5344CB8AC3E}">
        <p14:creationId xmlns:p14="http://schemas.microsoft.com/office/powerpoint/2010/main" val="1805173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01BA7647-60D9-48E2-A50B-D9985C4069CF}" type="slidenum">
              <a:rPr lang="en-US" sz="1200">
                <a:latin typeface="Times New Roman" pitchFamily="18" charset="0"/>
              </a:rPr>
              <a:pPr eaLnBrk="1" hangingPunct="1"/>
              <a:t>57</a:t>
            </a:fld>
            <a:endParaRPr lang="en-US" sz="1200">
              <a:latin typeface="Times New Roman" pitchFamily="18" charset="0"/>
            </a:endParaRPr>
          </a:p>
        </p:txBody>
      </p:sp>
    </p:spTree>
    <p:extLst>
      <p:ext uri="{BB962C8B-B14F-4D97-AF65-F5344CB8AC3E}">
        <p14:creationId xmlns:p14="http://schemas.microsoft.com/office/powerpoint/2010/main" val="28754374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61FA0B82-EB12-4499-BF80-FB429C4D8C3B}" type="slidenum">
              <a:rPr lang="en-US" sz="1200">
                <a:latin typeface="Times New Roman" pitchFamily="18" charset="0"/>
              </a:rPr>
              <a:pPr eaLnBrk="1" hangingPunct="1"/>
              <a:t>58</a:t>
            </a:fld>
            <a:endParaRPr lang="en-US" sz="1200">
              <a:latin typeface="Times New Roman" pitchFamily="18" charset="0"/>
            </a:endParaRPr>
          </a:p>
        </p:txBody>
      </p:sp>
    </p:spTree>
    <p:extLst>
      <p:ext uri="{BB962C8B-B14F-4D97-AF65-F5344CB8AC3E}">
        <p14:creationId xmlns:p14="http://schemas.microsoft.com/office/powerpoint/2010/main" val="3480349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59</a:t>
            </a:fld>
            <a:endParaRPr lang="en-US"/>
          </a:p>
        </p:txBody>
      </p:sp>
    </p:spTree>
    <p:extLst>
      <p:ext uri="{BB962C8B-B14F-4D97-AF65-F5344CB8AC3E}">
        <p14:creationId xmlns:p14="http://schemas.microsoft.com/office/powerpoint/2010/main" val="37525335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60</a:t>
            </a:fld>
            <a:endParaRPr lang="en-US"/>
          </a:p>
        </p:txBody>
      </p:sp>
    </p:spTree>
    <p:extLst>
      <p:ext uri="{BB962C8B-B14F-4D97-AF65-F5344CB8AC3E}">
        <p14:creationId xmlns:p14="http://schemas.microsoft.com/office/powerpoint/2010/main" val="1933727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7D3F36EA-7F25-4316-B3FC-02AB68E65BFE}" type="slidenum">
              <a:rPr lang="en-US" sz="1200">
                <a:latin typeface="Times New Roman" pitchFamily="18" charset="0"/>
              </a:rPr>
              <a:pPr eaLnBrk="1" hangingPunct="1"/>
              <a:t>61</a:t>
            </a:fld>
            <a:endParaRPr lang="en-US" sz="1200">
              <a:latin typeface="Times New Roman" pitchFamily="18" charset="0"/>
            </a:endParaRPr>
          </a:p>
        </p:txBody>
      </p:sp>
    </p:spTree>
    <p:extLst>
      <p:ext uri="{BB962C8B-B14F-4D97-AF65-F5344CB8AC3E}">
        <p14:creationId xmlns:p14="http://schemas.microsoft.com/office/powerpoint/2010/main" val="3444512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9058C4A7-E80A-4424-A53C-0E4AED51164E}" type="slidenum">
              <a:rPr lang="en-US" sz="1200">
                <a:latin typeface="Times New Roman" pitchFamily="18" charset="0"/>
              </a:rPr>
              <a:pPr eaLnBrk="1" hangingPunct="1"/>
              <a:t>62</a:t>
            </a:fld>
            <a:endParaRPr lang="en-US" sz="1200">
              <a:latin typeface="Times New Roman" pitchFamily="18" charset="0"/>
            </a:endParaRPr>
          </a:p>
        </p:txBody>
      </p:sp>
    </p:spTree>
    <p:extLst>
      <p:ext uri="{BB962C8B-B14F-4D97-AF65-F5344CB8AC3E}">
        <p14:creationId xmlns:p14="http://schemas.microsoft.com/office/powerpoint/2010/main" val="28024619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B60E8DC8-C9D7-4EE2-8DD6-3B132F108FA5}" type="slidenum">
              <a:rPr lang="en-US" sz="1200">
                <a:latin typeface="Times New Roman" pitchFamily="18" charset="0"/>
              </a:rPr>
              <a:pPr eaLnBrk="1" hangingPunct="1"/>
              <a:t>63</a:t>
            </a:fld>
            <a:endParaRPr lang="en-US" sz="1200">
              <a:latin typeface="Times New Roman" pitchFamily="18" charset="0"/>
            </a:endParaRPr>
          </a:p>
        </p:txBody>
      </p:sp>
    </p:spTree>
    <p:extLst>
      <p:ext uri="{BB962C8B-B14F-4D97-AF65-F5344CB8AC3E}">
        <p14:creationId xmlns:p14="http://schemas.microsoft.com/office/powerpoint/2010/main" val="20459395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pitchFamily="34" charset="0"/>
              </a:defRPr>
            </a:lvl1pPr>
            <a:lvl2pPr marL="742841" indent="-285708" eaLnBrk="0" hangingPunct="0">
              <a:defRPr sz="2400">
                <a:solidFill>
                  <a:schemeClr val="tx1"/>
                </a:solidFill>
                <a:latin typeface="Calibri" pitchFamily="34" charset="0"/>
              </a:defRPr>
            </a:lvl2pPr>
            <a:lvl3pPr marL="1142833" indent="-228567" eaLnBrk="0" hangingPunct="0">
              <a:defRPr sz="2400">
                <a:solidFill>
                  <a:schemeClr val="tx1"/>
                </a:solidFill>
                <a:latin typeface="Calibri" pitchFamily="34" charset="0"/>
              </a:defRPr>
            </a:lvl3pPr>
            <a:lvl4pPr marL="1599965" indent="-228567" eaLnBrk="0" hangingPunct="0">
              <a:defRPr sz="2400">
                <a:solidFill>
                  <a:schemeClr val="tx1"/>
                </a:solidFill>
                <a:latin typeface="Calibri" pitchFamily="34" charset="0"/>
              </a:defRPr>
            </a:lvl4pPr>
            <a:lvl5pPr marL="2057099" indent="-228567" eaLnBrk="0" hangingPunct="0">
              <a:defRPr sz="2400">
                <a:solidFill>
                  <a:schemeClr val="tx1"/>
                </a:solidFill>
                <a:latin typeface="Calibri" pitchFamily="34" charset="0"/>
              </a:defRPr>
            </a:lvl5pPr>
            <a:lvl6pPr marL="2514232" indent="-228567" eaLnBrk="0" fontAlgn="base" hangingPunct="0">
              <a:spcBef>
                <a:spcPct val="0"/>
              </a:spcBef>
              <a:spcAft>
                <a:spcPct val="0"/>
              </a:spcAft>
              <a:defRPr sz="2400">
                <a:solidFill>
                  <a:schemeClr val="tx1"/>
                </a:solidFill>
                <a:latin typeface="Calibri" pitchFamily="34" charset="0"/>
              </a:defRPr>
            </a:lvl6pPr>
            <a:lvl7pPr marL="2971364" indent="-228567" eaLnBrk="0" fontAlgn="base" hangingPunct="0">
              <a:spcBef>
                <a:spcPct val="0"/>
              </a:spcBef>
              <a:spcAft>
                <a:spcPct val="0"/>
              </a:spcAft>
              <a:defRPr sz="2400">
                <a:solidFill>
                  <a:schemeClr val="tx1"/>
                </a:solidFill>
                <a:latin typeface="Calibri" pitchFamily="34" charset="0"/>
              </a:defRPr>
            </a:lvl7pPr>
            <a:lvl8pPr marL="3428498" indent="-228567" eaLnBrk="0" fontAlgn="base" hangingPunct="0">
              <a:spcBef>
                <a:spcPct val="0"/>
              </a:spcBef>
              <a:spcAft>
                <a:spcPct val="0"/>
              </a:spcAft>
              <a:defRPr sz="2400">
                <a:solidFill>
                  <a:schemeClr val="tx1"/>
                </a:solidFill>
                <a:latin typeface="Calibri" pitchFamily="34" charset="0"/>
              </a:defRPr>
            </a:lvl8pPr>
            <a:lvl9pPr marL="3885630" indent="-228567" eaLnBrk="0" fontAlgn="base" hangingPunct="0">
              <a:spcBef>
                <a:spcPct val="0"/>
              </a:spcBef>
              <a:spcAft>
                <a:spcPct val="0"/>
              </a:spcAft>
              <a:defRPr sz="2400">
                <a:solidFill>
                  <a:schemeClr val="tx1"/>
                </a:solidFill>
                <a:latin typeface="Calibri" pitchFamily="34" charset="0"/>
              </a:defRPr>
            </a:lvl9pPr>
          </a:lstStyle>
          <a:p>
            <a:pPr eaLnBrk="1" hangingPunct="1"/>
            <a:fld id="{8E946C0B-3507-4536-88FE-AB97BB548252}" type="slidenum">
              <a:rPr lang="en-US" sz="1200">
                <a:latin typeface="Times New Roman" pitchFamily="18" charset="0"/>
              </a:rPr>
              <a:pPr eaLnBrk="1" hangingPunct="1"/>
              <a:t>64</a:t>
            </a:fld>
            <a:endParaRPr lang="en-US" sz="1200">
              <a:latin typeface="Times New Roman" pitchFamily="18" charset="0"/>
            </a:endParaRPr>
          </a:p>
        </p:txBody>
      </p:sp>
    </p:spTree>
    <p:extLst>
      <p:ext uri="{BB962C8B-B14F-4D97-AF65-F5344CB8AC3E}">
        <p14:creationId xmlns:p14="http://schemas.microsoft.com/office/powerpoint/2010/main" val="12784226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65</a:t>
            </a:fld>
            <a:endParaRPr lang="en-US"/>
          </a:p>
        </p:txBody>
      </p:sp>
    </p:spTree>
    <p:extLst>
      <p:ext uri="{BB962C8B-B14F-4D97-AF65-F5344CB8AC3E}">
        <p14:creationId xmlns:p14="http://schemas.microsoft.com/office/powerpoint/2010/main" val="39550796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66</a:t>
            </a:fld>
            <a:endParaRPr lang="en-US"/>
          </a:p>
        </p:txBody>
      </p:sp>
    </p:spTree>
    <p:extLst>
      <p:ext uri="{BB962C8B-B14F-4D97-AF65-F5344CB8AC3E}">
        <p14:creationId xmlns:p14="http://schemas.microsoft.com/office/powerpoint/2010/main" val="36375160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67</a:t>
            </a:fld>
            <a:endParaRPr lang="en-US"/>
          </a:p>
        </p:txBody>
      </p:sp>
    </p:spTree>
    <p:extLst>
      <p:ext uri="{BB962C8B-B14F-4D97-AF65-F5344CB8AC3E}">
        <p14:creationId xmlns:p14="http://schemas.microsoft.com/office/powerpoint/2010/main" val="3000031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68</a:t>
            </a:fld>
            <a:endParaRPr lang="en-US"/>
          </a:p>
        </p:txBody>
      </p:sp>
    </p:spTree>
    <p:extLst>
      <p:ext uri="{BB962C8B-B14F-4D97-AF65-F5344CB8AC3E}">
        <p14:creationId xmlns:p14="http://schemas.microsoft.com/office/powerpoint/2010/main" val="16115813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69</a:t>
            </a:fld>
            <a:endParaRPr lang="en-US"/>
          </a:p>
        </p:txBody>
      </p:sp>
    </p:spTree>
    <p:extLst>
      <p:ext uri="{BB962C8B-B14F-4D97-AF65-F5344CB8AC3E}">
        <p14:creationId xmlns:p14="http://schemas.microsoft.com/office/powerpoint/2010/main" val="36851762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402FB68-6F9B-4FF7-8135-D13B7972D5C7}" type="slidenum">
              <a:rPr lang="en-US" smtClean="0"/>
              <a:pPr>
                <a:defRPr/>
              </a:pPr>
              <a:t>70</a:t>
            </a:fld>
            <a:endParaRPr lang="en-US"/>
          </a:p>
        </p:txBody>
      </p:sp>
    </p:spTree>
    <p:extLst>
      <p:ext uri="{BB962C8B-B14F-4D97-AF65-F5344CB8AC3E}">
        <p14:creationId xmlns:p14="http://schemas.microsoft.com/office/powerpoint/2010/main" val="973335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66604111-816A-4DDC-8504-F525DDF2E4A1}" type="datetimeFigureOut">
              <a:rPr lang="en-US"/>
              <a:pPr>
                <a:defRPr/>
              </a:pPr>
              <a:t>3/26/2016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endParaRPr lang="en-US"/>
          </a:p>
        </p:txBody>
      </p:sp>
    </p:spTree>
    <p:extLst>
      <p:ext uri="{BB962C8B-B14F-4D97-AF65-F5344CB8AC3E}">
        <p14:creationId xmlns:p14="http://schemas.microsoft.com/office/powerpoint/2010/main" val="2823035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B61A1324-CBC2-4182-A326-BBD06DE0FE11}" type="datetimeFigureOut">
              <a:rPr lang="en-US"/>
              <a:pPr>
                <a:defRPr/>
              </a:pPr>
              <a:t>3/26/2016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833CAC7-B604-4F0C-8BD1-F0B5D7A66E96}" type="slidenum">
              <a:rPr lang="en-US"/>
              <a:pPr>
                <a:defRPr/>
              </a:pPr>
              <a:t>‹#›</a:t>
            </a:fld>
            <a:endParaRPr lang="en-US"/>
          </a:p>
        </p:txBody>
      </p:sp>
    </p:spTree>
    <p:extLst>
      <p:ext uri="{BB962C8B-B14F-4D97-AF65-F5344CB8AC3E}">
        <p14:creationId xmlns:p14="http://schemas.microsoft.com/office/powerpoint/2010/main" val="307537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66392B2C-B1A4-401C-A651-B0C210A69F8B}" type="datetimeFigureOut">
              <a:rPr lang="en-US"/>
              <a:pPr>
                <a:defRPr/>
              </a:pPr>
              <a:t>3/26/2016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23E9C10E-626E-485C-A498-F42C90DA3B0C}" type="slidenum">
              <a:rPr lang="en-US"/>
              <a:pPr>
                <a:defRPr/>
              </a:pPr>
              <a:t>‹#›</a:t>
            </a:fld>
            <a:endParaRPr lang="en-US"/>
          </a:p>
        </p:txBody>
      </p:sp>
    </p:spTree>
    <p:extLst>
      <p:ext uri="{BB962C8B-B14F-4D97-AF65-F5344CB8AC3E}">
        <p14:creationId xmlns:p14="http://schemas.microsoft.com/office/powerpoint/2010/main" val="2982467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5CF5AB8-0986-464F-B651-A0F0BD219770}" type="datetimeFigureOut">
              <a:rPr lang="en-US"/>
              <a:pPr>
                <a:defRPr/>
              </a:pPr>
              <a:t>3/26/2016</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8156B4ED-B110-40D3-9FAB-7638EDB82616}" type="slidenum">
              <a:rPr lang="en-US"/>
              <a:pPr>
                <a:defRPr/>
              </a:pPr>
              <a:t>‹#›</a:t>
            </a:fld>
            <a:endParaRPr lang="en-US"/>
          </a:p>
        </p:txBody>
      </p:sp>
    </p:spTree>
    <p:extLst>
      <p:ext uri="{BB962C8B-B14F-4D97-AF65-F5344CB8AC3E}">
        <p14:creationId xmlns:p14="http://schemas.microsoft.com/office/powerpoint/2010/main" val="1267685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445C011-597A-4AAD-A999-BD8255E760AF}" type="datetimeFigureOut">
              <a:rPr lang="en-US"/>
              <a:pPr>
                <a:defRPr/>
              </a:pPr>
              <a:t>3/26/2016</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8068ABA3-5CC5-49C1-AC92-65729232893E}" type="slidenum">
              <a:rPr lang="en-US"/>
              <a:pPr>
                <a:defRPr/>
              </a:pPr>
              <a:t>‹#›</a:t>
            </a:fld>
            <a:endParaRPr lang="en-US"/>
          </a:p>
        </p:txBody>
      </p:sp>
    </p:spTree>
    <p:extLst>
      <p:ext uri="{BB962C8B-B14F-4D97-AF65-F5344CB8AC3E}">
        <p14:creationId xmlns:p14="http://schemas.microsoft.com/office/powerpoint/2010/main" val="2105187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AF8A3FC4-AF4C-4A21-97E4-AED089A82EB0}" type="datetimeFigureOut">
              <a:rPr lang="en-US"/>
              <a:pPr>
                <a:defRPr/>
              </a:pPr>
              <a:t>3/26/2016</a:t>
            </a:fld>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205468AF-6D29-4333-83A1-8207937EDDF1}" type="slidenum">
              <a:rPr lang="en-US"/>
              <a:pPr>
                <a:defRPr/>
              </a:pPr>
              <a:t>‹#›</a:t>
            </a:fld>
            <a:endParaRPr lang="en-US"/>
          </a:p>
        </p:txBody>
      </p:sp>
    </p:spTree>
    <p:extLst>
      <p:ext uri="{BB962C8B-B14F-4D97-AF65-F5344CB8AC3E}">
        <p14:creationId xmlns:p14="http://schemas.microsoft.com/office/powerpoint/2010/main" val="1401976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C72AF154-40DD-4525-8B76-B9E6A3BBE4D3}" type="datetimeFigureOut">
              <a:rPr lang="en-US"/>
              <a:pPr>
                <a:defRPr/>
              </a:pPr>
              <a:t>3/26/2016</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116D7E2-19E5-4A65-9936-1AAC2B1C57A8}" type="slidenum">
              <a:rPr lang="en-US"/>
              <a:pPr>
                <a:defRPr/>
              </a:pPr>
              <a:t>‹#›</a:t>
            </a:fld>
            <a:endParaRPr lang="en-US"/>
          </a:p>
        </p:txBody>
      </p:sp>
    </p:spTree>
    <p:extLst>
      <p:ext uri="{BB962C8B-B14F-4D97-AF65-F5344CB8AC3E}">
        <p14:creationId xmlns:p14="http://schemas.microsoft.com/office/powerpoint/2010/main" val="156499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7D12A3FF-4124-454B-A067-8A0642219E4F}" type="datetimeFigureOut">
              <a:rPr lang="en-US"/>
              <a:pPr>
                <a:defRPr/>
              </a:pPr>
              <a:t>3/26/2016</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419998E-E6CC-44A3-9574-C7D9ED2736FF}" type="slidenum">
              <a:rPr lang="en-US"/>
              <a:pPr>
                <a:defRPr/>
              </a:pPr>
              <a:t>‹#›</a:t>
            </a:fld>
            <a:endParaRPr lang="en-US"/>
          </a:p>
        </p:txBody>
      </p:sp>
    </p:spTree>
    <p:extLst>
      <p:ext uri="{BB962C8B-B14F-4D97-AF65-F5344CB8AC3E}">
        <p14:creationId xmlns:p14="http://schemas.microsoft.com/office/powerpoint/2010/main" val="1868594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8ECF97A-F5D5-46A6-9EA0-82A2A7DF7721}" type="datetimeFigureOut">
              <a:rPr lang="en-US"/>
              <a:pPr>
                <a:defRPr/>
              </a:pPr>
              <a:t>3/26/2016</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E201A3D-23A3-4646-A2D9-2988DFA9D883}" type="slidenum">
              <a:rPr lang="en-US"/>
              <a:pPr>
                <a:defRPr/>
              </a:pPr>
              <a:t>‹#›</a:t>
            </a:fld>
            <a:endParaRPr lang="en-US"/>
          </a:p>
        </p:txBody>
      </p:sp>
    </p:spTree>
    <p:extLst>
      <p:ext uri="{BB962C8B-B14F-4D97-AF65-F5344CB8AC3E}">
        <p14:creationId xmlns:p14="http://schemas.microsoft.com/office/powerpoint/2010/main" val="2933298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36540D4-A7A6-495A-8EF7-B96E65A8E74B}" type="datetimeFigureOut">
              <a:rPr lang="en-US"/>
              <a:pPr>
                <a:defRPr/>
              </a:pPr>
              <a:t>3/26/2016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C3AEB96-601F-4295-99A4-36908BF7559E}" type="slidenum">
              <a:rPr lang="en-US"/>
              <a:pPr>
                <a:defRPr/>
              </a:pPr>
              <a:t>‹#›</a:t>
            </a:fld>
            <a:endParaRPr lang="en-US"/>
          </a:p>
        </p:txBody>
      </p:sp>
    </p:spTree>
    <p:extLst>
      <p:ext uri="{BB962C8B-B14F-4D97-AF65-F5344CB8AC3E}">
        <p14:creationId xmlns:p14="http://schemas.microsoft.com/office/powerpoint/2010/main" val="3922833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BF25A5A2-6294-48DC-A114-3B9E0E2781A0}" type="datetimeFigureOut">
              <a:rPr lang="en-US"/>
              <a:pPr>
                <a:defRPr/>
              </a:pPr>
              <a:t>3/26/2016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BD67E9C8-8EF1-4C76-933A-5570A3B5E7F8}" type="slidenum">
              <a:rPr lang="en-US"/>
              <a:pPr>
                <a:defRPr/>
              </a:pPr>
              <a:t>‹#›</a:t>
            </a:fld>
            <a:endParaRPr lang="en-US"/>
          </a:p>
        </p:txBody>
      </p:sp>
    </p:spTree>
    <p:extLst>
      <p:ext uri="{BB962C8B-B14F-4D97-AF65-F5344CB8AC3E}">
        <p14:creationId xmlns:p14="http://schemas.microsoft.com/office/powerpoint/2010/main" val="3446590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Title, Text, and 2 Content">
    <p:spTree>
      <p:nvGrpSpPr>
        <p:cNvPr id="1" name=""/>
        <p:cNvGrpSpPr/>
        <p:nvPr/>
      </p:nvGrpSpPr>
      <p:grpSpPr>
        <a:xfrm>
          <a:off x="0" y="0"/>
          <a:ext cx="0" cy="0"/>
          <a:chOff x="0" y="0"/>
          <a:chExt cx="0" cy="0"/>
        </a:xfrm>
      </p:grpSpPr>
      <p:sp>
        <p:nvSpPr>
          <p:cNvPr id="6" name="Text Box 112"/>
          <p:cNvSpPr txBox="1">
            <a:spLocks noChangeArrowheads="1"/>
          </p:cNvSpPr>
          <p:nvPr userDrawn="1"/>
        </p:nvSpPr>
        <p:spPr bwMode="auto">
          <a:xfrm>
            <a:off x="685800" y="6427788"/>
            <a:ext cx="1905000" cy="400050"/>
          </a:xfrm>
          <a:prstGeom prst="rect">
            <a:avLst/>
          </a:prstGeom>
          <a:noFill/>
          <a:ln w="9525">
            <a:noFill/>
            <a:miter lim="800000"/>
            <a:headEnd/>
            <a:tailEnd/>
          </a:ln>
          <a:effectLst/>
        </p:spPr>
        <p:txBody>
          <a:bodyPr wrap="none">
            <a:spAutoFit/>
          </a:bodyPr>
          <a:lstStyle/>
          <a:p>
            <a:pPr>
              <a:defRPr/>
            </a:pPr>
            <a:r>
              <a:rPr lang="en-US" sz="1000" dirty="0">
                <a:latin typeface="Times New Roman" pitchFamily="18" charset="0"/>
              </a:rPr>
              <a:t>Automotive Vehicle Dynamics</a:t>
            </a:r>
          </a:p>
          <a:p>
            <a:pPr>
              <a:defRPr/>
            </a:pPr>
            <a:r>
              <a:rPr lang="en-US" sz="1000" dirty="0">
                <a:latin typeface="Times New Roman" pitchFamily="18" charset="0"/>
              </a:rPr>
              <a:t>Copyright </a:t>
            </a:r>
            <a:r>
              <a:rPr lang="en-US" sz="1000" dirty="0">
                <a:latin typeface="Times New Roman" pitchFamily="18" charset="0"/>
                <a:cs typeface="Times New Roman" pitchFamily="18" charset="0"/>
              </a:rPr>
              <a:t>© 2010, Sean Brennan</a:t>
            </a:r>
            <a:endParaRPr lang="en-US" sz="1000" dirty="0">
              <a:latin typeface="Times New Roman" pitchFamily="18" charset="0"/>
            </a:endParaRPr>
          </a:p>
        </p:txBody>
      </p:sp>
      <p:sp>
        <p:nvSpPr>
          <p:cNvPr id="7" name="Text Box 113"/>
          <p:cNvSpPr txBox="1">
            <a:spLocks noChangeArrowheads="1"/>
          </p:cNvSpPr>
          <p:nvPr userDrawn="1"/>
        </p:nvSpPr>
        <p:spPr bwMode="auto">
          <a:xfrm>
            <a:off x="7602538" y="6427788"/>
            <a:ext cx="1316037" cy="400050"/>
          </a:xfrm>
          <a:prstGeom prst="rect">
            <a:avLst/>
          </a:prstGeom>
          <a:noFill/>
          <a:ln w="9525">
            <a:noFill/>
            <a:miter lim="800000"/>
            <a:headEnd/>
            <a:tailEnd/>
          </a:ln>
          <a:effectLst/>
        </p:spPr>
        <p:txBody>
          <a:bodyPr wrap="none">
            <a:spAutoFit/>
          </a:bodyPr>
          <a:lstStyle/>
          <a:p>
            <a:pPr algn="r">
              <a:defRPr/>
            </a:pPr>
            <a:r>
              <a:rPr lang="en-US" sz="1000" dirty="0">
                <a:latin typeface="Times New Roman" pitchFamily="18" charset="0"/>
              </a:rPr>
              <a:t>ME 452  – Lecture 20</a:t>
            </a:r>
          </a:p>
          <a:p>
            <a:pPr algn="r">
              <a:defRPr/>
            </a:pPr>
            <a:r>
              <a:rPr lang="en-US" sz="1000" dirty="0">
                <a:latin typeface="Times New Roman" pitchFamily="18" charset="0"/>
              </a:rPr>
              <a:t>Slide </a:t>
            </a:r>
            <a:fld id="{5A825060-276A-4DD2-BF9A-AFDB3F7D68A3}" type="slidenum">
              <a:rPr lang="en-US" sz="1000">
                <a:latin typeface="Times New Roman" pitchFamily="18" charset="0"/>
              </a:rPr>
              <a:pPr algn="r">
                <a:defRPr/>
              </a:pPr>
              <a:t>‹#›</a:t>
            </a:fld>
            <a:r>
              <a:rPr lang="en-US" sz="1000" dirty="0">
                <a:latin typeface="Times New Roman" pitchFamily="18" charset="0"/>
              </a:rPr>
              <a:t> of  24</a:t>
            </a:r>
            <a:endParaRPr lang="en-US" sz="1000" dirty="0">
              <a:solidFill>
                <a:srgbClr val="FF0000"/>
              </a:solidFill>
              <a:latin typeface="Times New Roman" pitchFamily="18" charset="0"/>
            </a:endParaRPr>
          </a:p>
        </p:txBody>
      </p:sp>
      <p:sp>
        <p:nvSpPr>
          <p:cNvPr id="8" name="Line 114"/>
          <p:cNvSpPr>
            <a:spLocks noChangeShapeType="1"/>
          </p:cNvSpPr>
          <p:nvPr userDrawn="1"/>
        </p:nvSpPr>
        <p:spPr bwMode="auto">
          <a:xfrm>
            <a:off x="685800" y="6410325"/>
            <a:ext cx="8153400" cy="0"/>
          </a:xfrm>
          <a:prstGeom prst="line">
            <a:avLst/>
          </a:prstGeom>
          <a:noFill/>
          <a:ln w="38100">
            <a:solidFill>
              <a:srgbClr val="000000"/>
            </a:solidFill>
            <a:round/>
            <a:headEnd/>
            <a:tailEnd/>
          </a:ln>
          <a:effectLst/>
        </p:spPr>
        <p:txBody>
          <a:bodyPr wrap="none"/>
          <a:lstStyle/>
          <a:p>
            <a:pPr>
              <a:defRPr/>
            </a:pPr>
            <a:endParaRPr lang="en-US">
              <a:latin typeface="Times New Roman" pitchFamily="18" charset="0"/>
            </a:endParaRPr>
          </a:p>
        </p:txBody>
      </p:sp>
      <p:sp>
        <p:nvSpPr>
          <p:cNvPr id="2" name="Title 1"/>
          <p:cNvSpPr>
            <a:spLocks noGrp="1"/>
          </p:cNvSpPr>
          <p:nvPr>
            <p:ph type="title"/>
          </p:nvPr>
        </p:nvSpPr>
        <p:spPr>
          <a:xfrm>
            <a:off x="1371600" y="500063"/>
            <a:ext cx="73787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57263" y="1909763"/>
            <a:ext cx="3902075" cy="4414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5011738" y="1909763"/>
            <a:ext cx="3903662" cy="21304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5011738" y="4192588"/>
            <a:ext cx="3903662" cy="21320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2651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5" name="Text Box 112"/>
          <p:cNvSpPr txBox="1">
            <a:spLocks noChangeArrowheads="1"/>
          </p:cNvSpPr>
          <p:nvPr userDrawn="1"/>
        </p:nvSpPr>
        <p:spPr bwMode="auto">
          <a:xfrm>
            <a:off x="685800" y="6427788"/>
            <a:ext cx="1905000" cy="400050"/>
          </a:xfrm>
          <a:prstGeom prst="rect">
            <a:avLst/>
          </a:prstGeom>
          <a:noFill/>
          <a:ln w="9525">
            <a:noFill/>
            <a:miter lim="800000"/>
            <a:headEnd/>
            <a:tailEnd/>
          </a:ln>
          <a:effectLst/>
        </p:spPr>
        <p:txBody>
          <a:bodyPr wrap="none">
            <a:spAutoFit/>
          </a:bodyPr>
          <a:lstStyle/>
          <a:p>
            <a:pPr>
              <a:defRPr/>
            </a:pPr>
            <a:r>
              <a:rPr lang="en-US" sz="1000" dirty="0">
                <a:latin typeface="Times New Roman" pitchFamily="18" charset="0"/>
              </a:rPr>
              <a:t>Automotive Vehicle Dynamics</a:t>
            </a:r>
          </a:p>
          <a:p>
            <a:pPr>
              <a:defRPr/>
            </a:pPr>
            <a:r>
              <a:rPr lang="en-US" sz="1000" dirty="0">
                <a:latin typeface="Times New Roman" pitchFamily="18" charset="0"/>
              </a:rPr>
              <a:t>Copyright </a:t>
            </a:r>
            <a:r>
              <a:rPr lang="en-US" sz="1000" dirty="0">
                <a:latin typeface="Times New Roman" pitchFamily="18" charset="0"/>
                <a:cs typeface="Times New Roman" pitchFamily="18" charset="0"/>
              </a:rPr>
              <a:t>© 2010, Sean Brennan</a:t>
            </a:r>
            <a:endParaRPr lang="en-US" sz="1000" dirty="0">
              <a:latin typeface="Times New Roman" pitchFamily="18" charset="0"/>
            </a:endParaRPr>
          </a:p>
        </p:txBody>
      </p:sp>
      <p:sp>
        <p:nvSpPr>
          <p:cNvPr id="6" name="Text Box 113"/>
          <p:cNvSpPr txBox="1">
            <a:spLocks noChangeArrowheads="1"/>
          </p:cNvSpPr>
          <p:nvPr userDrawn="1"/>
        </p:nvSpPr>
        <p:spPr bwMode="auto">
          <a:xfrm>
            <a:off x="7602538" y="6427788"/>
            <a:ext cx="1316037" cy="400050"/>
          </a:xfrm>
          <a:prstGeom prst="rect">
            <a:avLst/>
          </a:prstGeom>
          <a:noFill/>
          <a:ln w="9525">
            <a:noFill/>
            <a:miter lim="800000"/>
            <a:headEnd/>
            <a:tailEnd/>
          </a:ln>
          <a:effectLst/>
        </p:spPr>
        <p:txBody>
          <a:bodyPr wrap="none">
            <a:spAutoFit/>
          </a:bodyPr>
          <a:lstStyle/>
          <a:p>
            <a:pPr algn="r">
              <a:defRPr/>
            </a:pPr>
            <a:r>
              <a:rPr lang="en-US" sz="1000" dirty="0">
                <a:latin typeface="Times New Roman" pitchFamily="18" charset="0"/>
              </a:rPr>
              <a:t>ME 452  – Lecture 20</a:t>
            </a:r>
          </a:p>
          <a:p>
            <a:pPr algn="r">
              <a:defRPr/>
            </a:pPr>
            <a:r>
              <a:rPr lang="en-US" sz="1000" dirty="0">
                <a:latin typeface="Times New Roman" pitchFamily="18" charset="0"/>
              </a:rPr>
              <a:t>Slide </a:t>
            </a:r>
            <a:fld id="{E1647CDC-729A-4C5F-A3F8-F7326B74F2C7}" type="slidenum">
              <a:rPr lang="en-US" sz="1000">
                <a:latin typeface="Times New Roman" pitchFamily="18" charset="0"/>
              </a:rPr>
              <a:pPr algn="r">
                <a:defRPr/>
              </a:pPr>
              <a:t>‹#›</a:t>
            </a:fld>
            <a:r>
              <a:rPr lang="en-US" sz="1000" dirty="0">
                <a:latin typeface="Times New Roman" pitchFamily="18" charset="0"/>
              </a:rPr>
              <a:t> of  24</a:t>
            </a:r>
            <a:endParaRPr lang="en-US" sz="1000" dirty="0">
              <a:solidFill>
                <a:srgbClr val="FF0000"/>
              </a:solidFill>
              <a:latin typeface="Times New Roman" pitchFamily="18" charset="0"/>
            </a:endParaRPr>
          </a:p>
        </p:txBody>
      </p:sp>
      <p:sp>
        <p:nvSpPr>
          <p:cNvPr id="7" name="Line 114"/>
          <p:cNvSpPr>
            <a:spLocks noChangeShapeType="1"/>
          </p:cNvSpPr>
          <p:nvPr userDrawn="1"/>
        </p:nvSpPr>
        <p:spPr bwMode="auto">
          <a:xfrm>
            <a:off x="685800" y="6410325"/>
            <a:ext cx="8153400" cy="0"/>
          </a:xfrm>
          <a:prstGeom prst="line">
            <a:avLst/>
          </a:prstGeom>
          <a:noFill/>
          <a:ln w="38100">
            <a:solidFill>
              <a:srgbClr val="000000"/>
            </a:solidFill>
            <a:round/>
            <a:headEnd/>
            <a:tailEnd/>
          </a:ln>
          <a:effectLst/>
        </p:spPr>
        <p:txBody>
          <a:bodyPr wrap="none"/>
          <a:lstStyle/>
          <a:p>
            <a:pPr>
              <a:defRPr/>
            </a:pPr>
            <a:endParaRPr lang="en-US">
              <a:latin typeface="Times New Roman" pitchFamily="18" charset="0"/>
            </a:endParaRPr>
          </a:p>
        </p:txBody>
      </p:sp>
      <p:sp>
        <p:nvSpPr>
          <p:cNvPr id="2" name="Title 1"/>
          <p:cNvSpPr>
            <a:spLocks noGrp="1"/>
          </p:cNvSpPr>
          <p:nvPr>
            <p:ph type="title"/>
          </p:nvPr>
        </p:nvSpPr>
        <p:spPr>
          <a:xfrm>
            <a:off x="1371600" y="500063"/>
            <a:ext cx="73787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57263" y="1909763"/>
            <a:ext cx="3902075" cy="4414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11738" y="1909763"/>
            <a:ext cx="3903662" cy="4414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1357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78D85A16-B3A2-4A7C-927A-C136F806257C}" type="datetimeFigureOut">
              <a:rPr lang="en-US"/>
              <a:pPr>
                <a:defRPr/>
              </a:pPr>
              <a:t>3/26/2016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CE55FE4-99BD-4A25-AC23-24E9963EC5DF}" type="slidenum">
              <a:rPr lang="en-US"/>
              <a:pPr>
                <a:defRPr/>
              </a:pPr>
              <a:t>‹#›</a:t>
            </a:fld>
            <a:endParaRPr lang="en-US"/>
          </a:p>
        </p:txBody>
      </p:sp>
    </p:spTree>
    <p:extLst>
      <p:ext uri="{BB962C8B-B14F-4D97-AF65-F5344CB8AC3E}">
        <p14:creationId xmlns:p14="http://schemas.microsoft.com/office/powerpoint/2010/main" val="3866730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19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819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 name="Text Box 112"/>
          <p:cNvSpPr txBox="1">
            <a:spLocks noChangeArrowheads="1"/>
          </p:cNvSpPr>
          <p:nvPr userDrawn="1"/>
        </p:nvSpPr>
        <p:spPr bwMode="auto">
          <a:xfrm>
            <a:off x="685800" y="6427788"/>
            <a:ext cx="1905000" cy="400050"/>
          </a:xfrm>
          <a:prstGeom prst="rect">
            <a:avLst/>
          </a:prstGeom>
          <a:noFill/>
          <a:ln w="9525">
            <a:noFill/>
            <a:miter lim="800000"/>
            <a:headEnd/>
            <a:tailEnd/>
          </a:ln>
          <a:effectLst/>
        </p:spPr>
        <p:txBody>
          <a:bodyPr wrap="none">
            <a:spAutoFit/>
          </a:bodyPr>
          <a:lstStyle/>
          <a:p>
            <a:pPr>
              <a:defRPr/>
            </a:pPr>
            <a:r>
              <a:rPr lang="en-US" sz="1000" dirty="0">
                <a:latin typeface="Times New Roman" pitchFamily="18" charset="0"/>
              </a:rPr>
              <a:t>Automotive Vehicle Dynamics</a:t>
            </a:r>
          </a:p>
          <a:p>
            <a:pPr>
              <a:defRPr/>
            </a:pPr>
            <a:r>
              <a:rPr lang="en-US" sz="1000" dirty="0">
                <a:latin typeface="Times New Roman" pitchFamily="18" charset="0"/>
              </a:rPr>
              <a:t>Copyright </a:t>
            </a:r>
            <a:r>
              <a:rPr lang="en-US" sz="1000" dirty="0">
                <a:latin typeface="Times New Roman" pitchFamily="18" charset="0"/>
                <a:cs typeface="Times New Roman" pitchFamily="18" charset="0"/>
              </a:rPr>
              <a:t>© </a:t>
            </a:r>
            <a:r>
              <a:rPr lang="en-US" sz="1000" dirty="0" smtClean="0">
                <a:latin typeface="Times New Roman" pitchFamily="18" charset="0"/>
                <a:cs typeface="Times New Roman" pitchFamily="18" charset="0"/>
              </a:rPr>
              <a:t>2016, </a:t>
            </a:r>
            <a:r>
              <a:rPr lang="en-US" sz="1000" dirty="0">
                <a:latin typeface="Times New Roman" pitchFamily="18" charset="0"/>
                <a:cs typeface="Times New Roman" pitchFamily="18" charset="0"/>
              </a:rPr>
              <a:t>Sean Brennan</a:t>
            </a:r>
            <a:endParaRPr lang="en-US" sz="1000" dirty="0">
              <a:latin typeface="Times New Roman" pitchFamily="18" charset="0"/>
            </a:endParaRPr>
          </a:p>
        </p:txBody>
      </p:sp>
      <p:sp>
        <p:nvSpPr>
          <p:cNvPr id="8" name="Text Box 113"/>
          <p:cNvSpPr txBox="1">
            <a:spLocks noChangeArrowheads="1"/>
          </p:cNvSpPr>
          <p:nvPr userDrawn="1"/>
        </p:nvSpPr>
        <p:spPr bwMode="auto">
          <a:xfrm>
            <a:off x="8288274" y="6427788"/>
            <a:ext cx="630301" cy="400110"/>
          </a:xfrm>
          <a:prstGeom prst="rect">
            <a:avLst/>
          </a:prstGeom>
          <a:noFill/>
          <a:ln w="9525">
            <a:noFill/>
            <a:miter lim="800000"/>
            <a:headEnd/>
            <a:tailEnd/>
          </a:ln>
          <a:effectLst/>
        </p:spPr>
        <p:txBody>
          <a:bodyPr wrap="none">
            <a:spAutoFit/>
          </a:bodyPr>
          <a:lstStyle/>
          <a:p>
            <a:pPr algn="r">
              <a:defRPr/>
            </a:pPr>
            <a:r>
              <a:rPr lang="en-US" sz="1000" dirty="0">
                <a:latin typeface="Times New Roman" pitchFamily="18" charset="0"/>
              </a:rPr>
              <a:t>ME </a:t>
            </a:r>
            <a:r>
              <a:rPr lang="en-US" sz="1000" dirty="0" smtClean="0">
                <a:latin typeface="Times New Roman" pitchFamily="18" charset="0"/>
              </a:rPr>
              <a:t>452</a:t>
            </a:r>
            <a:endParaRPr lang="en-US" sz="1000" dirty="0">
              <a:latin typeface="Times New Roman" pitchFamily="18" charset="0"/>
            </a:endParaRPr>
          </a:p>
          <a:p>
            <a:pPr algn="r">
              <a:defRPr/>
            </a:pPr>
            <a:r>
              <a:rPr lang="en-US" sz="1000" dirty="0">
                <a:latin typeface="Times New Roman" pitchFamily="18" charset="0"/>
              </a:rPr>
              <a:t>Slide </a:t>
            </a:r>
            <a:fld id="{BE94F9DA-C0F2-4598-B20B-A5609007E8E3}" type="slidenum">
              <a:rPr lang="en-US" sz="1000" smtClean="0">
                <a:latin typeface="Times New Roman" pitchFamily="18" charset="0"/>
              </a:rPr>
              <a:pPr algn="r">
                <a:defRPr/>
              </a:pPr>
              <a:t>‹#›</a:t>
            </a:fld>
            <a:endParaRPr lang="en-US" sz="1000" dirty="0">
              <a:solidFill>
                <a:srgbClr val="FF0000"/>
              </a:solidFill>
              <a:latin typeface="Times New Roman" pitchFamily="18" charset="0"/>
            </a:endParaRPr>
          </a:p>
        </p:txBody>
      </p:sp>
      <p:sp>
        <p:nvSpPr>
          <p:cNvPr id="9" name="Line 114"/>
          <p:cNvSpPr>
            <a:spLocks noChangeShapeType="1"/>
          </p:cNvSpPr>
          <p:nvPr userDrawn="1"/>
        </p:nvSpPr>
        <p:spPr bwMode="auto">
          <a:xfrm>
            <a:off x="685800" y="6410325"/>
            <a:ext cx="8153400" cy="0"/>
          </a:xfrm>
          <a:prstGeom prst="line">
            <a:avLst/>
          </a:prstGeom>
          <a:noFill/>
          <a:ln w="38100">
            <a:solidFill>
              <a:srgbClr val="000000"/>
            </a:solidFill>
            <a:round/>
            <a:headEnd/>
            <a:tailEnd/>
          </a:ln>
          <a:effectLst/>
        </p:spPr>
        <p:txBody>
          <a:bodyPr wrap="none"/>
          <a:lstStyle/>
          <a:p>
            <a:pPr>
              <a:defRPr/>
            </a:pPr>
            <a:endParaRPr lang="en-US">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805"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6" r:id="rId12"/>
    <p:sldLayoutId id="2147483807" r:id="rId13"/>
    <p:sldLayoutId id="2147483804" r:id="rId14"/>
  </p:sldLayoutIdLst>
  <p:txStyles>
    <p:titleStyle>
      <a:lvl1pPr algn="l"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image.dieselpowermag.com/f/11204841/0811dp_08_z+2008_yankee_lake_ohio_truck_pull+green_dodge_ram_stacks.jp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4.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2.xml"/><Relationship Id="rId7" Type="http://schemas.openxmlformats.org/officeDocument/2006/relationships/image" Target="../media/image16.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5.wmf"/><Relationship Id="rId4" Type="http://schemas.openxmlformats.org/officeDocument/2006/relationships/oleObject" Target="../embeddings/oleObject2.bin"/><Relationship Id="rId9" Type="http://schemas.openxmlformats.org/officeDocument/2006/relationships/image" Target="../media/image17.wmf"/></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9.w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5.xml"/><Relationship Id="rId7" Type="http://schemas.openxmlformats.org/officeDocument/2006/relationships/image" Target="../media/image22.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11" Type="http://schemas.openxmlformats.org/officeDocument/2006/relationships/image" Target="../media/image24.wmf"/><Relationship Id="rId5" Type="http://schemas.openxmlformats.org/officeDocument/2006/relationships/image" Target="../media/image21.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23.wmf"/></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7.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2.bin"/><Relationship Id="rId5" Type="http://schemas.openxmlformats.org/officeDocument/2006/relationships/image" Target="../media/image26.wmf"/><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3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39.emf"/></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3.emf"/></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5.emf"/></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image" Target="../media/image47.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avi"/><Relationship Id="rId1" Type="http://schemas.microsoft.com/office/2007/relationships/media" Target="../media/media1.avi"/><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53.png"/><Relationship Id="rId5" Type="http://schemas.openxmlformats.org/officeDocument/2006/relationships/image" Target="../media/image52.wmf"/><Relationship Id="rId4" Type="http://schemas.openxmlformats.org/officeDocument/2006/relationships/oleObject" Target="../embeddings/oleObject13.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0.png"/><Relationship Id="rId7"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1.wmf"/><Relationship Id="rId3" Type="http://schemas.openxmlformats.org/officeDocument/2006/relationships/notesSlide" Target="../notesSlides/notesSlide47.xml"/><Relationship Id="rId7" Type="http://schemas.openxmlformats.org/officeDocument/2006/relationships/image" Target="../media/image20.wmf"/><Relationship Id="rId12"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5.bin"/><Relationship Id="rId11" Type="http://schemas.openxmlformats.org/officeDocument/2006/relationships/image" Target="../media/image24.wmf"/><Relationship Id="rId5" Type="http://schemas.openxmlformats.org/officeDocument/2006/relationships/image" Target="../media/image19.wmf"/><Relationship Id="rId15" Type="http://schemas.openxmlformats.org/officeDocument/2006/relationships/image" Target="../media/image22.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61.wmf"/><Relationship Id="rId14" Type="http://schemas.openxmlformats.org/officeDocument/2006/relationships/oleObject" Target="../embeddings/oleObject19.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64.jpeg"/></Relationships>
</file>

<file path=ppt/slides/_rels/slide5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6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0.png"/></Relationships>
</file>

<file path=ppt/slides/_rels/slide7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7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p:txBody>
          <a:bodyPr/>
          <a:lstStyle/>
          <a:p>
            <a:pPr eaLnBrk="1" hangingPunct="1"/>
            <a:r>
              <a:rPr lang="en-US" smtClean="0"/>
              <a:t>Automotive Vehicle Dynamics</a:t>
            </a:r>
          </a:p>
        </p:txBody>
      </p:sp>
      <p:sp>
        <p:nvSpPr>
          <p:cNvPr id="12291" name="Rectangle 3"/>
          <p:cNvSpPr>
            <a:spLocks noGrp="1" noChangeArrowheads="1"/>
          </p:cNvSpPr>
          <p:nvPr>
            <p:ph type="subTitle" idx="1"/>
          </p:nvPr>
        </p:nvSpPr>
        <p:spPr>
          <a:xfrm>
            <a:off x="1371600" y="3886200"/>
            <a:ext cx="6400800" cy="2273300"/>
          </a:xfrm>
        </p:spPr>
        <p:txBody>
          <a:bodyPr/>
          <a:lstStyle/>
          <a:p>
            <a:pPr eaLnBrk="1" hangingPunct="1">
              <a:lnSpc>
                <a:spcPct val="80000"/>
              </a:lnSpc>
            </a:pPr>
            <a:r>
              <a:rPr lang="en-US" sz="1800" b="1" dirty="0" smtClean="0">
                <a:solidFill>
                  <a:schemeClr val="tx1"/>
                </a:solidFill>
              </a:rPr>
              <a:t>Acceleration 1</a:t>
            </a:r>
            <a:endParaRPr lang="en-US" sz="800" dirty="0" smtClean="0">
              <a:solidFill>
                <a:srgbClr val="898989"/>
              </a:solidFill>
            </a:endParaRPr>
          </a:p>
          <a:p>
            <a:pPr eaLnBrk="1" hangingPunct="1">
              <a:lnSpc>
                <a:spcPct val="80000"/>
              </a:lnSpc>
            </a:pPr>
            <a:endParaRPr lang="en-US" sz="800" dirty="0" smtClean="0">
              <a:solidFill>
                <a:srgbClr val="898989"/>
              </a:solidFill>
            </a:endParaRPr>
          </a:p>
          <a:p>
            <a:pPr eaLnBrk="1" hangingPunct="1">
              <a:lnSpc>
                <a:spcPct val="80000"/>
              </a:lnSpc>
            </a:pPr>
            <a:r>
              <a:rPr lang="en-US" sz="1300" dirty="0" smtClean="0">
                <a:solidFill>
                  <a:srgbClr val="898989"/>
                </a:solidFill>
              </a:rPr>
              <a:t>Sean Brennan</a:t>
            </a:r>
          </a:p>
          <a:p>
            <a:pPr eaLnBrk="1" hangingPunct="1">
              <a:lnSpc>
                <a:spcPct val="80000"/>
              </a:lnSpc>
            </a:pPr>
            <a:r>
              <a:rPr lang="en-US" sz="1100" dirty="0" smtClean="0">
                <a:solidFill>
                  <a:srgbClr val="898989"/>
                </a:solidFill>
              </a:rPr>
              <a:t>Department of Mechanical and Nuclear Engineering</a:t>
            </a:r>
          </a:p>
          <a:p>
            <a:pPr eaLnBrk="1" hangingPunct="1">
              <a:lnSpc>
                <a:spcPct val="80000"/>
              </a:lnSpc>
            </a:pPr>
            <a:r>
              <a:rPr lang="en-US" sz="1100" dirty="0" smtClean="0">
                <a:solidFill>
                  <a:srgbClr val="898989"/>
                </a:solidFill>
              </a:rPr>
              <a:t>Penn State University</a:t>
            </a:r>
          </a:p>
          <a:p>
            <a:pPr eaLnBrk="1" hangingPunct="1">
              <a:lnSpc>
                <a:spcPct val="80000"/>
              </a:lnSpc>
            </a:pPr>
            <a:r>
              <a:rPr lang="en-US" sz="1100" dirty="0" smtClean="0">
                <a:solidFill>
                  <a:srgbClr val="898989"/>
                </a:solidFill>
              </a:rPr>
              <a:t>sbrennan@psu.edu</a:t>
            </a:r>
          </a:p>
        </p:txBody>
      </p:sp>
      <p:pic>
        <p:nvPicPr>
          <p:cNvPr id="12292" name="Picture 10" descr="mickey_01"/>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084513" y="293688"/>
            <a:ext cx="2516187"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5" descr="IMG_2487"/>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79400" y="293688"/>
            <a:ext cx="2135188"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6"/>
          <p:cNvPicPr>
            <a:picLocks noChangeAspect="1" noChangeArrowheads="1"/>
          </p:cNvPicPr>
          <p:nvPr/>
        </p:nvPicPr>
        <p:blipFill>
          <a:blip r:embed="rId5" cstate="print">
            <a:extLst>
              <a:ext uri="{28A0092B-C50C-407E-A947-70E740481C1C}">
                <a14:useLocalDpi xmlns:a14="http://schemas.microsoft.com/office/drawing/2010/main"/>
              </a:ext>
            </a:extLst>
          </a:blip>
          <a:srcRect l="28200" t="29538" r="27995" b="34152"/>
          <a:stretch>
            <a:fillRect/>
          </a:stretch>
        </p:blipFill>
        <p:spPr bwMode="auto">
          <a:xfrm>
            <a:off x="6272213" y="293688"/>
            <a:ext cx="2413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p:cNvSpPr>
          <p:nvPr>
            <p:ph type="ctrTitle"/>
          </p:nvPr>
        </p:nvSpPr>
        <p:spPr>
          <a:xfrm>
            <a:off x="570691" y="457200"/>
            <a:ext cx="7772400" cy="1470025"/>
          </a:xfrm>
        </p:spPr>
        <p:txBody>
          <a:bodyPr/>
          <a:lstStyle/>
          <a:p>
            <a:pPr algn="l"/>
            <a:r>
              <a:rPr lang="en-US" sz="2800" dirty="0" smtClean="0"/>
              <a:t>This is an engine. It’s basically an air pump that happens to use explosions to keep the pump going.</a:t>
            </a:r>
            <a:br>
              <a:rPr lang="en-US" sz="2800" dirty="0" smtClean="0"/>
            </a:br>
            <a:r>
              <a:rPr lang="en-US" sz="2800" dirty="0" smtClean="0"/>
              <a:t>It produces so much extra power beyond that needed to keep running that we can siphon some power off to make a vehicle move.</a:t>
            </a:r>
          </a:p>
        </p:txBody>
      </p:sp>
      <p:pic>
        <p:nvPicPr>
          <p:cNvPr id="13315" name="Picture 7"/>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136937" y="2348496"/>
            <a:ext cx="507047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685800" y="0"/>
            <a:ext cx="7772400" cy="1470025"/>
          </a:xfrm>
        </p:spPr>
        <p:txBody>
          <a:bodyPr/>
          <a:lstStyle/>
          <a:p>
            <a:pPr algn="l"/>
            <a:r>
              <a:rPr lang="en-US" sz="3600" dirty="0" smtClean="0"/>
              <a:t>There are 2 types of engines in common use (with others in development)</a:t>
            </a:r>
          </a:p>
        </p:txBody>
      </p:sp>
      <p:sp>
        <p:nvSpPr>
          <p:cNvPr id="14339" name="Subtitle 2"/>
          <p:cNvSpPr>
            <a:spLocks noGrp="1"/>
          </p:cNvSpPr>
          <p:nvPr>
            <p:ph type="subTitle" idx="1"/>
          </p:nvPr>
        </p:nvSpPr>
        <p:spPr>
          <a:xfrm>
            <a:off x="723901" y="1853406"/>
            <a:ext cx="6932612" cy="5638800"/>
          </a:xfrm>
        </p:spPr>
        <p:txBody>
          <a:bodyPr/>
          <a:lstStyle/>
          <a:p>
            <a:pPr marL="514350" indent="-514350" algn="l">
              <a:buFont typeface="Calibri" pitchFamily="34" charset="0"/>
              <a:buAutoNum type="arabicPeriod"/>
            </a:pPr>
            <a:r>
              <a:rPr lang="en-US" sz="2800" dirty="0" smtClean="0">
                <a:solidFill>
                  <a:schemeClr val="tx1"/>
                </a:solidFill>
              </a:rPr>
              <a:t>Spark Ignition (SI)</a:t>
            </a:r>
          </a:p>
          <a:p>
            <a:pPr marL="514350" indent="-514350" algn="l">
              <a:buFont typeface="Calibri" pitchFamily="34" charset="0"/>
              <a:buAutoNum type="arabicPeriod"/>
            </a:pPr>
            <a:r>
              <a:rPr lang="en-US" sz="2800" dirty="0" smtClean="0">
                <a:solidFill>
                  <a:schemeClr val="tx1"/>
                </a:solidFill>
              </a:rPr>
              <a:t>Compression Ignition (CI)</a:t>
            </a:r>
          </a:p>
          <a:p>
            <a:pPr marL="514350" indent="-514350" algn="l">
              <a:buFont typeface="Calibri" pitchFamily="34" charset="0"/>
              <a:buAutoNum type="arabicPeriod"/>
            </a:pPr>
            <a:endParaRPr lang="en-US" sz="900" dirty="0" smtClean="0">
              <a:solidFill>
                <a:schemeClr val="tx1"/>
              </a:solidFill>
            </a:endParaRPr>
          </a:p>
          <a:p>
            <a:pPr marL="514350" indent="-514350">
              <a:buFont typeface="Calibri" pitchFamily="34" charset="0"/>
              <a:buNone/>
            </a:pPr>
            <a:r>
              <a:rPr lang="en-US" sz="2800" dirty="0" smtClean="0">
                <a:solidFill>
                  <a:schemeClr val="tx1"/>
                </a:solidFill>
              </a:rPr>
              <a:t>Both use the 4-Stroke Engine Cycle</a:t>
            </a:r>
          </a:p>
          <a:p>
            <a:pPr marL="514350" indent="-514350"/>
            <a:r>
              <a:rPr lang="en-US" sz="2000" dirty="0" smtClean="0">
                <a:solidFill>
                  <a:schemeClr val="tx1"/>
                </a:solidFill>
              </a:rPr>
              <a:t>Intake </a:t>
            </a:r>
            <a:r>
              <a:rPr lang="en-US" sz="2000" dirty="0" smtClean="0">
                <a:solidFill>
                  <a:schemeClr val="tx1"/>
                </a:solidFill>
                <a:sym typeface="Wingdings" pitchFamily="2" charset="2"/>
              </a:rPr>
              <a:t> Compression  Expansion  Exhaust</a:t>
            </a:r>
            <a:r>
              <a:rPr lang="en-US" sz="2000" dirty="0" smtClean="0">
                <a:solidFill>
                  <a:schemeClr val="tx1"/>
                </a:solidFill>
              </a:rPr>
              <a:t> </a:t>
            </a:r>
          </a:p>
          <a:p>
            <a:pPr marL="514350" indent="-514350"/>
            <a:endParaRPr lang="en-US" sz="2800" dirty="0" smtClean="0">
              <a:solidFill>
                <a:schemeClr val="tx1"/>
              </a:solidFill>
            </a:endParaRPr>
          </a:p>
          <a:p>
            <a:pPr marL="971550" lvl="1" indent="-514350" algn="l"/>
            <a:r>
              <a:rPr lang="en-US" sz="2400" dirty="0" smtClean="0">
                <a:solidFill>
                  <a:schemeClr val="tx1"/>
                </a:solidFill>
              </a:rPr>
              <a:t>	</a:t>
            </a:r>
          </a:p>
          <a:p>
            <a:pPr marL="514350" indent="-514350"/>
            <a:endParaRPr lang="en-US" sz="2000" dirty="0" smtClean="0">
              <a:solidFill>
                <a:schemeClr val="tx1"/>
              </a:solidFill>
            </a:endParaRPr>
          </a:p>
          <a:p>
            <a:pPr marL="514350" indent="-514350" algn="r"/>
            <a:r>
              <a:rPr lang="en-US" sz="1100" dirty="0" smtClean="0">
                <a:solidFill>
                  <a:schemeClr val="tx1"/>
                </a:solidFill>
              </a:rPr>
              <a:t>[1]</a:t>
            </a:r>
          </a:p>
          <a:p>
            <a:pPr marL="514350" indent="-514350" algn="l"/>
            <a:r>
              <a:rPr lang="en-US" sz="2800" dirty="0" smtClean="0">
                <a:solidFill>
                  <a:schemeClr val="tx1"/>
                </a:solidFill>
              </a:rPr>
              <a:t>	</a:t>
            </a:r>
          </a:p>
        </p:txBody>
      </p:sp>
      <p:sp>
        <p:nvSpPr>
          <p:cNvPr id="4" name="Title 1"/>
          <p:cNvSpPr txBox="1">
            <a:spLocks/>
          </p:cNvSpPr>
          <p:nvPr/>
        </p:nvSpPr>
        <p:spPr>
          <a:xfrm>
            <a:off x="685800" y="2971800"/>
            <a:ext cx="7772400" cy="1470025"/>
          </a:xfrm>
          <a:prstGeom prst="rect">
            <a:avLst/>
          </a:prstGeom>
        </p:spPr>
        <p:txBody>
          <a:bodyPr anchor="ctr">
            <a:normAutofit/>
          </a:bodyPr>
          <a:lstStyle/>
          <a:p>
            <a:pPr fontAlgn="auto">
              <a:spcAft>
                <a:spcPts val="0"/>
              </a:spcAft>
              <a:defRPr/>
            </a:pPr>
            <a:endParaRPr lang="en-US" sz="4400" dirty="0">
              <a:latin typeface="+mj-lt"/>
              <a:ea typeface="+mj-ea"/>
              <a:cs typeface="+mj-cs"/>
            </a:endParaRPr>
          </a:p>
        </p:txBody>
      </p:sp>
      <p:sp>
        <p:nvSpPr>
          <p:cNvPr id="14341" name="TextBox 4"/>
          <p:cNvSpPr txBox="1">
            <a:spLocks noChangeArrowheads="1"/>
          </p:cNvSpPr>
          <p:nvPr/>
        </p:nvSpPr>
        <p:spPr bwMode="auto">
          <a:xfrm>
            <a:off x="1179513" y="5511800"/>
            <a:ext cx="6477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algn="ctr" eaLnBrk="1" hangingPunct="1"/>
            <a:endParaRPr lang="en-US" sz="2000" b="1">
              <a:latin typeface="Times New Roman" pitchFamily="18" charset="0"/>
            </a:endParaRPr>
          </a:p>
          <a:p>
            <a:pPr algn="ctr" eaLnBrk="1" hangingPunct="1"/>
            <a:r>
              <a:rPr lang="en-US" sz="2000" b="1">
                <a:latin typeface="Times New Roman" pitchFamily="18" charset="0"/>
              </a:rPr>
              <a:t>Can anyone think of any other types of engines?</a:t>
            </a:r>
          </a:p>
          <a:p>
            <a:pPr eaLnBrk="1" hangingPunct="1"/>
            <a:endParaRPr lang="en-US" sz="2000" b="1">
              <a:latin typeface="Times New Roman" pitchFamily="18" charset="0"/>
            </a:endParaRPr>
          </a:p>
        </p:txBody>
      </p:sp>
      <p:pic>
        <p:nvPicPr>
          <p:cNvPr id="14342" name="Picture 8" descr="Four-Stroke Engine Cycle"/>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844800" y="3924300"/>
            <a:ext cx="3238500"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algn="l"/>
            <a:r>
              <a:rPr lang="en-US" dirty="0" smtClean="0"/>
              <a:t>Spark ignition engines are the most common now in the US fleet…</a:t>
            </a:r>
          </a:p>
        </p:txBody>
      </p:sp>
      <p:sp>
        <p:nvSpPr>
          <p:cNvPr id="15363" name="Content Placeholder 2"/>
          <p:cNvSpPr>
            <a:spLocks noGrp="1"/>
          </p:cNvSpPr>
          <p:nvPr>
            <p:ph idx="1"/>
          </p:nvPr>
        </p:nvSpPr>
        <p:spPr/>
        <p:txBody>
          <a:bodyPr/>
          <a:lstStyle/>
          <a:p>
            <a:pPr>
              <a:lnSpc>
                <a:spcPct val="90000"/>
              </a:lnSpc>
            </a:pPr>
            <a:r>
              <a:rPr lang="en-US" sz="2600" dirty="0" smtClean="0"/>
              <a:t>Patented in 1876 by Nicolaus August Otto </a:t>
            </a:r>
          </a:p>
          <a:p>
            <a:pPr>
              <a:lnSpc>
                <a:spcPct val="90000"/>
              </a:lnSpc>
            </a:pPr>
            <a:r>
              <a:rPr lang="en-US" sz="2600" dirty="0" smtClean="0"/>
              <a:t>Fuel: Typically Gasoline (Ethanol ~10-15%)</a:t>
            </a:r>
          </a:p>
          <a:p>
            <a:pPr>
              <a:lnSpc>
                <a:spcPct val="90000"/>
              </a:lnSpc>
            </a:pPr>
            <a:r>
              <a:rPr lang="en-US" sz="2600" dirty="0" smtClean="0"/>
              <a:t>Ignition Type: Spark gap</a:t>
            </a:r>
          </a:p>
          <a:p>
            <a:pPr lvl="1">
              <a:lnSpc>
                <a:spcPct val="90000"/>
              </a:lnSpc>
            </a:pPr>
            <a:r>
              <a:rPr lang="en-US" sz="2600" dirty="0" smtClean="0"/>
              <a:t>Fired just before piston </a:t>
            </a:r>
          </a:p>
          <a:p>
            <a:pPr lvl="1">
              <a:lnSpc>
                <a:spcPct val="90000"/>
              </a:lnSpc>
              <a:buFont typeface="Arial" pitchFamily="34" charset="0"/>
              <a:buNone/>
            </a:pPr>
            <a:r>
              <a:rPr lang="en-US" sz="2600" dirty="0" smtClean="0"/>
              <a:t>   reaches “Top Dead Center”</a:t>
            </a:r>
          </a:p>
          <a:p>
            <a:pPr>
              <a:lnSpc>
                <a:spcPct val="90000"/>
              </a:lnSpc>
            </a:pPr>
            <a:r>
              <a:rPr lang="en-US" sz="2600" dirty="0" smtClean="0"/>
              <a:t>Compression Ratio is </a:t>
            </a:r>
            <a:br>
              <a:rPr lang="en-US" sz="2600" dirty="0" smtClean="0"/>
            </a:br>
            <a:r>
              <a:rPr lang="en-US" sz="2600" dirty="0" smtClean="0"/>
              <a:t>around 11 to 13</a:t>
            </a:r>
          </a:p>
          <a:p>
            <a:pPr>
              <a:lnSpc>
                <a:spcPct val="90000"/>
              </a:lnSpc>
            </a:pPr>
            <a:r>
              <a:rPr lang="en-US" sz="2600" dirty="0" smtClean="0"/>
              <a:t>Throttle control amount of </a:t>
            </a:r>
            <a:br>
              <a:rPr lang="en-US" sz="2600" dirty="0" smtClean="0"/>
            </a:br>
            <a:r>
              <a:rPr lang="en-US" sz="2600" dirty="0" smtClean="0"/>
              <a:t>Fuel-Air Mixture allowed to enter</a:t>
            </a:r>
          </a:p>
          <a:p>
            <a:pPr>
              <a:lnSpc>
                <a:spcPct val="90000"/>
              </a:lnSpc>
            </a:pPr>
            <a:r>
              <a:rPr lang="en-US" sz="2600" dirty="0" smtClean="0"/>
              <a:t>Flat power curve enables applications with changing speeds</a:t>
            </a:r>
          </a:p>
        </p:txBody>
      </p:sp>
      <p:pic>
        <p:nvPicPr>
          <p:cNvPr id="15364" name="Picture 5" descr="IMG_2487"/>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582267" y="2604293"/>
            <a:ext cx="3357562"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algn="l"/>
            <a:r>
              <a:rPr lang="en-US" sz="3600" dirty="0" smtClean="0"/>
              <a:t>In contrast, compression ignition are popular in Europe and on large trucks…</a:t>
            </a:r>
          </a:p>
        </p:txBody>
      </p:sp>
      <p:sp>
        <p:nvSpPr>
          <p:cNvPr id="16387" name="Content Placeholder 2"/>
          <p:cNvSpPr>
            <a:spLocks noGrp="1"/>
          </p:cNvSpPr>
          <p:nvPr>
            <p:ph idx="1"/>
          </p:nvPr>
        </p:nvSpPr>
        <p:spPr/>
        <p:txBody>
          <a:bodyPr/>
          <a:lstStyle/>
          <a:p>
            <a:pPr>
              <a:lnSpc>
                <a:spcPct val="90000"/>
              </a:lnSpc>
            </a:pPr>
            <a:r>
              <a:rPr lang="en-US" sz="2600" dirty="0" smtClean="0"/>
              <a:t>Patented in 1894 by Rudolf Diesel </a:t>
            </a:r>
          </a:p>
          <a:p>
            <a:pPr>
              <a:lnSpc>
                <a:spcPct val="90000"/>
              </a:lnSpc>
            </a:pPr>
            <a:r>
              <a:rPr lang="en-US" sz="2600" dirty="0" smtClean="0"/>
              <a:t>Fuel: Diesel</a:t>
            </a:r>
          </a:p>
          <a:p>
            <a:pPr>
              <a:lnSpc>
                <a:spcPct val="90000"/>
              </a:lnSpc>
            </a:pPr>
            <a:r>
              <a:rPr lang="en-US" sz="2600" dirty="0" smtClean="0"/>
              <a:t>Ignition Type: </a:t>
            </a:r>
            <a:r>
              <a:rPr lang="en-US" sz="2600" b="1" dirty="0" smtClean="0">
                <a:solidFill>
                  <a:srgbClr val="FF0000"/>
                </a:solidFill>
              </a:rPr>
              <a:t>Auto-ignition</a:t>
            </a:r>
          </a:p>
          <a:p>
            <a:pPr lvl="1">
              <a:lnSpc>
                <a:spcPct val="90000"/>
              </a:lnSpc>
            </a:pPr>
            <a:r>
              <a:rPr lang="en-US" sz="2600" dirty="0" smtClean="0"/>
              <a:t>No spark plugs </a:t>
            </a:r>
          </a:p>
          <a:p>
            <a:pPr lvl="1">
              <a:lnSpc>
                <a:spcPct val="90000"/>
              </a:lnSpc>
            </a:pPr>
            <a:r>
              <a:rPr lang="en-US" sz="2600" dirty="0" smtClean="0"/>
              <a:t>High Temperature &amp; Pressure</a:t>
            </a:r>
          </a:p>
          <a:p>
            <a:pPr lvl="1">
              <a:lnSpc>
                <a:spcPct val="90000"/>
              </a:lnSpc>
            </a:pPr>
            <a:r>
              <a:rPr lang="en-US" sz="2600" dirty="0" smtClean="0"/>
              <a:t>Direct-fuel Injection</a:t>
            </a:r>
          </a:p>
          <a:p>
            <a:pPr>
              <a:lnSpc>
                <a:spcPct val="90000"/>
              </a:lnSpc>
            </a:pPr>
            <a:r>
              <a:rPr lang="en-US" sz="2600" b="1" dirty="0" smtClean="0">
                <a:solidFill>
                  <a:srgbClr val="FF0000"/>
                </a:solidFill>
              </a:rPr>
              <a:t>High Compression Ratio </a:t>
            </a:r>
          </a:p>
          <a:p>
            <a:pPr>
              <a:lnSpc>
                <a:spcPct val="90000"/>
              </a:lnSpc>
              <a:buFont typeface="Arial" pitchFamily="34" charset="0"/>
              <a:buNone/>
            </a:pPr>
            <a:r>
              <a:rPr lang="en-US" sz="2600" dirty="0" smtClean="0">
                <a:sym typeface="Wingdings" pitchFamily="2" charset="2"/>
              </a:rPr>
              <a:t>          </a:t>
            </a:r>
            <a:r>
              <a:rPr lang="en-US" sz="2600" dirty="0" smtClean="0"/>
              <a:t>CR &gt;= 15</a:t>
            </a:r>
          </a:p>
          <a:p>
            <a:pPr>
              <a:lnSpc>
                <a:spcPct val="90000"/>
              </a:lnSpc>
            </a:pPr>
            <a:r>
              <a:rPr lang="en-US" sz="2600" dirty="0" smtClean="0"/>
              <a:t>Throttle: affects fuel (only) injected into cylinder</a:t>
            </a:r>
          </a:p>
          <a:p>
            <a:pPr>
              <a:lnSpc>
                <a:spcPct val="90000"/>
              </a:lnSpc>
            </a:pPr>
            <a:r>
              <a:rPr lang="en-US" sz="2600" dirty="0" smtClean="0"/>
              <a:t>Good for low speed variation applications</a:t>
            </a:r>
          </a:p>
          <a:p>
            <a:pPr>
              <a:lnSpc>
                <a:spcPct val="90000"/>
              </a:lnSpc>
            </a:pPr>
            <a:endParaRPr lang="en-US" sz="2600" dirty="0" smtClean="0"/>
          </a:p>
          <a:p>
            <a:pPr>
              <a:lnSpc>
                <a:spcPct val="90000"/>
              </a:lnSpc>
            </a:pPr>
            <a:endParaRPr lang="en-US" sz="2600" dirty="0" smtClean="0"/>
          </a:p>
          <a:p>
            <a:pPr>
              <a:lnSpc>
                <a:spcPct val="90000"/>
              </a:lnSpc>
            </a:pPr>
            <a:endParaRPr lang="en-US" sz="2600" dirty="0" smtClean="0"/>
          </a:p>
        </p:txBody>
      </p:sp>
      <p:pic>
        <p:nvPicPr>
          <p:cNvPr id="16388" name="Picture 6" descr="2008 Yankee Lake Ohio Truck Pull Green Dodge Ram Stacks ">
            <a:hlinkClick r:id="rId3"/>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481638" y="2495550"/>
            <a:ext cx="3335337"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7"/>
          <p:cNvSpPr txBox="1">
            <a:spLocks noChangeArrowheads="1"/>
          </p:cNvSpPr>
          <p:nvPr/>
        </p:nvSpPr>
        <p:spPr bwMode="auto">
          <a:xfrm>
            <a:off x="8370888" y="5051425"/>
            <a:ext cx="4873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spcBef>
                <a:spcPct val="50000"/>
              </a:spcBef>
            </a:pPr>
            <a:r>
              <a:rPr lang="en-US" sz="1200" b="1">
                <a:latin typeface="Times New Roman" pitchFamily="18" charset="0"/>
              </a:rPr>
              <a:t>[2]</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265113"/>
            <a:ext cx="8229600" cy="1143000"/>
          </a:xfrm>
        </p:spPr>
        <p:txBody>
          <a:bodyPr/>
          <a:lstStyle/>
          <a:p>
            <a:pPr algn="l"/>
            <a:r>
              <a:rPr lang="en-US" dirty="0" smtClean="0"/>
              <a:t>Engine efficiencies favor CI over SI</a:t>
            </a:r>
          </a:p>
        </p:txBody>
      </p:sp>
      <p:sp>
        <p:nvSpPr>
          <p:cNvPr id="17411" name="Content Placeholder 2"/>
          <p:cNvSpPr>
            <a:spLocks noGrp="1"/>
          </p:cNvSpPr>
          <p:nvPr>
            <p:ph idx="1"/>
          </p:nvPr>
        </p:nvSpPr>
        <p:spPr/>
        <p:txBody>
          <a:bodyPr/>
          <a:lstStyle/>
          <a:p>
            <a:pPr>
              <a:lnSpc>
                <a:spcPct val="80000"/>
              </a:lnSpc>
            </a:pPr>
            <a:r>
              <a:rPr lang="en-US" sz="3000" dirty="0" smtClean="0"/>
              <a:t>Ideally: The Otto Cycle (SI) is more thermodynamically efficient for same CR</a:t>
            </a:r>
          </a:p>
          <a:p>
            <a:pPr>
              <a:lnSpc>
                <a:spcPct val="80000"/>
              </a:lnSpc>
            </a:pPr>
            <a:r>
              <a:rPr lang="en-US" sz="3000" dirty="0" smtClean="0"/>
              <a:t>Practically: The Diesel Cycle (CI) is more efficient due to higher compression ratios (CR) and popular turbocharger applications</a:t>
            </a:r>
          </a:p>
          <a:p>
            <a:pPr>
              <a:lnSpc>
                <a:spcPct val="80000"/>
              </a:lnSpc>
            </a:pPr>
            <a:endParaRPr lang="en-US" sz="3000" dirty="0" smtClean="0"/>
          </a:p>
          <a:p>
            <a:pPr>
              <a:lnSpc>
                <a:spcPct val="80000"/>
              </a:lnSpc>
              <a:buFont typeface="Arial" pitchFamily="34" charset="0"/>
              <a:buNone/>
            </a:pPr>
            <a:r>
              <a:rPr lang="en-US" sz="3000" dirty="0" smtClean="0"/>
              <a:t>Real World Efficiencies:</a:t>
            </a:r>
          </a:p>
          <a:p>
            <a:pPr lvl="1">
              <a:lnSpc>
                <a:spcPct val="80000"/>
              </a:lnSpc>
            </a:pPr>
            <a:r>
              <a:rPr lang="en-US" sz="2600" dirty="0" smtClean="0"/>
              <a:t>Spark Ignition: ~30%</a:t>
            </a:r>
          </a:p>
          <a:p>
            <a:pPr lvl="1">
              <a:lnSpc>
                <a:spcPct val="80000"/>
              </a:lnSpc>
            </a:pPr>
            <a:r>
              <a:rPr lang="en-US" sz="2600" dirty="0" smtClean="0"/>
              <a:t>Compression Ignition: ~40%</a:t>
            </a:r>
          </a:p>
          <a:p>
            <a:pPr lvl="1">
              <a:lnSpc>
                <a:spcPct val="80000"/>
              </a:lnSpc>
            </a:pPr>
            <a:r>
              <a:rPr lang="en-US" sz="2600" dirty="0" smtClean="0"/>
              <a:t>Direct-injected SI: ~35%</a:t>
            </a:r>
          </a:p>
          <a:p>
            <a:pPr lvl="1" algn="r">
              <a:lnSpc>
                <a:spcPct val="80000"/>
              </a:lnSpc>
              <a:buFont typeface="Arial" pitchFamily="34" charset="0"/>
              <a:buNone/>
            </a:pPr>
            <a:endParaRPr lang="en-US" sz="1200" dirty="0" smtClean="0"/>
          </a:p>
          <a:p>
            <a:pPr lvl="1" algn="r">
              <a:lnSpc>
                <a:spcPct val="80000"/>
              </a:lnSpc>
              <a:buFont typeface="Arial" pitchFamily="34" charset="0"/>
              <a:buNone/>
            </a:pPr>
            <a:r>
              <a:rPr lang="en-US" sz="1200" dirty="0" smtClean="0"/>
              <a:t>[4]</a:t>
            </a:r>
          </a:p>
        </p:txBody>
      </p:sp>
      <p:pic>
        <p:nvPicPr>
          <p:cNvPr id="17412" name="Picture 7"/>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345112" y="3787905"/>
            <a:ext cx="3006725"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 Box 8"/>
          <p:cNvSpPr txBox="1">
            <a:spLocks noChangeArrowheads="1"/>
          </p:cNvSpPr>
          <p:nvPr/>
        </p:nvSpPr>
        <p:spPr bwMode="auto">
          <a:xfrm>
            <a:off x="4602163" y="5618163"/>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spcBef>
                <a:spcPct val="50000"/>
              </a:spcBef>
            </a:pPr>
            <a:r>
              <a:rPr lang="en-US" sz="1200">
                <a:latin typeface="Times New Roman" pitchFamily="18" charset="0"/>
              </a:rPr>
              <a:t>[3]</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hrysler 027.jpg"/>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10200" y="1600200"/>
            <a:ext cx="3352800" cy="2514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18322" y="342901"/>
            <a:ext cx="8229600" cy="1143000"/>
          </a:xfrm>
        </p:spPr>
        <p:txBody>
          <a:bodyPr>
            <a:noAutofit/>
          </a:bodyPr>
          <a:lstStyle/>
          <a:p>
            <a:pPr algn="l"/>
            <a:r>
              <a:rPr lang="en-US" sz="3600" dirty="0" smtClean="0"/>
              <a:t>There are other engine types. For example, turbine engines have been implemented for use in cars before…</a:t>
            </a:r>
            <a:endParaRPr lang="en-US" sz="3600" dirty="0"/>
          </a:p>
        </p:txBody>
      </p:sp>
      <p:sp>
        <p:nvSpPr>
          <p:cNvPr id="5" name="Content Placeholder 2"/>
          <p:cNvSpPr>
            <a:spLocks noGrp="1"/>
          </p:cNvSpPr>
          <p:nvPr>
            <p:ph idx="1"/>
          </p:nvPr>
        </p:nvSpPr>
        <p:spPr>
          <a:xfrm>
            <a:off x="457200" y="1600200"/>
            <a:ext cx="4724400" cy="4795192"/>
          </a:xfrm>
        </p:spPr>
        <p:txBody>
          <a:bodyPr/>
          <a:lstStyle/>
          <a:p>
            <a:pPr marL="0" indent="0">
              <a:lnSpc>
                <a:spcPct val="90000"/>
              </a:lnSpc>
              <a:buNone/>
            </a:pPr>
            <a:endParaRPr lang="en-US" sz="2600" dirty="0"/>
          </a:p>
          <a:p>
            <a:pPr>
              <a:lnSpc>
                <a:spcPct val="90000"/>
              </a:lnSpc>
            </a:pPr>
            <a:r>
              <a:rPr lang="en-US" sz="2600" dirty="0" smtClean="0"/>
              <a:t>Sam B. Williams made turbine engines possible for cars</a:t>
            </a:r>
          </a:p>
          <a:p>
            <a:pPr>
              <a:lnSpc>
                <a:spcPct val="90000"/>
              </a:lnSpc>
            </a:pPr>
            <a:r>
              <a:rPr lang="en-US" sz="2600" dirty="0" smtClean="0"/>
              <a:t>Fuel: multiple types</a:t>
            </a:r>
          </a:p>
          <a:p>
            <a:pPr>
              <a:lnSpc>
                <a:spcPct val="90000"/>
              </a:lnSpc>
            </a:pPr>
            <a:r>
              <a:rPr lang="en-US" sz="2600" dirty="0"/>
              <a:t>High power to weight ratio</a:t>
            </a:r>
          </a:p>
          <a:p>
            <a:pPr>
              <a:lnSpc>
                <a:spcPct val="90000"/>
              </a:lnSpc>
            </a:pPr>
            <a:r>
              <a:rPr lang="en-US" sz="2600" dirty="0" smtClean="0"/>
              <a:t>Turbine cars are not on the market today because they are more </a:t>
            </a:r>
            <a:r>
              <a:rPr lang="en-US" sz="2600" dirty="0"/>
              <a:t>expensive, very noisy,  </a:t>
            </a:r>
            <a:r>
              <a:rPr lang="en-US" sz="2600" dirty="0" smtClean="0"/>
              <a:t>and have bad </a:t>
            </a:r>
            <a:r>
              <a:rPr lang="en-US" sz="2600" dirty="0"/>
              <a:t>fuel </a:t>
            </a:r>
            <a:r>
              <a:rPr lang="en-US" sz="2600" dirty="0" smtClean="0"/>
              <a:t>economy</a:t>
            </a:r>
          </a:p>
          <a:p>
            <a:pPr>
              <a:lnSpc>
                <a:spcPct val="90000"/>
              </a:lnSpc>
            </a:pPr>
            <a:r>
              <a:rPr lang="en-US" sz="2600" dirty="0" smtClean="0"/>
              <a:t>Does not work well in cities with stop and go traffic conditions</a:t>
            </a:r>
          </a:p>
          <a:p>
            <a:pPr marL="0" indent="0">
              <a:lnSpc>
                <a:spcPct val="90000"/>
              </a:lnSpc>
              <a:buNone/>
            </a:pPr>
            <a:endParaRPr lang="en-US" sz="2600" dirty="0" smtClean="0"/>
          </a:p>
          <a:p>
            <a:pPr>
              <a:lnSpc>
                <a:spcPct val="90000"/>
              </a:lnSpc>
            </a:pPr>
            <a:endParaRPr lang="en-US" sz="2600" dirty="0" smtClean="0"/>
          </a:p>
          <a:p>
            <a:pPr>
              <a:lnSpc>
                <a:spcPct val="90000"/>
              </a:lnSpc>
            </a:pPr>
            <a:endParaRPr lang="en-US" sz="2600" dirty="0" smtClean="0"/>
          </a:p>
          <a:p>
            <a:pPr>
              <a:lnSpc>
                <a:spcPct val="90000"/>
              </a:lnSpc>
            </a:pPr>
            <a:endParaRPr lang="en-US" sz="2600" dirty="0" smtClean="0"/>
          </a:p>
        </p:txBody>
      </p:sp>
      <p:pic>
        <p:nvPicPr>
          <p:cNvPr id="1026" name="Picture 2" descr="http://static.ddmcdn.com/gif/blogs/gas-turbine-cars-.jpg"/>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5410201" y="4343400"/>
            <a:ext cx="33528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425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152400"/>
            <a:ext cx="8229600" cy="1143000"/>
          </a:xfrm>
        </p:spPr>
        <p:txBody>
          <a:bodyPr>
            <a:normAutofit fontScale="90000"/>
          </a:bodyPr>
          <a:lstStyle/>
          <a:p>
            <a:pPr algn="l"/>
            <a:r>
              <a:rPr lang="en-US" sz="3600" dirty="0" smtClean="0"/>
              <a:t>Rotary engines are also in use today, but are not as common…</a:t>
            </a:r>
          </a:p>
        </p:txBody>
      </p:sp>
      <p:sp>
        <p:nvSpPr>
          <p:cNvPr id="16387" name="Content Placeholder 2"/>
          <p:cNvSpPr>
            <a:spLocks noGrp="1"/>
          </p:cNvSpPr>
          <p:nvPr>
            <p:ph idx="1"/>
          </p:nvPr>
        </p:nvSpPr>
        <p:spPr>
          <a:xfrm>
            <a:off x="409272" y="1287517"/>
            <a:ext cx="3657600" cy="5029200"/>
          </a:xfrm>
        </p:spPr>
        <p:txBody>
          <a:bodyPr>
            <a:normAutofit/>
          </a:bodyPr>
          <a:lstStyle/>
          <a:p>
            <a:pPr>
              <a:lnSpc>
                <a:spcPct val="90000"/>
              </a:lnSpc>
            </a:pPr>
            <a:r>
              <a:rPr lang="en-US" sz="2600" dirty="0" smtClean="0"/>
              <a:t>Also known as a </a:t>
            </a:r>
            <a:r>
              <a:rPr lang="en-US" sz="2600" dirty="0" err="1" smtClean="0"/>
              <a:t>Wankel</a:t>
            </a:r>
            <a:r>
              <a:rPr lang="en-US" sz="2600" dirty="0" smtClean="0"/>
              <a:t> engine</a:t>
            </a:r>
          </a:p>
          <a:p>
            <a:pPr>
              <a:lnSpc>
                <a:spcPct val="90000"/>
              </a:lnSpc>
            </a:pPr>
            <a:r>
              <a:rPr lang="en-US" sz="2600" dirty="0" smtClean="0"/>
              <a:t>Most commonly found in Mazda’s</a:t>
            </a:r>
          </a:p>
          <a:p>
            <a:pPr>
              <a:lnSpc>
                <a:spcPct val="90000"/>
              </a:lnSpc>
            </a:pPr>
            <a:r>
              <a:rPr lang="en-US" sz="2600" dirty="0" smtClean="0"/>
              <a:t>Fuel: </a:t>
            </a:r>
            <a:r>
              <a:rPr lang="en-US" sz="2600" dirty="0"/>
              <a:t>G</a:t>
            </a:r>
            <a:r>
              <a:rPr lang="en-US" sz="2600" dirty="0" smtClean="0"/>
              <a:t>asoline</a:t>
            </a:r>
          </a:p>
          <a:p>
            <a:pPr>
              <a:lnSpc>
                <a:spcPct val="90000"/>
              </a:lnSpc>
            </a:pPr>
            <a:r>
              <a:rPr lang="en-US" sz="2600" dirty="0" smtClean="0"/>
              <a:t>Compression Ratio:9-10</a:t>
            </a:r>
          </a:p>
          <a:p>
            <a:pPr>
              <a:lnSpc>
                <a:spcPct val="90000"/>
              </a:lnSpc>
            </a:pPr>
            <a:r>
              <a:rPr lang="en-US" sz="2600" dirty="0" smtClean="0"/>
              <a:t>Smoother ride, higher power to weight ratio, less moving parts</a:t>
            </a:r>
          </a:p>
          <a:p>
            <a:pPr>
              <a:lnSpc>
                <a:spcPct val="90000"/>
              </a:lnSpc>
            </a:pPr>
            <a:r>
              <a:rPr lang="en-US" sz="2600" dirty="0" smtClean="0"/>
              <a:t>Problems with sealing, high emissions</a:t>
            </a:r>
          </a:p>
          <a:p>
            <a:pPr>
              <a:lnSpc>
                <a:spcPct val="90000"/>
              </a:lnSpc>
            </a:pPr>
            <a:endParaRPr lang="en-US" sz="2600" dirty="0" smtClean="0"/>
          </a:p>
          <a:p>
            <a:pPr>
              <a:lnSpc>
                <a:spcPct val="90000"/>
              </a:lnSpc>
            </a:pPr>
            <a:endParaRPr lang="en-US" sz="2600" dirty="0" smtClean="0"/>
          </a:p>
          <a:p>
            <a:pPr>
              <a:lnSpc>
                <a:spcPct val="90000"/>
              </a:lnSpc>
            </a:pPr>
            <a:endParaRPr lang="en-US" sz="2600" dirty="0" smtClean="0"/>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066872" y="4619297"/>
            <a:ext cx="5071873"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8" name="Picture 10" descr="https://encrypted-tbn1.gstatic.com/images?q=tbn:ANd9GcScZiehD3F1k-27gvPKLmP3c1kgE-XK48xD7IKilwbL0C-rCDO0"/>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338573" y="1295400"/>
            <a:ext cx="2819400" cy="2831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5044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smtClean="0"/>
              <a:t>Acceleration performance is usually what people want…</a:t>
            </a:r>
          </a:p>
        </p:txBody>
      </p:sp>
      <p:sp>
        <p:nvSpPr>
          <p:cNvPr id="18435" name="Rectangle 3"/>
          <p:cNvSpPr>
            <a:spLocks noGrp="1" noChangeArrowheads="1"/>
          </p:cNvSpPr>
          <p:nvPr>
            <p:ph idx="1"/>
          </p:nvPr>
        </p:nvSpPr>
        <p:spPr>
          <a:xfrm>
            <a:off x="457200" y="1600200"/>
            <a:ext cx="4219575" cy="4525963"/>
          </a:xfrm>
        </p:spPr>
        <p:txBody>
          <a:bodyPr/>
          <a:lstStyle/>
          <a:p>
            <a:r>
              <a:rPr lang="en-US" sz="2800" smtClean="0"/>
              <a:t>The acceleration of the vehicle is governed by the performance of the engine.</a:t>
            </a:r>
          </a:p>
          <a:p>
            <a:r>
              <a:rPr lang="en-US" sz="2800" smtClean="0"/>
              <a:t>The engine can be characterized by torque and power curves which vary as a function of engine speed.</a:t>
            </a:r>
          </a:p>
        </p:txBody>
      </p:sp>
      <p:pic>
        <p:nvPicPr>
          <p:cNvPr id="18436" name="Picture 10" descr="mickey_01"/>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924425" y="1589088"/>
            <a:ext cx="3203575" cy="203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17" descr="Engine Power and Torque Curves"/>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660900" y="3770313"/>
            <a:ext cx="3683000" cy="263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TextBox 17"/>
          <p:cNvSpPr txBox="1">
            <a:spLocks noChangeArrowheads="1"/>
          </p:cNvSpPr>
          <p:nvPr/>
        </p:nvSpPr>
        <p:spPr bwMode="auto">
          <a:xfrm>
            <a:off x="419100" y="5651500"/>
            <a:ext cx="41386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000"/>
              <a:t>Electrical Energy Supply Overview. "Piston Engine Power Plants." </a:t>
            </a:r>
            <a:r>
              <a:rPr lang="en-US" sz="1000" i="1"/>
              <a:t>Electropaedia, Energy Sources and Energy Storage, Battery and Energy Encyclopaedia and History of Technology</a:t>
            </a:r>
            <a:r>
              <a:rPr lang="en-US" sz="1000"/>
              <a:t>. Web. 25 Apr. 2010. &lt;http://www.mpoweruk.com/piston_engines.htm&gt;.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a:xfrm>
            <a:off x="457200" y="321291"/>
            <a:ext cx="8229600" cy="1143000"/>
          </a:xfrm>
        </p:spPr>
        <p:txBody>
          <a:bodyPr/>
          <a:lstStyle/>
          <a:p>
            <a:pPr algn="l"/>
            <a:r>
              <a:rPr lang="en-US" sz="3600" dirty="0" smtClean="0"/>
              <a:t>To determine acceleration, have to recognize that torque/speed are interrelated</a:t>
            </a:r>
          </a:p>
        </p:txBody>
      </p:sp>
      <p:sp>
        <p:nvSpPr>
          <p:cNvPr id="1028" name="Rectangle 3"/>
          <p:cNvSpPr>
            <a:spLocks noGrp="1" noChangeArrowheads="1"/>
          </p:cNvSpPr>
          <p:nvPr>
            <p:ph idx="4294967295"/>
          </p:nvPr>
        </p:nvSpPr>
        <p:spPr>
          <a:xfrm>
            <a:off x="457200" y="1894114"/>
            <a:ext cx="8229600" cy="4232049"/>
          </a:xfrm>
        </p:spPr>
        <p:txBody>
          <a:bodyPr/>
          <a:lstStyle/>
          <a:p>
            <a:pPr algn="ctr">
              <a:buFont typeface="Arial" pitchFamily="34" charset="0"/>
              <a:buNone/>
            </a:pPr>
            <a:r>
              <a:rPr lang="en-US" dirty="0" smtClean="0"/>
              <a:t>Power = torque </a:t>
            </a:r>
            <a:r>
              <a:rPr lang="en-US" dirty="0" smtClean="0">
                <a:sym typeface="Symbol" pitchFamily="18" charset="2"/>
              </a:rPr>
              <a:t> angular velocity</a:t>
            </a:r>
          </a:p>
          <a:p>
            <a:pPr algn="ctr">
              <a:buFont typeface="Arial" pitchFamily="34" charset="0"/>
              <a:buNone/>
            </a:pPr>
            <a:r>
              <a:rPr lang="en-US" dirty="0" smtClean="0">
                <a:sym typeface="Symbol" pitchFamily="18" charset="2"/>
              </a:rPr>
              <a:t>(</a:t>
            </a:r>
            <a:r>
              <a:rPr lang="en-US" dirty="0" err="1" smtClean="0">
                <a:sym typeface="Symbol" pitchFamily="18" charset="2"/>
              </a:rPr>
              <a:t>ft</a:t>
            </a:r>
            <a:r>
              <a:rPr lang="en-US" dirty="0" smtClean="0">
                <a:sym typeface="Symbol" pitchFamily="18" charset="2"/>
              </a:rPr>
              <a:t> – lbs/sec) = (</a:t>
            </a:r>
            <a:r>
              <a:rPr lang="en-US" dirty="0" err="1" smtClean="0">
                <a:sym typeface="Symbol" pitchFamily="18" charset="2"/>
              </a:rPr>
              <a:t>ft</a:t>
            </a:r>
            <a:r>
              <a:rPr lang="en-US" dirty="0" smtClean="0">
                <a:sym typeface="Symbol" pitchFamily="18" charset="2"/>
              </a:rPr>
              <a:t> – lbs)  (rad/sec)</a:t>
            </a:r>
            <a:br>
              <a:rPr lang="en-US" dirty="0" smtClean="0">
                <a:sym typeface="Symbol" pitchFamily="18" charset="2"/>
              </a:rPr>
            </a:br>
            <a:endParaRPr lang="en-US" dirty="0" smtClean="0">
              <a:sym typeface="Symbol" pitchFamily="18" charset="2"/>
            </a:endParaRPr>
          </a:p>
          <a:p>
            <a:pPr algn="ctr">
              <a:buFont typeface="Arial" pitchFamily="34" charset="0"/>
              <a:buNone/>
            </a:pPr>
            <a:endParaRPr lang="en-US" dirty="0" smtClean="0">
              <a:sym typeface="Symbol" pitchFamily="18" charset="2"/>
            </a:endParaRPr>
          </a:p>
          <a:p>
            <a:pPr>
              <a:buFont typeface="Wingdings" pitchFamily="2" charset="2"/>
              <a:buNone/>
            </a:pPr>
            <a:r>
              <a:rPr lang="en-US" dirty="0" smtClean="0">
                <a:sym typeface="Symbol" pitchFamily="18" charset="2"/>
              </a:rPr>
              <a:t>	</a:t>
            </a:r>
            <a:br>
              <a:rPr lang="en-US" dirty="0" smtClean="0">
                <a:sym typeface="Symbol" pitchFamily="18" charset="2"/>
              </a:rPr>
            </a:br>
            <a:endParaRPr lang="en-US" sz="1800" dirty="0" smtClean="0">
              <a:sym typeface="Symbol" pitchFamily="18" charset="2"/>
            </a:endParaRPr>
          </a:p>
          <a:p>
            <a:r>
              <a:rPr lang="en-US" dirty="0" smtClean="0"/>
              <a:t>Also Power </a:t>
            </a:r>
            <a:r>
              <a:rPr lang="en-US" dirty="0" smtClean="0">
                <a:solidFill>
                  <a:srgbClr val="000000"/>
                </a:solidFill>
              </a:rPr>
              <a:t>(KW)</a:t>
            </a:r>
            <a:r>
              <a:rPr lang="en-US" dirty="0" smtClean="0"/>
              <a:t> </a:t>
            </a:r>
            <a:r>
              <a:rPr lang="en-US" dirty="0" smtClean="0">
                <a:solidFill>
                  <a:srgbClr val="000000"/>
                </a:solidFill>
              </a:rPr>
              <a:t>= 0.746 x </a:t>
            </a:r>
            <a:r>
              <a:rPr lang="en-US" dirty="0" err="1" smtClean="0">
                <a:solidFill>
                  <a:srgbClr val="000000"/>
                </a:solidFill>
              </a:rPr>
              <a:t>Hp</a:t>
            </a:r>
            <a:endParaRPr lang="en-US" dirty="0" smtClean="0">
              <a:solidFill>
                <a:srgbClr val="000000"/>
              </a:solidFill>
            </a:endParaRPr>
          </a:p>
        </p:txBody>
      </p:sp>
      <p:graphicFrame>
        <p:nvGraphicFramePr>
          <p:cNvPr id="1026" name="Object 1024"/>
          <p:cNvGraphicFramePr>
            <a:graphicFrameLocks noChangeAspect="1"/>
          </p:cNvGraphicFramePr>
          <p:nvPr>
            <p:extLst>
              <p:ext uri="{D42A27DB-BD31-4B8C-83A1-F6EECF244321}">
                <p14:modId xmlns:p14="http://schemas.microsoft.com/office/powerpoint/2010/main" val="3976887845"/>
              </p:ext>
            </p:extLst>
          </p:nvPr>
        </p:nvGraphicFramePr>
        <p:xfrm>
          <a:off x="3390900" y="3256157"/>
          <a:ext cx="2362200" cy="825500"/>
        </p:xfrm>
        <a:graphic>
          <a:graphicData uri="http://schemas.openxmlformats.org/presentationml/2006/ole">
            <mc:AlternateContent xmlns:mc="http://schemas.openxmlformats.org/markup-compatibility/2006">
              <mc:Choice xmlns:v="urn:schemas-microsoft-com:vml" Requires="v">
                <p:oleObj spid="_x0000_s1045" name="Equation" r:id="rId4" imgW="2362200" imgH="825500" progId="Equation.3">
                  <p:embed/>
                </p:oleObj>
              </mc:Choice>
              <mc:Fallback>
                <p:oleObj name="Equation" r:id="rId4" imgW="2362200" imgH="825500" progId="Equation.3">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0900" y="3256157"/>
                        <a:ext cx="236220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pPr algn="l"/>
            <a:r>
              <a:rPr lang="en-US" sz="3600" dirty="0" smtClean="0"/>
              <a:t>It’s simple to show that the primary predictor of a vehicle’s acceleration performance is its power-to-weight ratio</a:t>
            </a:r>
          </a:p>
        </p:txBody>
      </p:sp>
      <p:sp>
        <p:nvSpPr>
          <p:cNvPr id="19459" name="Rectangle 3"/>
          <p:cNvSpPr>
            <a:spLocks noGrp="1" noChangeArrowheads="1"/>
          </p:cNvSpPr>
          <p:nvPr>
            <p:ph idx="4294967295"/>
          </p:nvPr>
        </p:nvSpPr>
        <p:spPr>
          <a:xfrm>
            <a:off x="465138" y="1246188"/>
            <a:ext cx="8229600" cy="4525962"/>
          </a:xfrm>
        </p:spPr>
        <p:txBody>
          <a:bodyPr/>
          <a:lstStyle/>
          <a:p>
            <a:pPr lvl="1">
              <a:buFont typeface="Arial" pitchFamily="34" charset="0"/>
              <a:buNone/>
            </a:pPr>
            <a:endParaRPr lang="en-US" sz="2500" dirty="0" smtClean="0">
              <a:sym typeface="Symbol" pitchFamily="18" charset="2"/>
            </a:endParaRPr>
          </a:p>
          <a:p>
            <a:pPr marL="457200" lvl="1" indent="0">
              <a:buNone/>
            </a:pPr>
            <a:endParaRPr lang="en-US" sz="2500" dirty="0">
              <a:sym typeface="Symbol" pitchFamily="18" charset="2"/>
            </a:endParaRPr>
          </a:p>
          <a:p>
            <a:r>
              <a:rPr lang="en-US" sz="2500" dirty="0">
                <a:sym typeface="Symbol" pitchFamily="18" charset="2"/>
              </a:rPr>
              <a:t>Usually </a:t>
            </a:r>
            <a:r>
              <a:rPr lang="en-US" sz="2500" dirty="0" smtClean="0">
                <a:sym typeface="Symbol" pitchFamily="18" charset="2"/>
              </a:rPr>
              <a:t>reported in goofy units as </a:t>
            </a:r>
            <a:r>
              <a:rPr lang="en-US" sz="2500" dirty="0">
                <a:sym typeface="Symbol" pitchFamily="18" charset="2"/>
              </a:rPr>
              <a:t>Weight (</a:t>
            </a:r>
            <a:r>
              <a:rPr lang="en-US" sz="2500" dirty="0" err="1">
                <a:sym typeface="Symbol" pitchFamily="18" charset="2"/>
              </a:rPr>
              <a:t>lb</a:t>
            </a:r>
            <a:r>
              <a:rPr lang="en-US" sz="2500" dirty="0">
                <a:sym typeface="Symbol" pitchFamily="18" charset="2"/>
              </a:rPr>
              <a:t>) / Power </a:t>
            </a:r>
            <a:r>
              <a:rPr lang="en-US" sz="2500" dirty="0" smtClean="0">
                <a:sym typeface="Symbol" pitchFamily="18" charset="2"/>
              </a:rPr>
              <a:t>(</a:t>
            </a:r>
            <a:r>
              <a:rPr lang="en-US" sz="2500" dirty="0" err="1">
                <a:sym typeface="Symbol" pitchFamily="18" charset="2"/>
              </a:rPr>
              <a:t>h</a:t>
            </a:r>
            <a:r>
              <a:rPr lang="en-US" sz="2500" dirty="0" err="1" smtClean="0">
                <a:sym typeface="Symbol" pitchFamily="18" charset="2"/>
              </a:rPr>
              <a:t>p</a:t>
            </a:r>
            <a:r>
              <a:rPr lang="en-US" sz="2500" dirty="0">
                <a:sym typeface="Symbol" pitchFamily="18" charset="2"/>
              </a:rPr>
              <a:t>)</a:t>
            </a:r>
          </a:p>
          <a:p>
            <a:r>
              <a:rPr lang="en-US" sz="2500" dirty="0" smtClean="0">
                <a:sym typeface="Symbol" pitchFamily="18" charset="2"/>
              </a:rPr>
              <a:t>Taking a very simple analysis</a:t>
            </a:r>
            <a:br>
              <a:rPr lang="en-US" sz="2500" dirty="0" smtClean="0">
                <a:sym typeface="Symbol" pitchFamily="18" charset="2"/>
              </a:rPr>
            </a:br>
            <a:r>
              <a:rPr lang="en-US" sz="2500" dirty="0" smtClean="0">
                <a:sym typeface="Symbol" pitchFamily="18" charset="2"/>
              </a:rPr>
              <a:t>		</a:t>
            </a:r>
            <a:r>
              <a:rPr lang="en-US" sz="2500" dirty="0" smtClean="0">
                <a:solidFill>
                  <a:srgbClr val="000000"/>
                </a:solidFill>
                <a:sym typeface="Symbol" pitchFamily="18" charset="2"/>
              </a:rPr>
              <a:t>M  a</a:t>
            </a:r>
            <a:r>
              <a:rPr lang="en-US" sz="2500" baseline="-25000" dirty="0" smtClean="0">
                <a:solidFill>
                  <a:srgbClr val="000000"/>
                </a:solidFill>
                <a:sym typeface="Symbol" pitchFamily="18" charset="2"/>
              </a:rPr>
              <a:t>x</a:t>
            </a:r>
            <a:r>
              <a:rPr lang="en-US" sz="2500" dirty="0" smtClean="0">
                <a:solidFill>
                  <a:srgbClr val="000000"/>
                </a:solidFill>
                <a:sym typeface="Symbol" pitchFamily="18" charset="2"/>
              </a:rPr>
              <a:t> = </a:t>
            </a:r>
            <a:r>
              <a:rPr lang="en-US" sz="2500" dirty="0" err="1" smtClean="0">
                <a:solidFill>
                  <a:srgbClr val="000000"/>
                </a:solidFill>
                <a:sym typeface="Symbol" pitchFamily="18" charset="2"/>
              </a:rPr>
              <a:t>F</a:t>
            </a:r>
            <a:r>
              <a:rPr lang="en-US" sz="2500" baseline="-25000" dirty="0" err="1" smtClean="0">
                <a:solidFill>
                  <a:srgbClr val="000000"/>
                </a:solidFill>
                <a:sym typeface="Symbol" pitchFamily="18" charset="2"/>
              </a:rPr>
              <a:t>x</a:t>
            </a:r>
            <a:r>
              <a:rPr lang="en-US" sz="2500" dirty="0" smtClean="0">
                <a:solidFill>
                  <a:srgbClr val="000000"/>
                </a:solidFill>
                <a:sym typeface="Symbol" pitchFamily="18" charset="2"/>
              </a:rPr>
              <a:t> </a:t>
            </a:r>
            <a:r>
              <a:rPr lang="en-US" sz="2500" dirty="0" smtClean="0">
                <a:sym typeface="Symbol" pitchFamily="18" charset="2"/>
              </a:rPr>
              <a:t/>
            </a:r>
            <a:br>
              <a:rPr lang="en-US" sz="2500" dirty="0" smtClean="0">
                <a:sym typeface="Symbol" pitchFamily="18" charset="2"/>
              </a:rPr>
            </a:br>
            <a:r>
              <a:rPr lang="en-US" sz="2500" dirty="0" smtClean="0">
                <a:sym typeface="Symbol" pitchFamily="18" charset="2"/>
              </a:rPr>
              <a:t/>
            </a:r>
            <a:br>
              <a:rPr lang="en-US" sz="2500" dirty="0" smtClean="0">
                <a:sym typeface="Symbol" pitchFamily="18" charset="2"/>
              </a:rPr>
            </a:br>
            <a:r>
              <a:rPr lang="en-US" sz="2500" dirty="0" smtClean="0">
                <a:sym typeface="Symbol" pitchFamily="18" charset="2"/>
              </a:rPr>
              <a:t>	M = vehicle mass</a:t>
            </a:r>
            <a:br>
              <a:rPr lang="en-US" sz="2500" dirty="0" smtClean="0">
                <a:sym typeface="Symbol" pitchFamily="18" charset="2"/>
              </a:rPr>
            </a:br>
            <a:r>
              <a:rPr lang="en-US" sz="2500" dirty="0" smtClean="0">
                <a:sym typeface="Symbol" pitchFamily="18" charset="2"/>
              </a:rPr>
              <a:t>	a</a:t>
            </a:r>
            <a:r>
              <a:rPr lang="en-US" sz="2500" baseline="-25000" dirty="0" smtClean="0">
                <a:sym typeface="Symbol" pitchFamily="18" charset="2"/>
              </a:rPr>
              <a:t>x</a:t>
            </a:r>
            <a:r>
              <a:rPr lang="en-US" sz="2500" dirty="0" smtClean="0">
                <a:sym typeface="Symbol" pitchFamily="18" charset="2"/>
              </a:rPr>
              <a:t> = acceleration in the forward direction</a:t>
            </a:r>
            <a:br>
              <a:rPr lang="en-US" sz="2500" dirty="0" smtClean="0">
                <a:sym typeface="Symbol" pitchFamily="18" charset="2"/>
              </a:rPr>
            </a:br>
            <a:r>
              <a:rPr lang="en-US" sz="2500" dirty="0" smtClean="0">
                <a:sym typeface="Symbol" pitchFamily="18" charset="2"/>
              </a:rPr>
              <a:t>	</a:t>
            </a:r>
            <a:r>
              <a:rPr lang="en-US" sz="2500" dirty="0" err="1" smtClean="0">
                <a:sym typeface="Symbol" pitchFamily="18" charset="2"/>
              </a:rPr>
              <a:t>F</a:t>
            </a:r>
            <a:r>
              <a:rPr lang="en-US" sz="2500" baseline="-25000" dirty="0" err="1" smtClean="0">
                <a:sym typeface="Symbol" pitchFamily="18" charset="2"/>
              </a:rPr>
              <a:t>x</a:t>
            </a:r>
            <a:r>
              <a:rPr lang="en-US" sz="2500" dirty="0" smtClean="0">
                <a:sym typeface="Symbol" pitchFamily="18" charset="2"/>
              </a:rPr>
              <a:t> = tractive force @ drive wheels</a:t>
            </a:r>
          </a:p>
        </p:txBody>
      </p:sp>
      <p:sp>
        <p:nvSpPr>
          <p:cNvPr id="19460" name="AutoShape 5"/>
          <p:cNvSpPr>
            <a:spLocks/>
          </p:cNvSpPr>
          <p:nvPr/>
        </p:nvSpPr>
        <p:spPr bwMode="auto">
          <a:xfrm>
            <a:off x="4701223" y="3591560"/>
            <a:ext cx="1328737" cy="346075"/>
          </a:xfrm>
          <a:prstGeom prst="borderCallout2">
            <a:avLst>
              <a:gd name="adj1" fmla="val 33028"/>
              <a:gd name="adj2" fmla="val -5736"/>
              <a:gd name="adj3" fmla="val 33028"/>
              <a:gd name="adj4" fmla="val -41935"/>
              <a:gd name="adj5" fmla="val -50000"/>
              <a:gd name="adj6" fmla="val -79449"/>
            </a:avLst>
          </a:prstGeom>
          <a:solidFill>
            <a:schemeClr val="bg1"/>
          </a:solidFill>
          <a:ln w="9525">
            <a:solidFill>
              <a:schemeClr val="tx1"/>
            </a:solidFill>
            <a:miter lim="800000"/>
            <a:headEnd/>
            <a:tailEnd/>
          </a:ln>
        </p:spPr>
        <p:txBody>
          <a:bodyPr wrap="none">
            <a:spAutoFit/>
          </a:bodyPr>
          <a:lstStyle/>
          <a:p>
            <a:r>
              <a:rPr lang="en-US" sz="1600">
                <a:solidFill>
                  <a:srgbClr val="000000"/>
                </a:solidFill>
                <a:latin typeface="Times New Roman" pitchFamily="18" charset="0"/>
              </a:rPr>
              <a:t>Newton’s law</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idx="4294967295"/>
          </p:nvPr>
        </p:nvSpPr>
        <p:spPr/>
        <p:txBody>
          <a:bodyPr/>
          <a:lstStyle/>
          <a:p>
            <a:pPr algn="l"/>
            <a:r>
              <a:rPr lang="en-US" sz="4000" dirty="0" smtClean="0"/>
              <a:t>You can easily calculate acceleration limits from HP and weight</a:t>
            </a:r>
          </a:p>
        </p:txBody>
      </p:sp>
      <p:sp>
        <p:nvSpPr>
          <p:cNvPr id="2054" name="Rectangle 3"/>
          <p:cNvSpPr>
            <a:spLocks noGrp="1" noChangeArrowheads="1"/>
          </p:cNvSpPr>
          <p:nvPr>
            <p:ph idx="4294967295"/>
          </p:nvPr>
        </p:nvSpPr>
        <p:spPr/>
        <p:txBody>
          <a:bodyPr/>
          <a:lstStyle/>
          <a:p>
            <a:pPr marL="0" indent="0">
              <a:buNone/>
            </a:pPr>
            <a:r>
              <a:rPr lang="en-US" sz="2400" dirty="0" smtClean="0"/>
              <a:t>Since power = force </a:t>
            </a:r>
            <a:r>
              <a:rPr lang="en-US" sz="2400" dirty="0" smtClean="0">
                <a:sym typeface="Symbol" pitchFamily="18" charset="2"/>
              </a:rPr>
              <a:t> velocity</a:t>
            </a:r>
            <a:br>
              <a:rPr lang="en-US" sz="2400" dirty="0" smtClean="0">
                <a:sym typeface="Symbol" pitchFamily="18" charset="2"/>
              </a:rPr>
            </a:br>
            <a:r>
              <a:rPr lang="en-US" sz="2400" dirty="0" smtClean="0">
                <a:sym typeface="Symbol" pitchFamily="18" charset="2"/>
              </a:rPr>
              <a:t/>
            </a:r>
            <a:br>
              <a:rPr lang="en-US" sz="2400" dirty="0" smtClean="0">
                <a:sym typeface="Symbol" pitchFamily="18" charset="2"/>
              </a:rPr>
            </a:br>
            <a:endParaRPr lang="en-US" sz="2400" dirty="0" smtClean="0">
              <a:sym typeface="Symbol" pitchFamily="18" charset="2"/>
            </a:endParaRPr>
          </a:p>
          <a:p>
            <a:pPr marL="0" indent="0">
              <a:buNone/>
            </a:pPr>
            <a:endParaRPr lang="en-US" sz="2400" dirty="0" smtClean="0">
              <a:sym typeface="Symbol" pitchFamily="18" charset="2"/>
            </a:endParaRPr>
          </a:p>
          <a:p>
            <a:pPr marL="0" indent="0">
              <a:buNone/>
            </a:pPr>
            <a:r>
              <a:rPr lang="en-US" sz="2400" dirty="0" smtClean="0">
                <a:sym typeface="Symbol" pitchFamily="18" charset="2"/>
              </a:rPr>
              <a:t>And </a:t>
            </a:r>
            <a:r>
              <a:rPr lang="en-US" sz="2400" dirty="0" err="1" smtClean="0">
                <a:sym typeface="Symbol" pitchFamily="18" charset="2"/>
              </a:rPr>
              <a:t>V</a:t>
            </a:r>
            <a:r>
              <a:rPr lang="en-US" sz="2400" baseline="-25000" dirty="0" err="1" smtClean="0">
                <a:sym typeface="Symbol" pitchFamily="18" charset="2"/>
              </a:rPr>
              <a:t>x</a:t>
            </a:r>
            <a:r>
              <a:rPr lang="en-US" sz="2400" dirty="0" smtClean="0">
                <a:sym typeface="Symbol" pitchFamily="18" charset="2"/>
              </a:rPr>
              <a:t> = velocity in the forward direction</a:t>
            </a:r>
          </a:p>
          <a:p>
            <a:pPr marL="0" indent="0">
              <a:buNone/>
            </a:pPr>
            <a:endParaRPr lang="en-US" sz="2400" dirty="0" smtClean="0">
              <a:sym typeface="Symbol" pitchFamily="18" charset="2"/>
            </a:endParaRPr>
          </a:p>
          <a:p>
            <a:endParaRPr lang="en-US" sz="2400" dirty="0" smtClean="0">
              <a:sym typeface="Symbol" pitchFamily="18" charset="2"/>
            </a:endParaRPr>
          </a:p>
          <a:p>
            <a:r>
              <a:rPr lang="en-US" sz="2400" dirty="0" smtClean="0">
                <a:sym typeface="Symbol" pitchFamily="18" charset="2"/>
              </a:rPr>
              <a:t>Putting in the power to weight ratio and converting to British units</a:t>
            </a:r>
            <a:br>
              <a:rPr lang="en-US" sz="2400" dirty="0" smtClean="0">
                <a:sym typeface="Symbol" pitchFamily="18" charset="2"/>
              </a:rPr>
            </a:br>
            <a:endParaRPr lang="en-US" sz="2400" dirty="0" smtClean="0">
              <a:sym typeface="Symbol" pitchFamily="18" charset="2"/>
            </a:endParaRPr>
          </a:p>
        </p:txBody>
      </p:sp>
      <p:graphicFrame>
        <p:nvGraphicFramePr>
          <p:cNvPr id="2050" name="Object 0"/>
          <p:cNvGraphicFramePr>
            <a:graphicFrameLocks noChangeAspect="1"/>
          </p:cNvGraphicFramePr>
          <p:nvPr/>
        </p:nvGraphicFramePr>
        <p:xfrm>
          <a:off x="3325813" y="2174875"/>
          <a:ext cx="2082800" cy="914400"/>
        </p:xfrm>
        <a:graphic>
          <a:graphicData uri="http://schemas.openxmlformats.org/presentationml/2006/ole">
            <mc:AlternateContent xmlns:mc="http://schemas.openxmlformats.org/markup-compatibility/2006">
              <mc:Choice xmlns:v="urn:schemas-microsoft-com:vml" Requires="v">
                <p:oleObj spid="_x0000_s2104" name="Equation" r:id="rId4" imgW="2082800" imgH="914400" progId="Equation.3">
                  <p:embed/>
                </p:oleObj>
              </mc:Choice>
              <mc:Fallback>
                <p:oleObj name="Equation" r:id="rId4" imgW="2082800" imgH="914400" progId="Equation.3">
                  <p:embed/>
                  <p:pic>
                    <p:nvPicPr>
                      <p:cNvPr id="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5813" y="2174875"/>
                        <a:ext cx="20828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1"/>
          <p:cNvGraphicFramePr>
            <a:graphicFrameLocks noChangeAspect="1"/>
          </p:cNvGraphicFramePr>
          <p:nvPr>
            <p:extLst>
              <p:ext uri="{D42A27DB-BD31-4B8C-83A1-F6EECF244321}">
                <p14:modId xmlns:p14="http://schemas.microsoft.com/office/powerpoint/2010/main" val="2769566283"/>
              </p:ext>
            </p:extLst>
          </p:nvPr>
        </p:nvGraphicFramePr>
        <p:xfrm>
          <a:off x="3671888" y="3657600"/>
          <a:ext cx="1814512" cy="781050"/>
        </p:xfrm>
        <a:graphic>
          <a:graphicData uri="http://schemas.openxmlformats.org/presentationml/2006/ole">
            <mc:AlternateContent xmlns:mc="http://schemas.openxmlformats.org/markup-compatibility/2006">
              <mc:Choice xmlns:v="urn:schemas-microsoft-com:vml" Requires="v">
                <p:oleObj spid="_x0000_s2105" name="Equation" r:id="rId6" imgW="914400" imgH="393700" progId="Equation.3">
                  <p:embed/>
                </p:oleObj>
              </mc:Choice>
              <mc:Fallback>
                <p:oleObj name="Equation" r:id="rId6" imgW="914400" imgH="393700" progId="Equation.3">
                  <p:embed/>
                  <p:pic>
                    <p:nvPicPr>
                      <p:cNvPr id="0"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71888" y="3657600"/>
                        <a:ext cx="1814512" cy="781050"/>
                      </a:xfrm>
                      <a:prstGeom prst="rect">
                        <a:avLst/>
                      </a:prstGeom>
                      <a:noFill/>
                      <a:ln w="41275">
                        <a:solidFill>
                          <a:srgbClr val="FF0000"/>
                        </a:solidFill>
                      </a:ln>
                      <a:extLst/>
                    </p:spPr>
                  </p:pic>
                </p:oleObj>
              </mc:Fallback>
            </mc:AlternateContent>
          </a:graphicData>
        </a:graphic>
      </p:graphicFrame>
      <p:graphicFrame>
        <p:nvGraphicFramePr>
          <p:cNvPr id="2052" name="Object 4"/>
          <p:cNvGraphicFramePr>
            <a:graphicFrameLocks noChangeAspect="1"/>
          </p:cNvGraphicFramePr>
          <p:nvPr>
            <p:extLst>
              <p:ext uri="{D42A27DB-BD31-4B8C-83A1-F6EECF244321}">
                <p14:modId xmlns:p14="http://schemas.microsoft.com/office/powerpoint/2010/main" val="2596691797"/>
              </p:ext>
            </p:extLst>
          </p:nvPr>
        </p:nvGraphicFramePr>
        <p:xfrm>
          <a:off x="5408613" y="5154612"/>
          <a:ext cx="2898775" cy="830263"/>
        </p:xfrm>
        <a:graphic>
          <a:graphicData uri="http://schemas.openxmlformats.org/presentationml/2006/ole">
            <mc:AlternateContent xmlns:mc="http://schemas.openxmlformats.org/markup-compatibility/2006">
              <mc:Choice xmlns:v="urn:schemas-microsoft-com:vml" Requires="v">
                <p:oleObj spid="_x0000_s2106" name="Equation" r:id="rId8" imgW="1511300" imgH="431800" progId="Equation.3">
                  <p:embed/>
                </p:oleObj>
              </mc:Choice>
              <mc:Fallback>
                <p:oleObj name="Equation" r:id="rId8" imgW="1511300" imgH="431800" progId="Equation.3">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08613" y="5154612"/>
                        <a:ext cx="2898775" cy="830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5673726" y="5006975"/>
            <a:ext cx="2832100" cy="1012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r>
              <a:rPr lang="en-US" dirty="0" smtClean="0"/>
              <a:t>Predicting Engine Power? Need a “map”!</a:t>
            </a:r>
          </a:p>
        </p:txBody>
      </p:sp>
      <p:sp>
        <p:nvSpPr>
          <p:cNvPr id="20483" name="Rectangle 1027"/>
          <p:cNvSpPr>
            <a:spLocks noGrp="1" noChangeArrowheads="1"/>
          </p:cNvSpPr>
          <p:nvPr>
            <p:ph idx="1"/>
          </p:nvPr>
        </p:nvSpPr>
        <p:spPr>
          <a:xfrm>
            <a:off x="957263" y="1909763"/>
            <a:ext cx="7958137" cy="4643437"/>
          </a:xfrm>
        </p:spPr>
        <p:txBody>
          <a:bodyPr/>
          <a:lstStyle/>
          <a:p>
            <a:r>
              <a:rPr lang="en-US" dirty="0" smtClean="0"/>
              <a:t>Engine data is often given as a plot</a:t>
            </a:r>
            <a:br>
              <a:rPr lang="en-US" dirty="0" smtClean="0"/>
            </a:br>
            <a:r>
              <a:rPr lang="en-US" dirty="0" smtClean="0"/>
              <a:t/>
            </a:r>
            <a:br>
              <a:rPr lang="en-US" dirty="0" smtClean="0"/>
            </a:br>
            <a:r>
              <a:rPr lang="en-US" dirty="0" smtClean="0"/>
              <a:t/>
            </a:r>
            <a:br>
              <a:rPr lang="en-US" dirty="0" smtClean="0"/>
            </a:br>
            <a:endParaRPr lang="en-US" dirty="0" smtClean="0"/>
          </a:p>
          <a:p>
            <a:r>
              <a:rPr lang="en-US" dirty="0" smtClean="0"/>
              <a:t>It is possible to come up with a curve fit to predict a torque-speed relationship</a:t>
            </a:r>
          </a:p>
          <a:p>
            <a:r>
              <a:rPr lang="en-US" dirty="0" smtClean="0"/>
              <a:t>Popular ones are polynomial fits.</a:t>
            </a:r>
          </a:p>
        </p:txBody>
      </p:sp>
      <p:pic>
        <p:nvPicPr>
          <p:cNvPr id="20484" name="Picture 1029" descr="14-1"/>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946525" y="2590800"/>
            <a:ext cx="1463675" cy="12350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0485" name="Line 1030"/>
          <p:cNvSpPr>
            <a:spLocks noChangeShapeType="1"/>
          </p:cNvSpPr>
          <p:nvPr/>
        </p:nvSpPr>
        <p:spPr bwMode="auto">
          <a:xfrm>
            <a:off x="3810000" y="4038600"/>
            <a:ext cx="16764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486" name="Line 1031"/>
          <p:cNvSpPr>
            <a:spLocks noChangeShapeType="1"/>
          </p:cNvSpPr>
          <p:nvPr/>
        </p:nvSpPr>
        <p:spPr bwMode="auto">
          <a:xfrm flipV="1">
            <a:off x="3810000" y="2590800"/>
            <a:ext cx="0" cy="1447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487" name="Text Box 1032"/>
          <p:cNvSpPr txBox="1">
            <a:spLocks noChangeArrowheads="1"/>
          </p:cNvSpPr>
          <p:nvPr/>
        </p:nvSpPr>
        <p:spPr bwMode="auto">
          <a:xfrm>
            <a:off x="5470525" y="3843338"/>
            <a:ext cx="341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solidFill>
                  <a:srgbClr val="000000"/>
                </a:solidFill>
                <a:latin typeface="Symbol" pitchFamily="18" charset="2"/>
              </a:rPr>
              <a:t>w</a:t>
            </a:r>
          </a:p>
        </p:txBody>
      </p:sp>
      <p:sp>
        <p:nvSpPr>
          <p:cNvPr id="20488" name="Text Box 1033"/>
          <p:cNvSpPr txBox="1">
            <a:spLocks noChangeArrowheads="1"/>
          </p:cNvSpPr>
          <p:nvPr/>
        </p:nvSpPr>
        <p:spPr bwMode="auto">
          <a:xfrm>
            <a:off x="2971800" y="2590800"/>
            <a:ext cx="76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solidFill>
                  <a:srgbClr val="000000"/>
                </a:solidFill>
              </a:rPr>
              <a:t>Power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r>
              <a:rPr lang="en-US" dirty="0" smtClean="0"/>
              <a:t>IC Engine Characteristics say a LOT about power and speed…</a:t>
            </a:r>
          </a:p>
        </p:txBody>
      </p:sp>
      <p:sp>
        <p:nvSpPr>
          <p:cNvPr id="3077" name="Rectangle 3"/>
          <p:cNvSpPr>
            <a:spLocks noGrp="1" noChangeArrowheads="1"/>
          </p:cNvSpPr>
          <p:nvPr>
            <p:ph idx="1"/>
          </p:nvPr>
        </p:nvSpPr>
        <p:spPr>
          <a:xfrm>
            <a:off x="919163" y="1909763"/>
            <a:ext cx="7958137" cy="4414837"/>
          </a:xfrm>
        </p:spPr>
        <p:txBody>
          <a:bodyPr/>
          <a:lstStyle/>
          <a:p>
            <a:r>
              <a:rPr lang="en-US" dirty="0" smtClean="0"/>
              <a:t>For example, </a:t>
            </a:r>
            <a:r>
              <a:rPr lang="en-US" dirty="0" err="1" smtClean="0"/>
              <a:t>Genta</a:t>
            </a:r>
            <a:r>
              <a:rPr lang="en-US" dirty="0" smtClean="0"/>
              <a:t> uses general fits determined by </a:t>
            </a:r>
            <a:r>
              <a:rPr lang="en-US" dirty="0" err="1" smtClean="0"/>
              <a:t>Artamonov</a:t>
            </a:r>
            <a:r>
              <a:rPr lang="en-US" dirty="0" smtClean="0"/>
              <a:t>.</a:t>
            </a:r>
            <a:br>
              <a:rPr lang="en-US" dirty="0" smtClean="0"/>
            </a:br>
            <a:endParaRPr lang="en-US" dirty="0" smtClean="0"/>
          </a:p>
          <a:p>
            <a:pPr>
              <a:buFont typeface="Arial" pitchFamily="34" charset="0"/>
              <a:buNone/>
            </a:pPr>
            <a:r>
              <a:rPr lang="en-US" dirty="0" smtClean="0"/>
              <a:t>Engine power</a:t>
            </a:r>
          </a:p>
          <a:p>
            <a:pPr>
              <a:buFont typeface="Arial" pitchFamily="34" charset="0"/>
              <a:buNone/>
            </a:pPr>
            <a:endParaRPr lang="en-US" dirty="0" smtClean="0"/>
          </a:p>
          <a:p>
            <a:pPr>
              <a:buFont typeface="Arial" pitchFamily="34" charset="0"/>
              <a:buNone/>
            </a:pPr>
            <a:r>
              <a:rPr lang="en-US" dirty="0" smtClean="0"/>
              <a:t>all engines</a:t>
            </a:r>
            <a:br>
              <a:rPr lang="en-US" dirty="0" smtClean="0"/>
            </a:br>
            <a:r>
              <a:rPr lang="en-US" dirty="0" smtClean="0"/>
              <a:t/>
            </a:r>
            <a:br>
              <a:rPr lang="en-US" dirty="0" smtClean="0"/>
            </a:br>
            <a:r>
              <a:rPr lang="en-US" dirty="0" smtClean="0"/>
              <a:t>				</a:t>
            </a:r>
          </a:p>
        </p:txBody>
      </p:sp>
      <p:graphicFrame>
        <p:nvGraphicFramePr>
          <p:cNvPr id="3074" name="Object 0"/>
          <p:cNvGraphicFramePr>
            <a:graphicFrameLocks noChangeAspect="1"/>
          </p:cNvGraphicFramePr>
          <p:nvPr/>
        </p:nvGraphicFramePr>
        <p:xfrm>
          <a:off x="3503613" y="3452813"/>
          <a:ext cx="4492625" cy="706437"/>
        </p:xfrm>
        <a:graphic>
          <a:graphicData uri="http://schemas.openxmlformats.org/presentationml/2006/ole">
            <mc:AlternateContent xmlns:mc="http://schemas.openxmlformats.org/markup-compatibility/2006">
              <mc:Choice xmlns:v="urn:schemas-microsoft-com:vml" Requires="v">
                <p:oleObj spid="_x0000_s3115" name="Equation" r:id="rId4" imgW="1371600" imgH="215900" progId="Equation.3">
                  <p:embed/>
                </p:oleObj>
              </mc:Choice>
              <mc:Fallback>
                <p:oleObj name="Equation" r:id="rId4" imgW="1371600" imgH="215900" progId="Equation.3">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3" y="3452813"/>
                        <a:ext cx="4492625" cy="706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8" name="Text Box 5"/>
          <p:cNvSpPr txBox="1">
            <a:spLocks noChangeArrowheads="1"/>
          </p:cNvSpPr>
          <p:nvPr/>
        </p:nvSpPr>
        <p:spPr bwMode="auto">
          <a:xfrm>
            <a:off x="6324600" y="3076575"/>
            <a:ext cx="137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solidFill>
                  <a:srgbClr val="000000"/>
                </a:solidFill>
              </a:rPr>
              <a:t>engine speed</a:t>
            </a:r>
          </a:p>
        </p:txBody>
      </p:sp>
      <p:sp>
        <p:nvSpPr>
          <p:cNvPr id="3079" name="Line 6"/>
          <p:cNvSpPr>
            <a:spLocks noChangeShapeType="1"/>
          </p:cNvSpPr>
          <p:nvPr/>
        </p:nvSpPr>
        <p:spPr bwMode="auto">
          <a:xfrm>
            <a:off x="6477000" y="3419475"/>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aphicFrame>
        <p:nvGraphicFramePr>
          <p:cNvPr id="3075" name="Object 1"/>
          <p:cNvGraphicFramePr>
            <a:graphicFrameLocks noChangeAspect="1"/>
          </p:cNvGraphicFramePr>
          <p:nvPr/>
        </p:nvGraphicFramePr>
        <p:xfrm>
          <a:off x="3168650" y="4486275"/>
          <a:ext cx="3595688" cy="595313"/>
        </p:xfrm>
        <a:graphic>
          <a:graphicData uri="http://schemas.openxmlformats.org/presentationml/2006/ole">
            <mc:AlternateContent xmlns:mc="http://schemas.openxmlformats.org/markup-compatibility/2006">
              <mc:Choice xmlns:v="urn:schemas-microsoft-com:vml" Requires="v">
                <p:oleObj spid="_x0000_s3116" name="Equation" r:id="rId6" imgW="1294838" imgH="215806" progId="Equation.3">
                  <p:embed/>
                </p:oleObj>
              </mc:Choice>
              <mc:Fallback>
                <p:oleObj name="Equation" r:id="rId6" imgW="1294838" imgH="215806" progId="Equation.3">
                  <p:embed/>
                  <p:pic>
                    <p:nvPicPr>
                      <p:cNvPr id="0" name="Picture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650" y="4486275"/>
                        <a:ext cx="3595688"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0" name="Text Box 8"/>
          <p:cNvSpPr txBox="1">
            <a:spLocks noChangeArrowheads="1"/>
          </p:cNvSpPr>
          <p:nvPr/>
        </p:nvSpPr>
        <p:spPr bwMode="auto">
          <a:xfrm>
            <a:off x="7010400" y="4419600"/>
            <a:ext cx="18399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solidFill>
                  <a:srgbClr val="000000"/>
                </a:solidFill>
              </a:rPr>
              <a:t>P</a:t>
            </a:r>
            <a:r>
              <a:rPr lang="en-US" sz="1800" baseline="-25000">
                <a:solidFill>
                  <a:srgbClr val="000000"/>
                </a:solidFill>
              </a:rPr>
              <a:t>max</a:t>
            </a:r>
            <a:r>
              <a:rPr lang="en-US" sz="1800">
                <a:solidFill>
                  <a:srgbClr val="000000"/>
                </a:solidFill>
              </a:rPr>
              <a:t> = max power</a:t>
            </a:r>
          </a:p>
          <a:p>
            <a:pPr eaLnBrk="1" hangingPunct="1"/>
            <a:r>
              <a:rPr lang="en-US" sz="1800">
                <a:solidFill>
                  <a:srgbClr val="000000"/>
                </a:solidFill>
                <a:latin typeface="Symbol" pitchFamily="18" charset="2"/>
              </a:rPr>
              <a:t>w</a:t>
            </a:r>
            <a:r>
              <a:rPr lang="en-US" sz="1800" baseline="-25000">
                <a:solidFill>
                  <a:srgbClr val="000000"/>
                </a:solidFill>
              </a:rPr>
              <a:t>max</a:t>
            </a:r>
            <a:r>
              <a:rPr lang="en-US" sz="1800">
                <a:solidFill>
                  <a:srgbClr val="000000"/>
                </a:solidFill>
              </a:rPr>
              <a:t> = speed @</a:t>
            </a:r>
          </a:p>
          <a:p>
            <a:pPr eaLnBrk="1" hangingPunct="1"/>
            <a:r>
              <a:rPr lang="en-US" sz="1800">
                <a:solidFill>
                  <a:srgbClr val="000000"/>
                </a:solidFill>
              </a:rPr>
              <a:t>which max power</a:t>
            </a:r>
          </a:p>
          <a:p>
            <a:pPr eaLnBrk="1" hangingPunct="1"/>
            <a:r>
              <a:rPr lang="en-US" sz="1800">
                <a:solidFill>
                  <a:srgbClr val="000000"/>
                </a:solidFill>
              </a:rPr>
              <a:t>occurs</a:t>
            </a:r>
          </a:p>
        </p:txBody>
      </p:sp>
      <p:sp>
        <p:nvSpPr>
          <p:cNvPr id="3081" name="AutoShape 9"/>
          <p:cNvSpPr>
            <a:spLocks/>
          </p:cNvSpPr>
          <p:nvPr/>
        </p:nvSpPr>
        <p:spPr bwMode="auto">
          <a:xfrm>
            <a:off x="2971800" y="4638675"/>
            <a:ext cx="76200" cy="381000"/>
          </a:xfrm>
          <a:prstGeom prst="leftBrace">
            <a:avLst>
              <a:gd name="adj1" fmla="val 4166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82" name="Text Box 11"/>
          <p:cNvSpPr txBox="1">
            <a:spLocks noChangeArrowheads="1"/>
          </p:cNvSpPr>
          <p:nvPr/>
        </p:nvSpPr>
        <p:spPr bwMode="auto">
          <a:xfrm>
            <a:off x="2093913" y="5667375"/>
            <a:ext cx="3827462"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200"/>
              <a:t>Ref. G. Genta, </a:t>
            </a:r>
            <a:r>
              <a:rPr lang="en-US" sz="1200" u="sng"/>
              <a:t>Motor Vehicle Dynamics, Modeling and Simulation</a:t>
            </a:r>
            <a:r>
              <a:rPr lang="en-US" sz="1200"/>
              <a:t>, World Scientific Press, 1997</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Aratamonov</a:t>
            </a:r>
            <a:r>
              <a:rPr lang="en-US" dirty="0" smtClean="0"/>
              <a:t> method is also called the </a:t>
            </a:r>
            <a:r>
              <a:rPr lang="en-US" dirty="0"/>
              <a:t>VT-CPFM1 model</a:t>
            </a:r>
          </a:p>
        </p:txBody>
      </p:sp>
      <p:sp>
        <p:nvSpPr>
          <p:cNvPr id="3" name="Content Placeholder 2"/>
          <p:cNvSpPr>
            <a:spLocks noGrp="1"/>
          </p:cNvSpPr>
          <p:nvPr>
            <p:ph idx="1"/>
          </p:nvPr>
        </p:nvSpPr>
        <p:spPr/>
        <p:txBody>
          <a:bodyPr/>
          <a:lstStyle/>
          <a:p>
            <a:r>
              <a:rPr lang="en-US" sz="2800" dirty="0" smtClean="0"/>
              <a:t>See </a:t>
            </a:r>
            <a:r>
              <a:rPr lang="en-US" sz="2800" dirty="0"/>
              <a:t>K. </a:t>
            </a:r>
            <a:r>
              <a:rPr lang="en-US" sz="2800" dirty="0" err="1"/>
              <a:t>Ahn</a:t>
            </a:r>
            <a:r>
              <a:rPr lang="en-US" sz="2800" dirty="0"/>
              <a:t>, H. </a:t>
            </a:r>
            <a:r>
              <a:rPr lang="en-US" sz="2800" dirty="0" err="1"/>
              <a:t>Rakha</a:t>
            </a:r>
            <a:r>
              <a:rPr lang="en-US" sz="2800" dirty="0"/>
              <a:t>, and K. Moran, “ECO-cruise control: Feasibility </a:t>
            </a:r>
            <a:r>
              <a:rPr lang="en-US" sz="2800" dirty="0" smtClean="0"/>
              <a:t>and initial </a:t>
            </a:r>
            <a:r>
              <a:rPr lang="en-US" sz="2800" dirty="0"/>
              <a:t>testing,” In </a:t>
            </a:r>
            <a:r>
              <a:rPr lang="en-US" sz="2800" i="1" dirty="0"/>
              <a:t>Transportation Research Board 90th Annual </a:t>
            </a:r>
            <a:r>
              <a:rPr lang="en-US" sz="2800" i="1" dirty="0" smtClean="0"/>
              <a:t>Meeting </a:t>
            </a:r>
            <a:r>
              <a:rPr lang="es-ES" sz="2800" dirty="0" smtClean="0"/>
              <a:t>(No</a:t>
            </a:r>
            <a:r>
              <a:rPr lang="es-ES" sz="2800" dirty="0"/>
              <a:t>. 11-1031), Washington, DC, USA, 2011</a:t>
            </a:r>
            <a:r>
              <a:rPr lang="es-ES" sz="2800" dirty="0" smtClean="0"/>
              <a:t>.</a:t>
            </a:r>
          </a:p>
          <a:p>
            <a:r>
              <a:rPr lang="sv-SE" sz="2800" dirty="0"/>
              <a:t>B. Saerens, H. A. Rakha, M. Diehl, and E. Van den Bulck, “</a:t>
            </a:r>
            <a:r>
              <a:rPr lang="sv-SE" sz="2800" dirty="0" smtClean="0"/>
              <a:t>A </a:t>
            </a:r>
            <a:r>
              <a:rPr lang="en-US" sz="2800" dirty="0" smtClean="0"/>
              <a:t>methodology </a:t>
            </a:r>
            <a:r>
              <a:rPr lang="en-US" sz="2800" dirty="0"/>
              <a:t>for assessing eco-cruise control for passenger vehicles</a:t>
            </a:r>
            <a:r>
              <a:rPr lang="en-US" sz="2800" dirty="0" smtClean="0"/>
              <a:t>,” </a:t>
            </a:r>
            <a:r>
              <a:rPr lang="fr-FR" sz="2800" i="1" dirty="0" err="1" smtClean="0"/>
              <a:t>Transp</a:t>
            </a:r>
            <a:r>
              <a:rPr lang="fr-FR" sz="2800" i="1" dirty="0"/>
              <a:t>. </a:t>
            </a:r>
            <a:r>
              <a:rPr lang="fr-FR" sz="2800" i="1" dirty="0" err="1"/>
              <a:t>Res</a:t>
            </a:r>
            <a:r>
              <a:rPr lang="fr-FR" sz="2800" i="1" dirty="0"/>
              <a:t>. part D, </a:t>
            </a:r>
            <a:r>
              <a:rPr lang="fr-FR" sz="2800" i="1" dirty="0" err="1"/>
              <a:t>Transp</a:t>
            </a:r>
            <a:r>
              <a:rPr lang="fr-FR" sz="2800" i="1" dirty="0"/>
              <a:t>. Environ.</a:t>
            </a:r>
            <a:r>
              <a:rPr lang="fr-FR" sz="2800" dirty="0"/>
              <a:t>, vol. 19, pp. 20-27, 2013.</a:t>
            </a:r>
            <a:endParaRPr lang="en-US" sz="2800" dirty="0"/>
          </a:p>
        </p:txBody>
      </p:sp>
    </p:spTree>
    <p:extLst>
      <p:ext uri="{BB962C8B-B14F-4D97-AF65-F5344CB8AC3E}">
        <p14:creationId xmlns:p14="http://schemas.microsoft.com/office/powerpoint/2010/main" val="3484010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noChangeArrowheads="1"/>
          </p:cNvSpPr>
          <p:nvPr>
            <p:ph type="title"/>
          </p:nvPr>
        </p:nvSpPr>
        <p:spPr/>
        <p:txBody>
          <a:bodyPr/>
          <a:lstStyle/>
          <a:p>
            <a:pPr algn="l"/>
            <a:r>
              <a:rPr lang="en-US" dirty="0" smtClean="0"/>
              <a:t>IC Engine characteristics can be approximated generically</a:t>
            </a:r>
          </a:p>
        </p:txBody>
      </p:sp>
      <p:sp>
        <p:nvSpPr>
          <p:cNvPr id="4103" name="Rectangle 3"/>
          <p:cNvSpPr>
            <a:spLocks noGrp="1" noChangeArrowheads="1"/>
          </p:cNvSpPr>
          <p:nvPr>
            <p:ph idx="1"/>
          </p:nvPr>
        </p:nvSpPr>
        <p:spPr/>
        <p:txBody>
          <a:bodyPr/>
          <a:lstStyle/>
          <a:p>
            <a:r>
              <a:rPr lang="en-US" dirty="0" smtClean="0"/>
              <a:t>For spark ignition engines: 						</a:t>
            </a:r>
            <a:br>
              <a:rPr lang="en-US" dirty="0" smtClean="0"/>
            </a:br>
            <a:endParaRPr lang="en-US" dirty="0" smtClean="0"/>
          </a:p>
          <a:p>
            <a:endParaRPr lang="en-US" dirty="0" smtClean="0"/>
          </a:p>
          <a:p>
            <a:r>
              <a:rPr lang="en-US" dirty="0" smtClean="0"/>
              <a:t>We can also fine tune depending on engine type, e.g.  direct injection  diesel engines:</a:t>
            </a:r>
          </a:p>
        </p:txBody>
      </p:sp>
      <p:graphicFrame>
        <p:nvGraphicFramePr>
          <p:cNvPr id="4098" name="Object 5"/>
          <p:cNvGraphicFramePr>
            <a:graphicFrameLocks noChangeAspect="1"/>
          </p:cNvGraphicFramePr>
          <p:nvPr/>
        </p:nvGraphicFramePr>
        <p:xfrm>
          <a:off x="2406650" y="4692650"/>
          <a:ext cx="2001838" cy="1062038"/>
        </p:xfrm>
        <a:graphic>
          <a:graphicData uri="http://schemas.openxmlformats.org/presentationml/2006/ole">
            <mc:AlternateContent xmlns:mc="http://schemas.openxmlformats.org/markup-compatibility/2006">
              <mc:Choice xmlns:v="urn:schemas-microsoft-com:vml" Requires="v">
                <p:oleObj spid="_x0000_s4169" name="Equation" r:id="rId4" imgW="812447" imgH="431613" progId="">
                  <p:embed/>
                </p:oleObj>
              </mc:Choice>
              <mc:Fallback>
                <p:oleObj name="Equation" r:id="rId4" imgW="812447" imgH="431613" progId="">
                  <p:embed/>
                  <p:pic>
                    <p:nvPicPr>
                      <p:cNvPr id="0"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6650" y="4692650"/>
                        <a:ext cx="2001838" cy="1062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6"/>
          <p:cNvGraphicFramePr>
            <a:graphicFrameLocks noChangeAspect="1"/>
          </p:cNvGraphicFramePr>
          <p:nvPr/>
        </p:nvGraphicFramePr>
        <p:xfrm>
          <a:off x="4838700" y="4789488"/>
          <a:ext cx="2185988" cy="1055687"/>
        </p:xfrm>
        <a:graphic>
          <a:graphicData uri="http://schemas.openxmlformats.org/presentationml/2006/ole">
            <mc:AlternateContent xmlns:mc="http://schemas.openxmlformats.org/markup-compatibility/2006">
              <mc:Choice xmlns:v="urn:schemas-microsoft-com:vml" Requires="v">
                <p:oleObj spid="_x0000_s4170" name="Equation" r:id="rId6" imgW="888614" imgH="431613" progId="">
                  <p:embed/>
                </p:oleObj>
              </mc:Choice>
              <mc:Fallback>
                <p:oleObj name="Equation" r:id="rId6" imgW="888614" imgH="431613" progId="">
                  <p:embed/>
                  <p:pic>
                    <p:nvPicPr>
                      <p:cNvPr id="0" name="Picture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8700" y="4789488"/>
                        <a:ext cx="2185988" cy="1055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4" name="TextBox 6"/>
          <p:cNvSpPr txBox="1">
            <a:spLocks noChangeArrowheads="1"/>
          </p:cNvSpPr>
          <p:nvPr/>
        </p:nvSpPr>
        <p:spPr bwMode="auto">
          <a:xfrm>
            <a:off x="1081088" y="6065838"/>
            <a:ext cx="57896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200"/>
              <a:t>Ref: See Appendix,  page 145, </a:t>
            </a:r>
            <a:r>
              <a:rPr lang="en-US" sz="1200" u="sng"/>
              <a:t>Motor Vehicle Dynamics, Modeling and Simulation </a:t>
            </a:r>
            <a:r>
              <a:rPr lang="en-US" sz="1200"/>
              <a:t>, Genta</a:t>
            </a:r>
          </a:p>
        </p:txBody>
      </p:sp>
      <p:graphicFrame>
        <p:nvGraphicFramePr>
          <p:cNvPr id="4100" name="Object 7"/>
          <p:cNvGraphicFramePr>
            <a:graphicFrameLocks noChangeAspect="1"/>
          </p:cNvGraphicFramePr>
          <p:nvPr/>
        </p:nvGraphicFramePr>
        <p:xfrm>
          <a:off x="2600325" y="2460625"/>
          <a:ext cx="1957388" cy="1076325"/>
        </p:xfrm>
        <a:graphic>
          <a:graphicData uri="http://schemas.openxmlformats.org/presentationml/2006/ole">
            <mc:AlternateContent xmlns:mc="http://schemas.openxmlformats.org/markup-compatibility/2006">
              <mc:Choice xmlns:v="urn:schemas-microsoft-com:vml" Requires="v">
                <p:oleObj spid="_x0000_s4171" name="Equation" r:id="rId8" imgW="622030" imgH="342751" progId="Equation.3">
                  <p:embed/>
                </p:oleObj>
              </mc:Choice>
              <mc:Fallback>
                <p:oleObj name="Equation" r:id="rId8" imgW="622030" imgH="342751" progId="Equation.3">
                  <p:embed/>
                  <p:pic>
                    <p:nvPicPr>
                      <p:cNvPr id="0"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0325" y="2460625"/>
                        <a:ext cx="1957388" cy="107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8"/>
          <p:cNvGraphicFramePr>
            <a:graphicFrameLocks noChangeAspect="1"/>
          </p:cNvGraphicFramePr>
          <p:nvPr/>
        </p:nvGraphicFramePr>
        <p:xfrm>
          <a:off x="5068888" y="2468563"/>
          <a:ext cx="2028825" cy="1055687"/>
        </p:xfrm>
        <a:graphic>
          <a:graphicData uri="http://schemas.openxmlformats.org/presentationml/2006/ole">
            <mc:AlternateContent xmlns:mc="http://schemas.openxmlformats.org/markup-compatibility/2006">
              <mc:Choice xmlns:v="urn:schemas-microsoft-com:vml" Requires="v">
                <p:oleObj spid="_x0000_s4172" name="Equation" r:id="rId10" imgW="825500" imgH="431800" progId="Equation.3">
                  <p:embed/>
                </p:oleObj>
              </mc:Choice>
              <mc:Fallback>
                <p:oleObj name="Equation" r:id="rId10" imgW="825500" imgH="431800" progId="Equation.3">
                  <p:embed/>
                  <p:pic>
                    <p:nvPicPr>
                      <p:cNvPr id="0" name="Picture 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68888" y="2468563"/>
                        <a:ext cx="2028825" cy="1055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smtClean="0"/>
              <a:t>Torque, Power, and Efficiency peak at different locations</a:t>
            </a:r>
          </a:p>
        </p:txBody>
      </p:sp>
      <p:sp>
        <p:nvSpPr>
          <p:cNvPr id="21507" name="Rectangle 3"/>
          <p:cNvSpPr>
            <a:spLocks noGrp="1" noChangeArrowheads="1"/>
          </p:cNvSpPr>
          <p:nvPr>
            <p:ph idx="1"/>
          </p:nvPr>
        </p:nvSpPr>
        <p:spPr>
          <a:xfrm>
            <a:off x="957263" y="1909763"/>
            <a:ext cx="3043237" cy="4414837"/>
          </a:xfrm>
        </p:spPr>
        <p:txBody>
          <a:bodyPr/>
          <a:lstStyle/>
          <a:p>
            <a:r>
              <a:rPr lang="en-US" smtClean="0"/>
              <a:t>For example, consider a small front wheel drive car with a 1 liter spark ignition engine.</a:t>
            </a:r>
          </a:p>
        </p:txBody>
      </p:sp>
      <p:pic>
        <p:nvPicPr>
          <p:cNvPr id="21508" name="Picture 4" descr="enginemap"/>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433888" y="1630363"/>
            <a:ext cx="4154487"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5"/>
          <p:cNvSpPr>
            <a:spLocks noChangeArrowheads="1"/>
          </p:cNvSpPr>
          <p:nvPr/>
        </p:nvSpPr>
        <p:spPr bwMode="auto">
          <a:xfrm>
            <a:off x="1360488" y="5741988"/>
            <a:ext cx="68389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200"/>
              <a:t>Ref. G. Genta, </a:t>
            </a:r>
            <a:r>
              <a:rPr lang="en-US" sz="1200" u="sng"/>
              <a:t>Motor Vehicle Dynamics, Modeling and Simulation</a:t>
            </a:r>
            <a:r>
              <a:rPr lang="en-US" sz="1200"/>
              <a:t>, World Scientific Press, 1997,  page 524.</a:t>
            </a:r>
          </a:p>
        </p:txBody>
      </p:sp>
      <p:sp>
        <p:nvSpPr>
          <p:cNvPr id="21510" name="Text Box 6"/>
          <p:cNvSpPr txBox="1">
            <a:spLocks noChangeArrowheads="1"/>
          </p:cNvSpPr>
          <p:nvPr/>
        </p:nvSpPr>
        <p:spPr bwMode="auto">
          <a:xfrm>
            <a:off x="3386138" y="4803775"/>
            <a:ext cx="1646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a:t>Engine map</a:t>
            </a:r>
          </a:p>
        </p:txBody>
      </p:sp>
      <p:sp>
        <p:nvSpPr>
          <p:cNvPr id="21511" name="Line 7"/>
          <p:cNvSpPr>
            <a:spLocks noChangeShapeType="1"/>
          </p:cNvSpPr>
          <p:nvPr/>
        </p:nvSpPr>
        <p:spPr bwMode="auto">
          <a:xfrm flipV="1">
            <a:off x="4195763" y="4587875"/>
            <a:ext cx="898525" cy="2936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dirty="0" smtClean="0"/>
              <a:t>For this engine…</a:t>
            </a:r>
          </a:p>
        </p:txBody>
      </p:sp>
      <p:sp>
        <p:nvSpPr>
          <p:cNvPr id="5125" name="Rectangle 3"/>
          <p:cNvSpPr>
            <a:spLocks noGrp="1" noChangeArrowheads="1"/>
          </p:cNvSpPr>
          <p:nvPr>
            <p:ph idx="1"/>
          </p:nvPr>
        </p:nvSpPr>
        <p:spPr/>
        <p:txBody>
          <a:bodyPr/>
          <a:lstStyle/>
          <a:p>
            <a:r>
              <a:rPr lang="en-US" smtClean="0"/>
              <a:t>Using Artamonov’s fitting method:</a:t>
            </a:r>
          </a:p>
          <a:p>
            <a:endParaRPr lang="en-US" smtClean="0"/>
          </a:p>
          <a:p>
            <a:endParaRPr lang="en-US" smtClean="0"/>
          </a:p>
          <a:p>
            <a:r>
              <a:rPr lang="en-US" smtClean="0"/>
              <a:t>Using a least squares regression on the 3</a:t>
            </a:r>
            <a:r>
              <a:rPr lang="en-US" baseline="30000" smtClean="0"/>
              <a:t>rd</a:t>
            </a:r>
            <a:r>
              <a:rPr lang="en-US" smtClean="0"/>
              <a:t> order polynomial gives:</a:t>
            </a:r>
          </a:p>
        </p:txBody>
      </p:sp>
      <p:graphicFrame>
        <p:nvGraphicFramePr>
          <p:cNvPr id="5122" name="Object 1024"/>
          <p:cNvGraphicFramePr>
            <a:graphicFrameLocks noChangeAspect="1"/>
          </p:cNvGraphicFramePr>
          <p:nvPr/>
        </p:nvGraphicFramePr>
        <p:xfrm>
          <a:off x="1773238" y="2116138"/>
          <a:ext cx="6237287" cy="1330325"/>
        </p:xfrm>
        <a:graphic>
          <a:graphicData uri="http://schemas.openxmlformats.org/presentationml/2006/ole">
            <mc:AlternateContent xmlns:mc="http://schemas.openxmlformats.org/markup-compatibility/2006">
              <mc:Choice xmlns:v="urn:schemas-microsoft-com:vml" Requires="v">
                <p:oleObj spid="_x0000_s5158" name="Equation" r:id="rId4" imgW="2247900" imgH="482600" progId="Equation.3">
                  <p:embed/>
                </p:oleObj>
              </mc:Choice>
              <mc:Fallback>
                <p:oleObj name="Equation" r:id="rId4" imgW="2247900" imgH="482600" progId="Equation.3">
                  <p:embed/>
                  <p:pic>
                    <p:nvPicPr>
                      <p:cNvPr id="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3238" y="2116138"/>
                        <a:ext cx="6237287" cy="1330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1025"/>
          <p:cNvGraphicFramePr>
            <a:graphicFrameLocks noChangeAspect="1"/>
          </p:cNvGraphicFramePr>
          <p:nvPr/>
        </p:nvGraphicFramePr>
        <p:xfrm>
          <a:off x="1384300" y="4848225"/>
          <a:ext cx="7121525" cy="1330325"/>
        </p:xfrm>
        <a:graphic>
          <a:graphicData uri="http://schemas.openxmlformats.org/presentationml/2006/ole">
            <mc:AlternateContent xmlns:mc="http://schemas.openxmlformats.org/markup-compatibility/2006">
              <mc:Choice xmlns:v="urn:schemas-microsoft-com:vml" Requires="v">
                <p:oleObj spid="_x0000_s5159" name="Equation" r:id="rId6" imgW="2565400" imgH="482600" progId="Equation.3">
                  <p:embed/>
                </p:oleObj>
              </mc:Choice>
              <mc:Fallback>
                <p:oleObj name="Equation" r:id="rId6" imgW="2565400" imgH="482600" progId="Equation.3">
                  <p:embed/>
                  <p:pic>
                    <p:nvPicPr>
                      <p:cNvPr id="0"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4300" y="4848225"/>
                        <a:ext cx="7121525" cy="1330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smtClean="0"/>
              <a:t>IC Engine Characteristics</a:t>
            </a:r>
          </a:p>
        </p:txBody>
      </p:sp>
      <p:sp>
        <p:nvSpPr>
          <p:cNvPr id="22531" name="Rectangle 3"/>
          <p:cNvSpPr>
            <a:spLocks noGrp="1" noChangeArrowheads="1"/>
          </p:cNvSpPr>
          <p:nvPr>
            <p:ph idx="1"/>
          </p:nvPr>
        </p:nvSpPr>
        <p:spPr/>
        <p:txBody>
          <a:bodyPr/>
          <a:lstStyle/>
          <a:p>
            <a:r>
              <a:rPr lang="en-US" smtClean="0"/>
              <a:t>Resulting fits are pretty close.</a:t>
            </a:r>
          </a:p>
        </p:txBody>
      </p:sp>
      <p:pic>
        <p:nvPicPr>
          <p:cNvPr id="22532" name="Picture 4" descr="enginemap-1"/>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070100" y="2460625"/>
            <a:ext cx="6165850"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5"/>
          <p:cNvSpPr>
            <a:spLocks noChangeArrowheads="1"/>
          </p:cNvSpPr>
          <p:nvPr/>
        </p:nvSpPr>
        <p:spPr bwMode="auto">
          <a:xfrm>
            <a:off x="1228725" y="6019800"/>
            <a:ext cx="68389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200"/>
              <a:t>Ref. G. Genta, </a:t>
            </a:r>
            <a:r>
              <a:rPr lang="en-US" sz="1200" u="sng"/>
              <a:t>Motor Vehicle Dynamics, Modeling and Simulation</a:t>
            </a:r>
            <a:r>
              <a:rPr lang="en-US" sz="1200"/>
              <a:t>, World Scientific Press, 1997,  page 155.</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But </a:t>
            </a:r>
            <a:r>
              <a:rPr lang="en-US" dirty="0"/>
              <a:t>p</a:t>
            </a:r>
            <a:r>
              <a:rPr lang="en-US" dirty="0" smtClean="0"/>
              <a:t>ower isn’t everything…</a:t>
            </a:r>
          </a:p>
        </p:txBody>
      </p:sp>
      <p:sp>
        <p:nvSpPr>
          <p:cNvPr id="23555" name="Content Placeholder 2"/>
          <p:cNvSpPr>
            <a:spLocks noGrp="1"/>
          </p:cNvSpPr>
          <p:nvPr>
            <p:ph idx="1"/>
          </p:nvPr>
        </p:nvSpPr>
        <p:spPr>
          <a:xfrm>
            <a:off x="457200" y="1600200"/>
            <a:ext cx="4540250" cy="4525963"/>
          </a:xfrm>
        </p:spPr>
        <p:txBody>
          <a:bodyPr/>
          <a:lstStyle/>
          <a:p>
            <a:r>
              <a:rPr lang="en-US" sz="2400" dirty="0" smtClean="0"/>
              <a:t>Heavy vehicles have lower fuel economy than a regular vehicle, so how to compare?</a:t>
            </a:r>
          </a:p>
          <a:p>
            <a:r>
              <a:rPr lang="en-US" sz="2400" dirty="0" smtClean="0"/>
              <a:t>Suggestion from US National Academy of Sciences/National Research Council report “Technologies and Approaches to  Reducing the Fuel Consumption of Medium- and Heavy-Duty Vehicles“, is to calculate fuel used per weight of the vehicle</a:t>
            </a:r>
          </a:p>
        </p:txBody>
      </p:sp>
      <p:pic>
        <p:nvPicPr>
          <p:cNvPr id="23556"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087938" y="1552575"/>
            <a:ext cx="325755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3"/>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210175" y="4056063"/>
            <a:ext cx="2828925"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z="4000" dirty="0" smtClean="0"/>
              <a:t>LSFC = Load Specific Fuel Consumption</a:t>
            </a:r>
          </a:p>
        </p:txBody>
      </p:sp>
      <p:sp>
        <p:nvSpPr>
          <p:cNvPr id="24579" name="Content Placeholder 2"/>
          <p:cNvSpPr>
            <a:spLocks noGrp="1"/>
          </p:cNvSpPr>
          <p:nvPr>
            <p:ph idx="1"/>
          </p:nvPr>
        </p:nvSpPr>
        <p:spPr/>
        <p:txBody>
          <a:bodyPr/>
          <a:lstStyle/>
          <a:p>
            <a:r>
              <a:rPr lang="en-US" sz="2400" dirty="0" smtClean="0"/>
              <a:t>Tractor weighs 7 metric tons</a:t>
            </a:r>
          </a:p>
          <a:p>
            <a:r>
              <a:rPr lang="en-US" sz="2400" dirty="0" smtClean="0"/>
              <a:t>Trailer weights 8 tons</a:t>
            </a:r>
          </a:p>
          <a:p>
            <a:r>
              <a:rPr lang="en-US" sz="2400" dirty="0" smtClean="0"/>
              <a:t>Maximum capacity with load is 25 tons (Europe)</a:t>
            </a:r>
          </a:p>
          <a:p>
            <a:r>
              <a:rPr lang="en-US" sz="2400" dirty="0" smtClean="0"/>
              <a:t>Cargo volume is </a:t>
            </a:r>
            <a:r>
              <a:rPr lang="pl-PL" sz="2400" dirty="0" smtClean="0"/>
              <a:t>13.6 x 2.5 x 2.65 = 90</a:t>
            </a:r>
            <a:r>
              <a:rPr lang="en-US" sz="2400" dirty="0" smtClean="0"/>
              <a:t> meters</a:t>
            </a:r>
            <a:r>
              <a:rPr lang="pl-PL" sz="2400" dirty="0" smtClean="0"/>
              <a:t> (L x W x H) </a:t>
            </a:r>
            <a:endParaRPr lang="en-US" sz="2400" dirty="0" smtClean="0"/>
          </a:p>
          <a:p>
            <a:r>
              <a:rPr lang="en-US" sz="2400" dirty="0" smtClean="0"/>
              <a:t>Fuel consumption is 3.0 L per 10 km at max load.</a:t>
            </a:r>
          </a:p>
          <a:p>
            <a:r>
              <a:rPr lang="en-US" sz="2400" dirty="0" smtClean="0"/>
              <a:t>Energy content of diesel is 38.6 MJ/L (10.7 kWh/L)</a:t>
            </a:r>
          </a:p>
          <a:p>
            <a:r>
              <a:rPr lang="en-US" sz="2400" dirty="0" smtClean="0"/>
              <a:t>C02 is 2.67 kg per L of diesel (or 3.1 kg CO2 per kg fuel) –</a:t>
            </a:r>
          </a:p>
          <a:p>
            <a:pPr lvl="2"/>
            <a:r>
              <a:rPr lang="en-US" sz="1600" dirty="0" smtClean="0"/>
              <a:t>Note: 3 kg CO2 per kg fuel holds for any fuel of </a:t>
            </a:r>
            <a:r>
              <a:rPr lang="en-US" sz="1600" dirty="0" err="1" smtClean="0"/>
              <a:t>CxHy</a:t>
            </a:r>
            <a:r>
              <a:rPr lang="en-US" sz="1600" dirty="0" smtClean="0"/>
              <a:t> type, except methane which is 2.75)</a:t>
            </a:r>
          </a:p>
          <a:p>
            <a:endParaRPr lang="en-US" sz="24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smtClean="0"/>
              <a:t>What LSFC does this predict?</a:t>
            </a:r>
          </a:p>
        </p:txBody>
      </p:sp>
      <p:sp>
        <p:nvSpPr>
          <p:cNvPr id="25603" name="Content Placeholder 2"/>
          <p:cNvSpPr>
            <a:spLocks noGrp="1"/>
          </p:cNvSpPr>
          <p:nvPr>
            <p:ph idx="1"/>
          </p:nvPr>
        </p:nvSpPr>
        <p:spPr/>
        <p:txBody>
          <a:bodyPr/>
          <a:lstStyle/>
          <a:p>
            <a:pPr>
              <a:buFont typeface="Arial" pitchFamily="34" charset="0"/>
              <a:buNone/>
            </a:pPr>
            <a:r>
              <a:rPr lang="en-US" sz="2400" dirty="0" smtClean="0"/>
              <a:t>From this follows the load specific values. </a:t>
            </a:r>
          </a:p>
          <a:p>
            <a:pPr>
              <a:buFont typeface="Arial" pitchFamily="34" charset="0"/>
              <a:buNone/>
            </a:pPr>
            <a:r>
              <a:rPr lang="en-US" sz="2400" dirty="0" smtClean="0"/>
              <a:t>“Massed out”</a:t>
            </a:r>
          </a:p>
          <a:p>
            <a:r>
              <a:rPr lang="en-US" sz="2400" dirty="0" smtClean="0"/>
              <a:t>Grams of fuel per ton-km of goods:              	10 </a:t>
            </a:r>
          </a:p>
          <a:p>
            <a:r>
              <a:rPr lang="en-US" sz="2400" dirty="0" smtClean="0"/>
              <a:t>Grams of CO2 per ton-km of goods:            	31 </a:t>
            </a:r>
          </a:p>
          <a:p>
            <a:r>
              <a:rPr lang="en-US" sz="2400" dirty="0" smtClean="0"/>
              <a:t> kWh of fuel energy per ton-km of goods:   	0.13 </a:t>
            </a:r>
          </a:p>
          <a:p>
            <a:pPr>
              <a:buFont typeface="Arial" pitchFamily="34" charset="0"/>
              <a:buNone/>
            </a:pPr>
            <a:endParaRPr lang="en-US" sz="2400" dirty="0" smtClean="0"/>
          </a:p>
          <a:p>
            <a:pPr>
              <a:buFont typeface="Arial" pitchFamily="34" charset="0"/>
              <a:buNone/>
            </a:pPr>
            <a:r>
              <a:rPr lang="en-US" sz="2400" dirty="0" smtClean="0"/>
              <a:t>“Cubed out”</a:t>
            </a:r>
          </a:p>
          <a:p>
            <a:r>
              <a:rPr lang="en-US" sz="2400" dirty="0" smtClean="0"/>
              <a:t>Grams of fuel per m3-km of goods:              	2.5 </a:t>
            </a:r>
          </a:p>
          <a:p>
            <a:r>
              <a:rPr lang="en-US" sz="2400" dirty="0" smtClean="0"/>
              <a:t>Grams of CO2 per m3-km of goods:            	7.7 </a:t>
            </a:r>
          </a:p>
          <a:p>
            <a:r>
              <a:rPr lang="en-US" sz="2400" dirty="0" smtClean="0"/>
              <a:t>kWh of fuel energy per m3-km of goods:     	0.032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extLst>
              <p:ext uri="{D42A27DB-BD31-4B8C-83A1-F6EECF244321}">
                <p14:modId xmlns:p14="http://schemas.microsoft.com/office/powerpoint/2010/main" val="2302073077"/>
              </p:ext>
            </p:extLst>
          </p:nvPr>
        </p:nvGraphicFramePr>
        <p:xfrm>
          <a:off x="1669944" y="1399592"/>
          <a:ext cx="5887853" cy="477251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a:xfrm>
            <a:off x="391886" y="358614"/>
            <a:ext cx="8229600" cy="1143000"/>
          </a:xfrm>
        </p:spPr>
        <p:txBody>
          <a:bodyPr/>
          <a:lstStyle/>
          <a:p>
            <a:pPr algn="l"/>
            <a:r>
              <a:rPr lang="en-US" sz="3600" dirty="0" smtClean="0"/>
              <a:t>Fuel economy is usually seen as a tradeoff with power… and there’s </a:t>
            </a:r>
            <a:r>
              <a:rPr lang="en-US" sz="3600" i="1" dirty="0" smtClean="0"/>
              <a:t>some</a:t>
            </a:r>
            <a:r>
              <a:rPr lang="en-US" sz="3600" dirty="0" smtClean="0"/>
              <a:t> truth to that</a:t>
            </a:r>
            <a:endParaRPr lang="en-US" sz="36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extLst>
              <p:ext uri="{D42A27DB-BD31-4B8C-83A1-F6EECF244321}">
                <p14:modId xmlns:p14="http://schemas.microsoft.com/office/powerpoint/2010/main" val="558666685"/>
              </p:ext>
            </p:extLst>
          </p:nvPr>
        </p:nvGraphicFramePr>
        <p:xfrm>
          <a:off x="981451" y="1819470"/>
          <a:ext cx="6063161" cy="4625274"/>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p:cNvSpPr>
            <a:spLocks noGrp="1"/>
          </p:cNvSpPr>
          <p:nvPr>
            <p:ph type="title"/>
          </p:nvPr>
        </p:nvSpPr>
        <p:spPr>
          <a:xfrm>
            <a:off x="149289" y="265307"/>
            <a:ext cx="8826759" cy="1143000"/>
          </a:xfrm>
        </p:spPr>
        <p:txBody>
          <a:bodyPr/>
          <a:lstStyle/>
          <a:p>
            <a:pPr algn="l"/>
            <a:r>
              <a:rPr lang="en-US" sz="3600" dirty="0" smtClean="0"/>
              <a:t>But the truth is that poor fuel economy is most associated with excess mass</a:t>
            </a:r>
            <a:endParaRPr lang="en-US" sz="36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p:cNvSpPr>
          <p:nvPr>
            <p:ph type="ctrTitle"/>
          </p:nvPr>
        </p:nvSpPr>
        <p:spPr>
          <a:xfrm>
            <a:off x="571500" y="0"/>
            <a:ext cx="7772400" cy="1470025"/>
          </a:xfrm>
        </p:spPr>
        <p:txBody>
          <a:bodyPr/>
          <a:lstStyle/>
          <a:p>
            <a:pPr algn="l"/>
            <a:r>
              <a:rPr lang="en-US" dirty="0" smtClean="0"/>
              <a:t>Do engines have dynamics (like the chassis)? Yes…</a:t>
            </a:r>
          </a:p>
        </p:txBody>
      </p:sp>
      <p:pic>
        <p:nvPicPr>
          <p:cNvPr id="28675" name="Picture 6"/>
          <p:cNvPicPr>
            <a:picLocks noChangeAspect="1" noChangeArrowheads="1"/>
          </p:cNvPicPr>
          <p:nvPr/>
        </p:nvPicPr>
        <p:blipFill>
          <a:blip r:embed="rId3" cstate="print">
            <a:extLst>
              <a:ext uri="{28A0092B-C50C-407E-A947-70E740481C1C}">
                <a14:useLocalDpi xmlns:a14="http://schemas.microsoft.com/office/drawing/2010/main"/>
              </a:ext>
            </a:extLst>
          </a:blip>
          <a:srcRect l="28200" t="29538" r="27995" b="34152"/>
          <a:stretch>
            <a:fillRect/>
          </a:stretch>
        </p:blipFill>
        <p:spPr bwMode="auto">
          <a:xfrm>
            <a:off x="1789113" y="1931988"/>
            <a:ext cx="5932487"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7"/>
          <p:cNvSpPr txBox="1">
            <a:spLocks noChangeArrowheads="1"/>
          </p:cNvSpPr>
          <p:nvPr/>
        </p:nvSpPr>
        <p:spPr bwMode="auto">
          <a:xfrm>
            <a:off x="7713663" y="5608638"/>
            <a:ext cx="5921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spcBef>
                <a:spcPct val="50000"/>
              </a:spcBef>
            </a:pPr>
            <a:r>
              <a:rPr lang="en-US" sz="1200">
                <a:latin typeface="Times New Roman" pitchFamily="18" charset="0"/>
              </a:rPr>
              <a:t>[6]</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30213" y="563887"/>
            <a:ext cx="8229600" cy="1143000"/>
          </a:xfrm>
        </p:spPr>
        <p:txBody>
          <a:bodyPr/>
          <a:lstStyle/>
          <a:p>
            <a:pPr algn="l"/>
            <a:r>
              <a:rPr lang="en-US" sz="3200" dirty="0"/>
              <a:t>Engine dynamics are quite complex but can be conveniently modeled with a combination of physical and empirical relationships</a:t>
            </a:r>
            <a:endParaRPr lang="en-US" sz="3200" dirty="0" smtClean="0"/>
          </a:p>
        </p:txBody>
      </p:sp>
      <p:sp>
        <p:nvSpPr>
          <p:cNvPr id="29699" name="Rectangle 3"/>
          <p:cNvSpPr>
            <a:spLocks noGrp="1" noChangeArrowheads="1"/>
          </p:cNvSpPr>
          <p:nvPr>
            <p:ph idx="1"/>
          </p:nvPr>
        </p:nvSpPr>
        <p:spPr>
          <a:xfrm>
            <a:off x="430213" y="2528596"/>
            <a:ext cx="8229600" cy="3159417"/>
          </a:xfrm>
        </p:spPr>
        <p:txBody>
          <a:bodyPr/>
          <a:lstStyle/>
          <a:p>
            <a:pPr marL="533400" indent="-533400"/>
            <a:r>
              <a:rPr lang="en-US" dirty="0" smtClean="0">
                <a:cs typeface="Times New Roman" pitchFamily="18" charset="0"/>
              </a:rPr>
              <a:t>The model can be broken down into six different subsystems, namely:</a:t>
            </a:r>
          </a:p>
          <a:p>
            <a:pPr lvl="2">
              <a:buFont typeface="Wingdings" pitchFamily="2" charset="2"/>
              <a:buAutoNum type="arabicPeriod"/>
            </a:pPr>
            <a:r>
              <a:rPr lang="en-US" dirty="0" smtClean="0">
                <a:cs typeface="Times New Roman" pitchFamily="18" charset="0"/>
              </a:rPr>
              <a:t>throttle</a:t>
            </a:r>
          </a:p>
          <a:p>
            <a:pPr lvl="2">
              <a:buFont typeface="Wingdings" pitchFamily="2" charset="2"/>
              <a:buAutoNum type="arabicPeriod"/>
            </a:pPr>
            <a:r>
              <a:rPr lang="en-US" dirty="0" smtClean="0">
                <a:cs typeface="Times New Roman" pitchFamily="18" charset="0"/>
              </a:rPr>
              <a:t>intake manifold</a:t>
            </a:r>
          </a:p>
          <a:p>
            <a:pPr lvl="2">
              <a:buFont typeface="Wingdings" pitchFamily="2" charset="2"/>
              <a:buAutoNum type="arabicPeriod"/>
            </a:pPr>
            <a:r>
              <a:rPr lang="en-US" dirty="0" smtClean="0">
                <a:cs typeface="Times New Roman" pitchFamily="18" charset="0"/>
              </a:rPr>
              <a:t>fuel injection (mass flow rate)</a:t>
            </a:r>
          </a:p>
          <a:p>
            <a:pPr lvl="2">
              <a:buFont typeface="Wingdings" pitchFamily="2" charset="2"/>
              <a:buAutoNum type="arabicPeriod"/>
            </a:pPr>
            <a:r>
              <a:rPr lang="en-US" dirty="0" smtClean="0">
                <a:cs typeface="Times New Roman" pitchFamily="18" charset="0"/>
              </a:rPr>
              <a:t>compression stroke</a:t>
            </a:r>
          </a:p>
          <a:p>
            <a:pPr lvl="2">
              <a:buFont typeface="Wingdings" pitchFamily="2" charset="2"/>
              <a:buAutoNum type="arabicPeriod"/>
            </a:pPr>
            <a:r>
              <a:rPr lang="en-US" dirty="0" smtClean="0">
                <a:cs typeface="Times New Roman" pitchFamily="18" charset="0"/>
              </a:rPr>
              <a:t>combustion and torque production</a:t>
            </a:r>
          </a:p>
          <a:p>
            <a:pPr lvl="2">
              <a:buFont typeface="Wingdings" pitchFamily="2" charset="2"/>
              <a:buAutoNum type="arabicPeriod"/>
            </a:pPr>
            <a:r>
              <a:rPr lang="en-US" dirty="0" smtClean="0">
                <a:cs typeface="Times New Roman" pitchFamily="18" charset="0"/>
              </a:rPr>
              <a:t>crankshaft rotation</a:t>
            </a:r>
            <a:r>
              <a:rPr lang="en-US" dirty="0" smtClean="0"/>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l"/>
            <a:r>
              <a:rPr lang="en-US" smtClean="0"/>
              <a:t>Dynamic Engine Model</a:t>
            </a:r>
          </a:p>
        </p:txBody>
      </p:sp>
      <p:sp>
        <p:nvSpPr>
          <p:cNvPr id="30723" name="Rectangle 3"/>
          <p:cNvSpPr>
            <a:spLocks noGrp="1" noChangeArrowheads="1"/>
          </p:cNvSpPr>
          <p:nvPr>
            <p:ph idx="1"/>
          </p:nvPr>
        </p:nvSpPr>
        <p:spPr>
          <a:xfrm>
            <a:off x="438150" y="1271588"/>
            <a:ext cx="8229600" cy="4525962"/>
          </a:xfrm>
        </p:spPr>
        <p:txBody>
          <a:bodyPr/>
          <a:lstStyle/>
          <a:p>
            <a:pPr marL="533400" indent="-533400"/>
            <a:r>
              <a:rPr lang="en-US" smtClean="0">
                <a:cs typeface="Times New Roman" pitchFamily="18" charset="0"/>
              </a:rPr>
              <a:t>Taking this generalized form of the engine model and implementing it into Simulink</a:t>
            </a:r>
            <a:endParaRPr lang="en-US" smtClean="0"/>
          </a:p>
        </p:txBody>
      </p:sp>
      <p:pic>
        <p:nvPicPr>
          <p:cNvPr id="30724"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009650" y="2549525"/>
            <a:ext cx="7324725"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l"/>
            <a:r>
              <a:rPr lang="en-US" smtClean="0"/>
              <a:t>Dynamic Engine Model</a:t>
            </a:r>
          </a:p>
        </p:txBody>
      </p:sp>
      <p:sp>
        <p:nvSpPr>
          <p:cNvPr id="31747" name="Rectangle 3"/>
          <p:cNvSpPr>
            <a:spLocks noGrp="1" noChangeArrowheads="1"/>
          </p:cNvSpPr>
          <p:nvPr>
            <p:ph idx="1"/>
          </p:nvPr>
        </p:nvSpPr>
        <p:spPr>
          <a:xfrm>
            <a:off x="438150" y="1271588"/>
            <a:ext cx="8229600" cy="4525962"/>
          </a:xfrm>
        </p:spPr>
        <p:txBody>
          <a:bodyPr/>
          <a:lstStyle/>
          <a:p>
            <a:pPr marL="533400" indent="-533400"/>
            <a:r>
              <a:rPr lang="en-US" smtClean="0">
                <a:cs typeface="Times New Roman" pitchFamily="18" charset="0"/>
              </a:rPr>
              <a:t>Each subsystem represents a governing or empirical equation for the model.</a:t>
            </a:r>
          </a:p>
          <a:p>
            <a:pPr marL="933450" lvl="1" indent="-533400">
              <a:buFont typeface="Arial" pitchFamily="34" charset="0"/>
              <a:buNone/>
            </a:pPr>
            <a:endParaRPr lang="en-US" smtClean="0">
              <a:solidFill>
                <a:srgbClr val="00B0F0"/>
              </a:solidFill>
              <a:cs typeface="Times New Roman" pitchFamily="18" charset="0"/>
            </a:endParaRPr>
          </a:p>
        </p:txBody>
      </p:sp>
      <p:pic>
        <p:nvPicPr>
          <p:cNvPr id="31748"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581150" y="2632075"/>
            <a:ext cx="6208713" cy="304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l"/>
            <a:r>
              <a:rPr lang="en-US" smtClean="0"/>
              <a:t>Dynamic Engine Model</a:t>
            </a:r>
          </a:p>
        </p:txBody>
      </p:sp>
      <p:sp>
        <p:nvSpPr>
          <p:cNvPr id="32771" name="Rectangle 3"/>
          <p:cNvSpPr>
            <a:spLocks noGrp="1" noChangeArrowheads="1"/>
          </p:cNvSpPr>
          <p:nvPr>
            <p:ph idx="1"/>
          </p:nvPr>
        </p:nvSpPr>
        <p:spPr>
          <a:xfrm>
            <a:off x="0" y="1138238"/>
            <a:ext cx="9144000" cy="4525962"/>
          </a:xfrm>
        </p:spPr>
        <p:txBody>
          <a:bodyPr/>
          <a:lstStyle/>
          <a:p>
            <a:pPr marL="933450" lvl="1" indent="-533400">
              <a:buFont typeface="Arial" pitchFamily="34" charset="0"/>
              <a:buNone/>
            </a:pPr>
            <a:r>
              <a:rPr lang="en-US" smtClean="0">
                <a:cs typeface="Times New Roman" pitchFamily="18" charset="0"/>
              </a:rPr>
              <a:t>1. </a:t>
            </a:r>
            <a:r>
              <a:rPr lang="en-US" smtClean="0">
                <a:solidFill>
                  <a:srgbClr val="00B0F0"/>
                </a:solidFill>
                <a:cs typeface="Times New Roman" pitchFamily="18" charset="0"/>
              </a:rPr>
              <a:t>Throttle – </a:t>
            </a:r>
            <a:r>
              <a:rPr lang="en-US" smtClean="0">
                <a:cs typeface="Times New Roman" pitchFamily="18" charset="0"/>
              </a:rPr>
              <a:t>This models the mass flow rate of air that enters the intake manifold.  It is modeled as a product of two functions: one dependent on throttle plate angle and one dependent on pressure.</a:t>
            </a:r>
          </a:p>
        </p:txBody>
      </p:sp>
      <p:pic>
        <p:nvPicPr>
          <p:cNvPr id="32772"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73038" y="2660650"/>
            <a:ext cx="5829301"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14"/>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314950" y="2998788"/>
            <a:ext cx="3829050" cy="30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l"/>
            <a:r>
              <a:rPr lang="en-US" smtClean="0"/>
              <a:t>Dynamic Engine Model</a:t>
            </a:r>
          </a:p>
        </p:txBody>
      </p:sp>
      <p:sp>
        <p:nvSpPr>
          <p:cNvPr id="17411" name="Rectangle 3"/>
          <p:cNvSpPr>
            <a:spLocks noGrp="1" noChangeArrowheads="1"/>
          </p:cNvSpPr>
          <p:nvPr>
            <p:ph idx="1"/>
          </p:nvPr>
        </p:nvSpPr>
        <p:spPr>
          <a:xfrm>
            <a:off x="0" y="1138238"/>
            <a:ext cx="9144000" cy="4525962"/>
          </a:xfrm>
        </p:spPr>
        <p:txBody>
          <a:bodyPr/>
          <a:lstStyle/>
          <a:p>
            <a:pPr marL="933450" lvl="1" indent="-533400">
              <a:buFont typeface="Arial" charset="0"/>
              <a:buNone/>
              <a:defRPr/>
            </a:pPr>
            <a:r>
              <a:rPr lang="en-US" dirty="0" smtClean="0">
                <a:cs typeface="Times New Roman" pitchFamily="18" charset="0"/>
              </a:rPr>
              <a:t>2. </a:t>
            </a:r>
            <a:r>
              <a:rPr lang="en-US" dirty="0" smtClean="0">
                <a:solidFill>
                  <a:schemeClr val="accent3">
                    <a:lumMod val="75000"/>
                  </a:schemeClr>
                </a:solidFill>
                <a:cs typeface="Times New Roman" pitchFamily="18" charset="0"/>
              </a:rPr>
              <a:t>Intake Manifold – </a:t>
            </a:r>
            <a:r>
              <a:rPr lang="en-US" dirty="0" smtClean="0">
                <a:cs typeface="Times New Roman" pitchFamily="18" charset="0"/>
              </a:rPr>
              <a:t>This models the manifold pressure rate of change as an ideal gas relationship with the difference in mass flow rates through the manifold.</a:t>
            </a:r>
          </a:p>
        </p:txBody>
      </p:sp>
      <p:pic>
        <p:nvPicPr>
          <p:cNvPr id="33796" name="Picture 4"/>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800600" y="4246563"/>
            <a:ext cx="4343400" cy="196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5"/>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0" y="2427288"/>
            <a:ext cx="523875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l"/>
            <a:r>
              <a:rPr lang="en-US" smtClean="0"/>
              <a:t>Dynamic Engine Model</a:t>
            </a:r>
          </a:p>
        </p:txBody>
      </p:sp>
      <p:sp>
        <p:nvSpPr>
          <p:cNvPr id="34819" name="Rectangle 3"/>
          <p:cNvSpPr>
            <a:spLocks noGrp="1" noChangeArrowheads="1"/>
          </p:cNvSpPr>
          <p:nvPr>
            <p:ph idx="1"/>
          </p:nvPr>
        </p:nvSpPr>
        <p:spPr>
          <a:xfrm>
            <a:off x="0" y="1138238"/>
            <a:ext cx="9144000" cy="4525962"/>
          </a:xfrm>
        </p:spPr>
        <p:txBody>
          <a:bodyPr/>
          <a:lstStyle/>
          <a:p>
            <a:pPr marL="933450" lvl="1" indent="-533400">
              <a:buFont typeface="Arial" pitchFamily="34" charset="0"/>
              <a:buNone/>
            </a:pPr>
            <a:r>
              <a:rPr lang="en-US" smtClean="0">
                <a:cs typeface="Times New Roman" pitchFamily="18" charset="0"/>
              </a:rPr>
              <a:t>3. </a:t>
            </a:r>
            <a:r>
              <a:rPr lang="en-US" smtClean="0">
                <a:solidFill>
                  <a:srgbClr val="CCCC00"/>
                </a:solidFill>
                <a:cs typeface="Times New Roman" pitchFamily="18" charset="0"/>
              </a:rPr>
              <a:t>Fuel Injection – </a:t>
            </a:r>
            <a:r>
              <a:rPr lang="en-US" smtClean="0">
                <a:cs typeface="Times New Roman" pitchFamily="18" charset="0"/>
              </a:rPr>
              <a:t>This models the mass flow rate into the cylinders as an empirical relationship between engine angular speed and manifold pressure.</a:t>
            </a:r>
          </a:p>
        </p:txBody>
      </p:sp>
      <p:pic>
        <p:nvPicPr>
          <p:cNvPr id="34820"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828800" y="4967288"/>
            <a:ext cx="667385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3"/>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0" y="2409825"/>
            <a:ext cx="523875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l"/>
            <a:r>
              <a:rPr lang="en-US" smtClean="0"/>
              <a:t>Dynamic Engine Model</a:t>
            </a:r>
          </a:p>
        </p:txBody>
      </p:sp>
      <p:sp>
        <p:nvSpPr>
          <p:cNvPr id="17411" name="Rectangle 3"/>
          <p:cNvSpPr>
            <a:spLocks noGrp="1" noChangeArrowheads="1"/>
          </p:cNvSpPr>
          <p:nvPr>
            <p:ph idx="1"/>
          </p:nvPr>
        </p:nvSpPr>
        <p:spPr>
          <a:xfrm>
            <a:off x="0" y="1138238"/>
            <a:ext cx="9144000" cy="1790700"/>
          </a:xfrm>
        </p:spPr>
        <p:txBody>
          <a:bodyPr/>
          <a:lstStyle/>
          <a:p>
            <a:pPr marL="933450" lvl="1" indent="-533400">
              <a:buFont typeface="Arial" charset="0"/>
              <a:buNone/>
              <a:defRPr/>
            </a:pPr>
            <a:r>
              <a:rPr lang="en-US" dirty="0" smtClean="0">
                <a:cs typeface="Times New Roman" pitchFamily="18" charset="0"/>
              </a:rPr>
              <a:t>4. </a:t>
            </a:r>
            <a:r>
              <a:rPr lang="en-US" dirty="0" smtClean="0">
                <a:solidFill>
                  <a:schemeClr val="accent6"/>
                </a:solidFill>
                <a:cs typeface="Times New Roman" pitchFamily="18" charset="0"/>
              </a:rPr>
              <a:t>Compression Stroke – </a:t>
            </a:r>
            <a:r>
              <a:rPr lang="en-US" dirty="0" smtClean="0">
                <a:cs typeface="Times New Roman" pitchFamily="18" charset="0"/>
              </a:rPr>
              <a:t>A inline four-cylinder four-stoke engine compression stroke is modeled as a series of delays and triggers to perform the discrete time events of the compression cycle.</a:t>
            </a:r>
          </a:p>
        </p:txBody>
      </p:sp>
      <p:pic>
        <p:nvPicPr>
          <p:cNvPr id="35844" name="Picture 3"/>
          <p:cNvPicPr>
            <a:picLocks noChangeAspect="1" noChangeArrowheads="1"/>
          </p:cNvPicPr>
          <p:nvPr/>
        </p:nvPicPr>
        <p:blipFill>
          <a:blip r:embed="rId3" cstate="print">
            <a:extLst>
              <a:ext uri="{28A0092B-C50C-407E-A947-70E740481C1C}">
                <a14:useLocalDpi xmlns:a14="http://schemas.microsoft.com/office/drawing/2010/main"/>
              </a:ext>
            </a:extLst>
          </a:blip>
          <a:srcRect l="4883" t="8665" r="16489" b="17747"/>
          <a:stretch>
            <a:fillRect/>
          </a:stretch>
        </p:blipFill>
        <p:spPr bwMode="auto">
          <a:xfrm>
            <a:off x="5019675" y="4370388"/>
            <a:ext cx="3146425" cy="18018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5845" name="Picture 4"/>
          <p:cNvPicPr>
            <a:picLocks noChangeAspect="1" noChangeArrowheads="1"/>
          </p:cNvPicPr>
          <p:nvPr/>
        </p:nvPicPr>
        <p:blipFill>
          <a:blip r:embed="rId4" cstate="print">
            <a:extLst>
              <a:ext uri="{28A0092B-C50C-407E-A947-70E740481C1C}">
                <a14:useLocalDpi xmlns:a14="http://schemas.microsoft.com/office/drawing/2010/main"/>
              </a:ext>
            </a:extLst>
          </a:blip>
          <a:srcRect r="23920" b="10370"/>
          <a:stretch>
            <a:fillRect/>
          </a:stretch>
        </p:blipFill>
        <p:spPr bwMode="auto">
          <a:xfrm>
            <a:off x="2984500" y="2981325"/>
            <a:ext cx="1746250" cy="20494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5846" name="Picture 5"/>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280988" y="4702175"/>
            <a:ext cx="238125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6"/>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4598988" y="2243138"/>
            <a:ext cx="4052887"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Arrow Connector 11"/>
          <p:cNvCxnSpPr/>
          <p:nvPr/>
        </p:nvCxnSpPr>
        <p:spPr>
          <a:xfrm rot="10800000" flipV="1">
            <a:off x="4708525" y="3300413"/>
            <a:ext cx="1006475" cy="5667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6200000" flipH="1">
            <a:off x="6666707" y="3520281"/>
            <a:ext cx="1435100" cy="57626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l"/>
            <a:r>
              <a:rPr lang="en-US" smtClean="0"/>
              <a:t>Dynamic Engine Model</a:t>
            </a:r>
          </a:p>
        </p:txBody>
      </p:sp>
      <p:sp>
        <p:nvSpPr>
          <p:cNvPr id="36867" name="Rectangle 3"/>
          <p:cNvSpPr>
            <a:spLocks noGrp="1" noChangeArrowheads="1"/>
          </p:cNvSpPr>
          <p:nvPr>
            <p:ph idx="1"/>
          </p:nvPr>
        </p:nvSpPr>
        <p:spPr>
          <a:xfrm>
            <a:off x="0" y="1138238"/>
            <a:ext cx="9144000" cy="4525962"/>
          </a:xfrm>
        </p:spPr>
        <p:txBody>
          <a:bodyPr/>
          <a:lstStyle/>
          <a:p>
            <a:pPr marL="933450" lvl="1" indent="-533400">
              <a:buFont typeface="Arial" pitchFamily="34" charset="0"/>
              <a:buNone/>
            </a:pPr>
            <a:r>
              <a:rPr lang="en-US" smtClean="0">
                <a:cs typeface="Times New Roman" pitchFamily="18" charset="0"/>
              </a:rPr>
              <a:t>5. </a:t>
            </a:r>
            <a:r>
              <a:rPr lang="en-US" smtClean="0">
                <a:solidFill>
                  <a:srgbClr val="FF0000"/>
                </a:solidFill>
                <a:cs typeface="Times New Roman" pitchFamily="18" charset="0"/>
              </a:rPr>
              <a:t>Combustion and Torque Production –</a:t>
            </a:r>
            <a:r>
              <a:rPr lang="en-US" smtClean="0">
                <a:solidFill>
                  <a:srgbClr val="CCCC00"/>
                </a:solidFill>
                <a:cs typeface="Times New Roman" pitchFamily="18" charset="0"/>
              </a:rPr>
              <a:t> </a:t>
            </a:r>
            <a:r>
              <a:rPr lang="en-US" smtClean="0">
                <a:cs typeface="Times New Roman" pitchFamily="18" charset="0"/>
              </a:rPr>
              <a:t>This models torque generated by the engine as an empirical relationship between the mass of air in the cylinder, the air to fuel ratio, and the spark advance.</a:t>
            </a:r>
          </a:p>
        </p:txBody>
      </p:sp>
      <p:pic>
        <p:nvPicPr>
          <p:cNvPr id="36868" name="Picture 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389063" y="4508500"/>
            <a:ext cx="5572125"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2"/>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0" y="2670175"/>
            <a:ext cx="892492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algn="l"/>
            <a:r>
              <a:rPr lang="en-US" sz="3600" dirty="0" smtClean="0"/>
              <a:t>For a simple dynamic engine model, you can ignore almost everything except the engine inertia</a:t>
            </a:r>
          </a:p>
        </p:txBody>
      </p:sp>
      <p:sp>
        <p:nvSpPr>
          <p:cNvPr id="37891" name="Rectangle 3"/>
          <p:cNvSpPr>
            <a:spLocks noGrp="1" noChangeArrowheads="1"/>
          </p:cNvSpPr>
          <p:nvPr>
            <p:ph idx="1"/>
          </p:nvPr>
        </p:nvSpPr>
        <p:spPr>
          <a:xfrm>
            <a:off x="0" y="1856792"/>
            <a:ext cx="9144000" cy="3807408"/>
          </a:xfrm>
        </p:spPr>
        <p:txBody>
          <a:bodyPr/>
          <a:lstStyle/>
          <a:p>
            <a:pPr marL="933450" lvl="1" indent="-533400">
              <a:buFont typeface="Arial" pitchFamily="34" charset="0"/>
              <a:buNone/>
            </a:pPr>
            <a:r>
              <a:rPr lang="en-US" dirty="0" smtClean="0">
                <a:solidFill>
                  <a:srgbClr val="00B050"/>
                </a:solidFill>
                <a:cs typeface="Times New Roman" pitchFamily="18" charset="0"/>
              </a:rPr>
              <a:t>Crankshaft Rotation – </a:t>
            </a:r>
            <a:r>
              <a:rPr lang="en-US" dirty="0" smtClean="0">
                <a:cs typeface="Times New Roman" pitchFamily="18" charset="0"/>
              </a:rPr>
              <a:t>This uses a simple sum of torques to find the angular acceleration of the engine.</a:t>
            </a:r>
          </a:p>
        </p:txBody>
      </p:sp>
      <p:pic>
        <p:nvPicPr>
          <p:cNvPr id="37892" name="Picture 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516155" y="4863582"/>
            <a:ext cx="50165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7"/>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216118" y="2758557"/>
            <a:ext cx="4518025"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241818" y="373063"/>
            <a:ext cx="8559800" cy="2074862"/>
          </a:xfrm>
        </p:spPr>
        <p:txBody>
          <a:bodyPr/>
          <a:lstStyle/>
          <a:p>
            <a:pPr marL="0" indent="0">
              <a:buNone/>
            </a:pPr>
            <a:r>
              <a:rPr lang="en-US" dirty="0" smtClean="0">
                <a:cs typeface="Times New Roman" pitchFamily="18" charset="0"/>
              </a:rPr>
              <a:t>Running this model with the following inputs shows how the engine behaves under the influence of a load torque and a throttle angle displacement.</a:t>
            </a:r>
          </a:p>
        </p:txBody>
      </p:sp>
      <p:pic>
        <p:nvPicPr>
          <p:cNvPr id="38916"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045200" y="2447925"/>
            <a:ext cx="29464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3"/>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308600" y="3683000"/>
            <a:ext cx="36322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Picture 4"/>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939800" y="2867025"/>
            <a:ext cx="407670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Box 8"/>
          <p:cNvSpPr txBox="1">
            <a:spLocks noChangeArrowheads="1"/>
          </p:cNvSpPr>
          <p:nvPr/>
        </p:nvSpPr>
        <p:spPr bwMode="auto">
          <a:xfrm>
            <a:off x="0" y="5715000"/>
            <a:ext cx="561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t>*Note:  A version of this simulation can be found by typing “sldemo_engine” into the Matlab command prompt</a:t>
            </a:r>
          </a:p>
        </p:txBody>
      </p:sp>
      <p:sp>
        <p:nvSpPr>
          <p:cNvPr id="38920" name="Rectangle 7"/>
          <p:cNvSpPr>
            <a:spLocks noChangeArrowheads="1"/>
          </p:cNvSpPr>
          <p:nvPr/>
        </p:nvSpPr>
        <p:spPr bwMode="auto">
          <a:xfrm>
            <a:off x="8718550" y="5942013"/>
            <a:ext cx="4254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t>[7]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dirty="0" smtClean="0"/>
              <a:t>There is another class that I teach (Powertrain modeling) that covers this in detail</a:t>
            </a:r>
            <a:endParaRPr lang="en-US" sz="3200" dirty="0"/>
          </a:p>
        </p:txBody>
      </p:sp>
      <p:sp>
        <p:nvSpPr>
          <p:cNvPr id="3" name="Content Placeholder 2"/>
          <p:cNvSpPr>
            <a:spLocks noGrp="1"/>
          </p:cNvSpPr>
          <p:nvPr>
            <p:ph idx="1"/>
          </p:nvPr>
        </p:nvSpPr>
        <p:spPr>
          <a:xfrm>
            <a:off x="457200" y="1600200"/>
            <a:ext cx="4329404" cy="4525963"/>
          </a:xfrm>
        </p:spPr>
        <p:txBody>
          <a:bodyPr/>
          <a:lstStyle/>
          <a:p>
            <a:r>
              <a:rPr lang="en-US" dirty="0" smtClean="0"/>
              <a:t>In this class, I’ll give you a “starter” engine model that we’ll use to predict acceleration performance.</a:t>
            </a:r>
          </a:p>
          <a:p>
            <a:r>
              <a:rPr lang="en-US" dirty="0" smtClean="0"/>
              <a:t>For questions on this, please ask the TA (who took the powertrain class too!)</a:t>
            </a:r>
            <a:endParaRPr lang="en-US" dirty="0"/>
          </a:p>
        </p:txBody>
      </p:sp>
    </p:spTree>
    <p:extLst>
      <p:ext uri="{BB962C8B-B14F-4D97-AF65-F5344CB8AC3E}">
        <p14:creationId xmlns:p14="http://schemas.microsoft.com/office/powerpoint/2010/main" val="1879931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closing, something fun</a:t>
            </a:r>
            <a:endParaRPr lang="en-US" dirty="0"/>
          </a:p>
        </p:txBody>
      </p:sp>
      <p:pic>
        <p:nvPicPr>
          <p:cNvPr id="4" name="engine control modeling - national anthe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48000" y="2286000"/>
            <a:ext cx="3048000" cy="2286000"/>
          </a:xfrm>
          <a:prstGeom prst="rect">
            <a:avLst/>
          </a:prstGeom>
        </p:spPr>
      </p:pic>
    </p:spTree>
    <p:extLst>
      <p:ext uri="{BB962C8B-B14F-4D97-AF65-F5344CB8AC3E}">
        <p14:creationId xmlns:p14="http://schemas.microsoft.com/office/powerpoint/2010/main" val="10509874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algn="l"/>
            <a:r>
              <a:rPr lang="en-US" smtClean="0"/>
              <a:t>References</a:t>
            </a:r>
          </a:p>
        </p:txBody>
      </p:sp>
      <p:sp>
        <p:nvSpPr>
          <p:cNvPr id="39939" name="Content Placeholder 2"/>
          <p:cNvSpPr>
            <a:spLocks noGrp="1"/>
          </p:cNvSpPr>
          <p:nvPr>
            <p:ph idx="1"/>
          </p:nvPr>
        </p:nvSpPr>
        <p:spPr>
          <a:xfrm>
            <a:off x="431800" y="1206500"/>
            <a:ext cx="8229600" cy="4525963"/>
          </a:xfrm>
        </p:spPr>
        <p:txBody>
          <a:bodyPr/>
          <a:lstStyle/>
          <a:p>
            <a:pPr>
              <a:buFont typeface="Arial" pitchFamily="34" charset="0"/>
              <a:buNone/>
            </a:pPr>
            <a:r>
              <a:rPr lang="en-US" sz="1300" smtClean="0"/>
              <a:t>[1] Electrical Energy Supply Overview. "Piston Engine Power Plants." </a:t>
            </a:r>
            <a:r>
              <a:rPr lang="en-US" sz="1300" i="1" smtClean="0"/>
              <a:t>Electropaedia, Energy Sources and Energy Storage, Battery and Energy Encyclopaedia and History of Technology</a:t>
            </a:r>
            <a:r>
              <a:rPr lang="en-US" sz="1300" smtClean="0"/>
              <a:t>. Web. 25 Apr. 2010. &lt;http://www.mpoweruk.com/piston_engines.htm&gt;. </a:t>
            </a:r>
          </a:p>
          <a:p>
            <a:pPr>
              <a:buFont typeface="Arial" pitchFamily="34" charset="0"/>
              <a:buNone/>
            </a:pPr>
            <a:endParaRPr lang="en-US" sz="1300" smtClean="0"/>
          </a:p>
          <a:p>
            <a:pPr>
              <a:buFont typeface="Arial" pitchFamily="34" charset="0"/>
              <a:buNone/>
            </a:pPr>
            <a:r>
              <a:rPr lang="en-US" sz="1300" smtClean="0"/>
              <a:t>[2] "2008 Yankee Lake Ohio Truck Pull Green Dodge Ram Stacks Photo." </a:t>
            </a:r>
            <a:r>
              <a:rPr lang="en-US" sz="1300" i="1" smtClean="0"/>
              <a:t>Diesel Engines, Performance Parts, Biodiesel Trucks, &amp; Cars - Diesel Power Magazine</a:t>
            </a:r>
            <a:r>
              <a:rPr lang="en-US" sz="1300" smtClean="0"/>
              <a:t>. Web. 24 Apr. 2010. &lt;http://www.dieselpowermag.com/events/0811dp_2008_yankee_lake_ohio_truck_pull/photo_08.html&gt;. </a:t>
            </a:r>
          </a:p>
          <a:p>
            <a:pPr>
              <a:buFont typeface="Arial" pitchFamily="34" charset="0"/>
              <a:buNone/>
            </a:pPr>
            <a:endParaRPr lang="en-US" sz="1300" smtClean="0"/>
          </a:p>
          <a:p>
            <a:pPr>
              <a:buFont typeface="Arial" pitchFamily="34" charset="0"/>
              <a:buNone/>
            </a:pPr>
            <a:r>
              <a:rPr lang="en-US" sz="1300" smtClean="0"/>
              <a:t>[3] Yetter, Richard. "ME431: Internal Combustion Engines." Spring 2010 Semester. PA, State College. 27 Jan. 2010. </a:t>
            </a:r>
          </a:p>
          <a:p>
            <a:pPr>
              <a:buFont typeface="Arial" pitchFamily="34" charset="0"/>
              <a:buNone/>
            </a:pPr>
            <a:endParaRPr lang="en-US" sz="1300" smtClean="0"/>
          </a:p>
          <a:p>
            <a:pPr>
              <a:buFont typeface="Arial" pitchFamily="34" charset="0"/>
              <a:buNone/>
            </a:pPr>
            <a:r>
              <a:rPr lang="en-US" sz="1300" smtClean="0"/>
              <a:t>[4] "2010 Volkswagen Polo BlueMotion Photo Car and Driver - (311727)." </a:t>
            </a:r>
            <a:r>
              <a:rPr lang="en-US" sz="1300" i="1" smtClean="0"/>
              <a:t>Car Reviews - 2010 Car Reviews at CARandDRIVER.com - Car Buying Resource</a:t>
            </a:r>
            <a:r>
              <a:rPr lang="en-US" sz="1300" smtClean="0"/>
              <a:t>. Web. 24 Apr. 2010. &lt;http://www.caranddriver.com/reviews/car/09q4/2010_volkswagen_polo_bluemotion_diesel-quick_spin/gallery/2010_volkswagen_polo_bluemotion_photo_2&gt;. </a:t>
            </a:r>
          </a:p>
          <a:p>
            <a:pPr>
              <a:buFont typeface="Arial" pitchFamily="34" charset="0"/>
              <a:buNone/>
            </a:pPr>
            <a:endParaRPr lang="en-US" sz="1300" smtClean="0"/>
          </a:p>
          <a:p>
            <a:pPr>
              <a:buFont typeface="Arial" pitchFamily="34" charset="0"/>
              <a:buNone/>
            </a:pPr>
            <a:r>
              <a:rPr lang="en-US" sz="1300" smtClean="0"/>
              <a:t>[5] Beard, Michael. "Competition Plus.com - Drag Racing's Internet Magazine." </a:t>
            </a:r>
            <a:r>
              <a:rPr lang="en-US" sz="1300" i="1" smtClean="0"/>
              <a:t>Competition Plus - Drag Racing Magazine</a:t>
            </a:r>
            <a:r>
              <a:rPr lang="en-US" sz="1300" smtClean="0"/>
              <a:t>. Web. 25 Apr. 2010. &lt;http://www.competitionplus.com/2004_11_18/mt.html&gt;. </a:t>
            </a:r>
          </a:p>
          <a:p>
            <a:pPr>
              <a:buFont typeface="Arial" pitchFamily="34" charset="0"/>
              <a:buNone/>
            </a:pPr>
            <a:endParaRPr lang="en-US" sz="1300" smtClean="0"/>
          </a:p>
          <a:p>
            <a:pPr>
              <a:buFont typeface="Arial" pitchFamily="34" charset="0"/>
              <a:buNone/>
            </a:pPr>
            <a:r>
              <a:rPr lang="en-US" sz="1300" smtClean="0"/>
              <a:t>[6] </a:t>
            </a:r>
            <a:r>
              <a:rPr lang="en-US" sz="1300" i="1" smtClean="0"/>
              <a:t>www.andrewharvey.ca - Andrew Harvey Photography</a:t>
            </a:r>
            <a:r>
              <a:rPr lang="en-US" sz="1300" smtClean="0"/>
              <a:t>. Web. 25 Apr. 2010. &lt;http://andrewharvey.ca&gt;. </a:t>
            </a:r>
          </a:p>
          <a:p>
            <a:pPr>
              <a:buFont typeface="Arial" pitchFamily="34" charset="0"/>
              <a:buNone/>
            </a:pPr>
            <a:endParaRPr lang="en-US" sz="1300" smtClean="0"/>
          </a:p>
          <a:p>
            <a:pPr>
              <a:buFont typeface="Arial" pitchFamily="34" charset="0"/>
              <a:buNone/>
            </a:pPr>
            <a:r>
              <a:rPr lang="en-US" sz="1300" smtClean="0"/>
              <a:t>[7] </a:t>
            </a:r>
            <a:r>
              <a:rPr lang="en-US" sz="1400" smtClean="0"/>
              <a:t>"Simulink - Modeling Engine Timing Using Triggered Subsystems Demo." </a:t>
            </a:r>
            <a:r>
              <a:rPr lang="en-US" sz="1400" i="1" smtClean="0"/>
              <a:t>MathWorks</a:t>
            </a:r>
            <a:r>
              <a:rPr lang="en-US" sz="1400" smtClean="0"/>
              <a:t>. Web. 27 Apr. 2010. &lt;http://www.mathworks.com/products/simulink/demos.html?file=/products/demos/shipping/simulink/sldemo_engine.html&gt;.</a:t>
            </a:r>
          </a:p>
          <a:p>
            <a:pPr>
              <a:buFont typeface="Arial" pitchFamily="34" charset="0"/>
              <a:buNone/>
            </a:pPr>
            <a:endParaRPr lang="en-US" sz="1300" smtClean="0"/>
          </a:p>
          <a:p>
            <a:endParaRPr lang="en-US" sz="1300" smtClean="0"/>
          </a:p>
          <a:p>
            <a:endParaRPr lang="en-US" sz="130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endParaRPr lang="en-US" smtClean="0"/>
          </a:p>
        </p:txBody>
      </p:sp>
      <p:sp>
        <p:nvSpPr>
          <p:cNvPr id="40963" name="Content Placeholder 2"/>
          <p:cNvSpPr>
            <a:spLocks noGrp="1"/>
          </p:cNvSpPr>
          <p:nvPr>
            <p:ph idx="1"/>
          </p:nvPr>
        </p:nvSpPr>
        <p:spPr/>
        <p:txBody>
          <a:bodyPr/>
          <a:lstStyle/>
          <a:p>
            <a:endParaRPr lang="en-US"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16238" y="3833813"/>
            <a:ext cx="6400800" cy="1752600"/>
          </a:xfrm>
        </p:spPr>
        <p:txBody>
          <a:bodyPr/>
          <a:lstStyle/>
          <a:p>
            <a:pPr>
              <a:buFont typeface="Arial" charset="0"/>
              <a:buNone/>
              <a:defRPr/>
            </a:pPr>
            <a:r>
              <a:rPr lang="en-US" dirty="0" smtClean="0"/>
              <a:t>Final Project</a:t>
            </a:r>
          </a:p>
          <a:p>
            <a:pPr>
              <a:buFont typeface="Arial" charset="0"/>
              <a:buNone/>
              <a:defRPr/>
            </a:pPr>
            <a:r>
              <a:rPr lang="en-US" dirty="0" smtClean="0"/>
              <a:t>Michael Beeney</a:t>
            </a:r>
          </a:p>
          <a:p>
            <a:pPr>
              <a:buFont typeface="Arial" charset="0"/>
              <a:buNone/>
              <a:defRPr/>
            </a:pPr>
            <a:r>
              <a:rPr lang="en-US" dirty="0" smtClean="0"/>
              <a:t>4-21-2011</a:t>
            </a:r>
            <a:endParaRPr lang="en-US" dirty="0"/>
          </a:p>
        </p:txBody>
      </p:sp>
      <p:sp>
        <p:nvSpPr>
          <p:cNvPr id="41987" name="Title 1"/>
          <p:cNvSpPr>
            <a:spLocks noGrp="1"/>
          </p:cNvSpPr>
          <p:nvPr>
            <p:ph type="title"/>
          </p:nvPr>
        </p:nvSpPr>
        <p:spPr>
          <a:xfrm>
            <a:off x="1143000" y="1447800"/>
            <a:ext cx="5257800" cy="2133600"/>
          </a:xfrm>
        </p:spPr>
        <p:txBody>
          <a:bodyPr/>
          <a:lstStyle/>
          <a:p>
            <a:r>
              <a:rPr lang="en-US" smtClean="0"/>
              <a:t>0-60 Times: Projected Vs. Tested</a:t>
            </a:r>
          </a:p>
        </p:txBody>
      </p:sp>
      <p:pic>
        <p:nvPicPr>
          <p:cNvPr id="41988"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83809" y="3343422"/>
            <a:ext cx="3643313" cy="273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3"/>
          <p:cNvSpPr>
            <a:spLocks noChangeArrowheads="1"/>
          </p:cNvSpPr>
          <p:nvPr/>
        </p:nvSpPr>
        <p:spPr bwMode="auto">
          <a:xfrm>
            <a:off x="0" y="6488113"/>
            <a:ext cx="29718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900"/>
              <a:t>http://homepage.smc.edu/nestler_andrew/sums25eq.jpg</a:t>
            </a:r>
          </a:p>
        </p:txBody>
      </p:sp>
      <p:pic>
        <p:nvPicPr>
          <p:cNvPr id="41990" name="Picture 3"/>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6055850" y="105508"/>
            <a:ext cx="2563541" cy="1702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1" name="Rectangle 4"/>
          <p:cNvSpPr>
            <a:spLocks noChangeArrowheads="1"/>
          </p:cNvSpPr>
          <p:nvPr/>
        </p:nvSpPr>
        <p:spPr bwMode="auto">
          <a:xfrm>
            <a:off x="3505200" y="6488113"/>
            <a:ext cx="3200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900"/>
              <a:t>http://www.grandprixweekly.com/wp-content/uploads/brawn-sepang1.jpg</a:t>
            </a:r>
          </a:p>
        </p:txBody>
      </p:sp>
      <p:sp>
        <p:nvSpPr>
          <p:cNvPr id="6" name="Slide Number Placeholder 5"/>
          <p:cNvSpPr>
            <a:spLocks noGrp="1"/>
          </p:cNvSpPr>
          <p:nvPr>
            <p:ph type="sldNum" sz="quarter" idx="12"/>
          </p:nvPr>
        </p:nvSpPr>
        <p:spPr>
          <a:xfrm>
            <a:off x="3124200" y="6356350"/>
            <a:ext cx="2895600" cy="365125"/>
          </a:xfrm>
        </p:spPr>
        <p:txBody>
          <a:bodyPr/>
          <a:lstStyle/>
          <a:p>
            <a:pPr algn="ctr">
              <a:defRPr/>
            </a:pPr>
            <a:fld id="{843E9CF3-6E4A-43CC-80F5-B5E5E668012F}" type="slidenum">
              <a:rPr lang="en-US" smtClean="0"/>
              <a:pPr algn="ctr">
                <a:defRPr/>
              </a:pPr>
              <a:t>39</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3581400" cy="6573304"/>
          </a:xfrm>
        </p:spPr>
        <p:txBody>
          <a:bodyPr/>
          <a:lstStyle/>
          <a:p>
            <a:r>
              <a:rPr lang="en-US" dirty="0" smtClean="0"/>
              <a:t>I wanted to test the equation given in class</a:t>
            </a:r>
            <a:r>
              <a:rPr lang="en-US" dirty="0"/>
              <a:t>… (Lesson 26 - Longitudinal Dynamics - Engine Models and </a:t>
            </a:r>
            <a:r>
              <a:rPr lang="en-US" dirty="0" err="1"/>
              <a:t>Accel</a:t>
            </a:r>
            <a:r>
              <a:rPr lang="en-US" dirty="0"/>
              <a:t>. </a:t>
            </a:r>
            <a:r>
              <a:rPr lang="en-US" dirty="0" smtClean="0"/>
              <a:t>Limits)</a:t>
            </a:r>
          </a:p>
          <a:p>
            <a:endParaRPr lang="en-US" dirty="0"/>
          </a:p>
          <a:p>
            <a:endParaRPr lang="en-US" dirty="0" smtClean="0"/>
          </a:p>
          <a:p>
            <a:endParaRPr lang="en-US" dirty="0" smtClean="0"/>
          </a:p>
          <a:p>
            <a:endParaRPr lang="en-US" dirty="0" smtClean="0"/>
          </a:p>
          <a:p>
            <a:r>
              <a:rPr lang="en-US" dirty="0" smtClean="0"/>
              <a:t>And compare it to “real life” (Video game) values and see how close this equation truly was</a:t>
            </a:r>
            <a:endParaRPr lang="en-US" dirty="0"/>
          </a:p>
        </p:txBody>
      </p:sp>
      <p:sp>
        <p:nvSpPr>
          <p:cNvPr id="2" name="Title 1"/>
          <p:cNvSpPr>
            <a:spLocks noGrp="1"/>
          </p:cNvSpPr>
          <p:nvPr>
            <p:ph type="title"/>
          </p:nvPr>
        </p:nvSpPr>
        <p:spPr>
          <a:xfrm>
            <a:off x="5943600" y="31072"/>
            <a:ext cx="2819400" cy="1371600"/>
          </a:xfrm>
        </p:spPr>
        <p:txBody>
          <a:bodyPr/>
          <a:lstStyle/>
          <a:p>
            <a:r>
              <a:rPr lang="en-US" dirty="0" smtClean="0"/>
              <a:t>Premise</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372651035"/>
              </p:ext>
            </p:extLst>
          </p:nvPr>
        </p:nvGraphicFramePr>
        <p:xfrm>
          <a:off x="341142" y="4410222"/>
          <a:ext cx="2898775" cy="830263"/>
        </p:xfrm>
        <a:graphic>
          <a:graphicData uri="http://schemas.openxmlformats.org/presentationml/2006/ole">
            <mc:AlternateContent xmlns:mc="http://schemas.openxmlformats.org/markup-compatibility/2006">
              <mc:Choice xmlns:v="urn:schemas-microsoft-com:vml" Requires="v">
                <p:oleObj spid="_x0000_s123921" name="Equation" r:id="rId4" imgW="1511280" imgH="431640" progId="Equation.3">
                  <p:embed/>
                </p:oleObj>
              </mc:Choice>
              <mc:Fallback>
                <p:oleObj name="Equation" r:id="rId4" imgW="1511280" imgH="43164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142" y="4410222"/>
                        <a:ext cx="2898775" cy="830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6934200" y="6610288"/>
            <a:ext cx="1752600" cy="230832"/>
          </a:xfrm>
          <a:prstGeom prst="rect">
            <a:avLst/>
          </a:prstGeom>
          <a:noFill/>
        </p:spPr>
        <p:txBody>
          <a:bodyPr wrap="square" rtlCol="0">
            <a:spAutoFit/>
          </a:bodyPr>
          <a:lstStyle/>
          <a:p>
            <a:r>
              <a:rPr lang="en-US" sz="900" dirty="0" smtClean="0"/>
              <a:t>Note: </a:t>
            </a:r>
            <a:r>
              <a:rPr lang="en-US" sz="900" dirty="0" err="1" smtClean="0"/>
              <a:t>Eqn</a:t>
            </a:r>
            <a:r>
              <a:rPr lang="en-US" sz="900" dirty="0" smtClean="0"/>
              <a:t> take from class notes</a:t>
            </a:r>
            <a:endParaRPr lang="en-US" sz="900" dirty="0"/>
          </a:p>
        </p:txBody>
      </p:sp>
      <p:sp>
        <p:nvSpPr>
          <p:cNvPr id="6" name="Slide Number Placeholder 5"/>
          <p:cNvSpPr>
            <a:spLocks noGrp="1"/>
          </p:cNvSpPr>
          <p:nvPr>
            <p:ph type="sldNum" sz="quarter" idx="11"/>
          </p:nvPr>
        </p:nvSpPr>
        <p:spPr/>
        <p:txBody>
          <a:bodyPr/>
          <a:lstStyle/>
          <a:p>
            <a:fld id="{A3C853D9-4DE0-4A26-B906-695C8063B4D6}" type="slidenum">
              <a:rPr lang="en-US" smtClean="0"/>
              <a:pPr/>
              <a:t>40</a:t>
            </a:fld>
            <a:endParaRPr lang="en-US"/>
          </a:p>
        </p:txBody>
      </p:sp>
      <p:sp>
        <p:nvSpPr>
          <p:cNvPr id="7" name="Rectangle 6"/>
          <p:cNvSpPr/>
          <p:nvPr/>
        </p:nvSpPr>
        <p:spPr>
          <a:xfrm>
            <a:off x="4015740" y="5181600"/>
            <a:ext cx="4572000" cy="369332"/>
          </a:xfrm>
          <a:prstGeom prst="rect">
            <a:avLst/>
          </a:prstGeom>
        </p:spPr>
        <p:txBody>
          <a:bodyPr>
            <a:spAutoFit/>
          </a:bodyPr>
          <a:lstStyle/>
          <a:p>
            <a:pPr lvl="0" hangingPunct="0"/>
            <a:r>
              <a:rPr lang="en-US" sz="900" dirty="0">
                <a:latin typeface="Arial" pitchFamily="18"/>
                <a:ea typeface="SimSun" pitchFamily="2"/>
                <a:cs typeface="Mangal" pitchFamily="2"/>
              </a:rPr>
              <a:t>http://test.factore.ca/system/images/images/492/original/Nissan-GT-R-launch.gif?1296585247</a:t>
            </a:r>
          </a:p>
        </p:txBody>
      </p:sp>
      <p:pic>
        <p:nvPicPr>
          <p:cNvPr id="8" name="Picture 7"/>
          <p:cNvPicPr>
            <a:picLocks noChangeAspect="1"/>
          </p:cNvPicPr>
          <p:nvPr/>
        </p:nvPicPr>
        <p:blipFill>
          <a:blip r:embed="rId6" cstate="print">
            <a:lum/>
            <a:alphaModFix/>
          </a:blip>
          <a:srcRect/>
          <a:stretch>
            <a:fillRect/>
          </a:stretch>
        </p:blipFill>
        <p:spPr>
          <a:xfrm>
            <a:off x="3901440" y="1828800"/>
            <a:ext cx="4800600" cy="3240405"/>
          </a:xfrm>
          <a:prstGeom prst="rect">
            <a:avLst/>
          </a:prstGeom>
          <a:noFill/>
          <a:ln>
            <a:noFill/>
          </a:ln>
        </p:spPr>
      </p:pic>
    </p:spTree>
    <p:extLst>
      <p:ext uri="{BB962C8B-B14F-4D97-AF65-F5344CB8AC3E}">
        <p14:creationId xmlns:p14="http://schemas.microsoft.com/office/powerpoint/2010/main" val="2689027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245191436"/>
              </p:ext>
            </p:extLst>
          </p:nvPr>
        </p:nvGraphicFramePr>
        <p:xfrm>
          <a:off x="76200" y="838200"/>
          <a:ext cx="8534400" cy="5562600"/>
        </p:xfrm>
        <a:graphic>
          <a:graphicData uri="http://schemas.openxmlformats.org/drawingml/2006/table">
            <a:tbl>
              <a:tblPr firstRow="1" bandRow="1">
                <a:tableStyleId>{5C22544A-7EE6-4342-B048-85BDC9FD1C3A}</a:tableStyleId>
              </a:tblPr>
              <a:tblGrid>
                <a:gridCol w="2133600"/>
                <a:gridCol w="2133600"/>
                <a:gridCol w="2133600"/>
                <a:gridCol w="2133600"/>
              </a:tblGrid>
              <a:tr h="370840">
                <a:tc>
                  <a:txBody>
                    <a:bodyPr/>
                    <a:lstStyle/>
                    <a:p>
                      <a:r>
                        <a:rPr lang="en-US" sz="1800" dirty="0" smtClean="0">
                          <a:latin typeface="+mj-lt"/>
                        </a:rPr>
                        <a:t>Car</a:t>
                      </a:r>
                      <a:endParaRPr lang="en-US" sz="1800" dirty="0">
                        <a:latin typeface="+mj-lt"/>
                      </a:endParaRPr>
                    </a:p>
                  </a:txBody>
                  <a:tcPr marL="9525" marR="9525" marT="9525" marB="0" anchor="b"/>
                </a:tc>
                <a:tc>
                  <a:txBody>
                    <a:bodyPr/>
                    <a:lstStyle/>
                    <a:p>
                      <a:r>
                        <a:rPr lang="en-US" sz="1800" dirty="0" smtClean="0">
                          <a:latin typeface="+mj-lt"/>
                        </a:rPr>
                        <a:t>Engine Location</a:t>
                      </a:r>
                      <a:endParaRPr lang="en-US" sz="1800" dirty="0">
                        <a:latin typeface="+mj-lt"/>
                      </a:endParaRPr>
                    </a:p>
                  </a:txBody>
                  <a:tcPr marL="9525" marR="9525" marT="9525" marB="0" anchor="b"/>
                </a:tc>
                <a:tc>
                  <a:txBody>
                    <a:bodyPr/>
                    <a:lstStyle/>
                    <a:p>
                      <a:r>
                        <a:rPr lang="en-US" sz="1800" dirty="0" smtClean="0">
                          <a:latin typeface="+mj-lt"/>
                        </a:rPr>
                        <a:t>Engine Type</a:t>
                      </a:r>
                      <a:endParaRPr lang="en-US" sz="1800" dirty="0">
                        <a:latin typeface="+mj-lt"/>
                      </a:endParaRPr>
                    </a:p>
                  </a:txBody>
                  <a:tcPr marL="9525" marR="9525" marT="9525" marB="0" anchor="b"/>
                </a:tc>
                <a:tc>
                  <a:txBody>
                    <a:bodyPr/>
                    <a:lstStyle/>
                    <a:p>
                      <a:pPr algn="l" fontAlgn="b"/>
                      <a:r>
                        <a:rPr lang="en-US" sz="1800" b="1" i="0" u="none" strike="noStrike" dirty="0" smtClean="0">
                          <a:effectLst/>
                          <a:latin typeface="+mj-lt"/>
                        </a:rPr>
                        <a:t>Wheels</a:t>
                      </a:r>
                      <a:r>
                        <a:rPr lang="en-US" sz="1800" b="1" i="0" u="none" strike="noStrike" baseline="0" dirty="0" smtClean="0">
                          <a:effectLst/>
                          <a:latin typeface="+mj-lt"/>
                        </a:rPr>
                        <a:t> Powered</a:t>
                      </a:r>
                      <a:endParaRPr lang="en-US" sz="1800" b="1" i="0" u="none" strike="noStrike" dirty="0">
                        <a:effectLst/>
                        <a:latin typeface="+mj-lt"/>
                      </a:endParaRPr>
                    </a:p>
                  </a:txBody>
                  <a:tcPr marL="9525" marR="9525" marT="9525" marB="0" anchor="b"/>
                </a:tc>
              </a:tr>
              <a:tr h="370840">
                <a:tc>
                  <a:txBody>
                    <a:bodyPr/>
                    <a:lstStyle/>
                    <a:p>
                      <a:pPr algn="ctr" fontAlgn="b"/>
                      <a:r>
                        <a:rPr lang="en-US" sz="1300" b="0" i="0" u="none" strike="noStrike" dirty="0">
                          <a:effectLst/>
                          <a:latin typeface="Arial"/>
                        </a:rPr>
                        <a:t>Lotus Elise 111R</a:t>
                      </a:r>
                    </a:p>
                  </a:txBody>
                  <a:tcPr marL="9525" marR="9525" marT="9525" marB="0" anchor="b"/>
                </a:tc>
                <a:tc>
                  <a:txBody>
                    <a:bodyPr/>
                    <a:lstStyle/>
                    <a:p>
                      <a:pPr algn="ctr" fontAlgn="b"/>
                      <a:r>
                        <a:rPr lang="en-US" sz="1300" b="0" i="0" u="none" strike="noStrike" dirty="0" smtClean="0">
                          <a:effectLst/>
                          <a:latin typeface="Arial"/>
                        </a:rPr>
                        <a:t>Middle</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Ford Mustang GT</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BMW 120i</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BMW 120d</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Diesel</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Honda Insight</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Hybrid</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Subaru </a:t>
                      </a:r>
                      <a:r>
                        <a:rPr lang="en-US" sz="1300" b="0" i="0" u="none" strike="noStrike" dirty="0" err="1">
                          <a:effectLst/>
                          <a:latin typeface="Arial"/>
                        </a:rPr>
                        <a:t>Impreza</a:t>
                      </a:r>
                      <a:r>
                        <a:rPr lang="en-US" sz="1300" b="0" i="0" u="none" strike="noStrike" dirty="0">
                          <a:effectLst/>
                          <a:latin typeface="Arial"/>
                        </a:rPr>
                        <a:t> WRX </a:t>
                      </a:r>
                      <a:r>
                        <a:rPr lang="en-US" sz="1300" b="0" i="0" u="none" strike="noStrike" dirty="0" err="1">
                          <a:effectLst/>
                          <a:latin typeface="Arial"/>
                        </a:rPr>
                        <a:t>Sti</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All</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err="1">
                          <a:effectLst/>
                          <a:latin typeface="Arial"/>
                        </a:rPr>
                        <a:t>Caterham</a:t>
                      </a:r>
                      <a:r>
                        <a:rPr lang="en-US" sz="1300" b="0" i="0" u="none" strike="noStrike" dirty="0">
                          <a:effectLst/>
                          <a:latin typeface="Arial"/>
                        </a:rPr>
                        <a:t> </a:t>
                      </a:r>
                      <a:r>
                        <a:rPr lang="en-US" sz="1300" b="0" i="0" u="none" strike="noStrike" dirty="0" err="1">
                          <a:effectLst/>
                          <a:latin typeface="Arial"/>
                        </a:rPr>
                        <a:t>Fireblade</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err="1">
                          <a:effectLst/>
                          <a:latin typeface="Arial"/>
                        </a:rPr>
                        <a:t>Ruf</a:t>
                      </a:r>
                      <a:r>
                        <a:rPr lang="en-US" sz="1300" b="0" i="0" u="none" strike="noStrike" dirty="0">
                          <a:effectLst/>
                          <a:latin typeface="Arial"/>
                        </a:rPr>
                        <a:t> RGT (Porsche 911)</a:t>
                      </a: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Toyota </a:t>
                      </a:r>
                      <a:r>
                        <a:rPr lang="en-US" sz="1300" b="0" i="0" u="none" strike="noStrike" dirty="0" smtClean="0">
                          <a:effectLst/>
                          <a:latin typeface="Arial"/>
                        </a:rPr>
                        <a:t>Triathlon </a:t>
                      </a:r>
                      <a:r>
                        <a:rPr lang="en-US" sz="1300" b="0" i="0" u="none" strike="noStrike" dirty="0">
                          <a:effectLst/>
                          <a:latin typeface="Arial"/>
                        </a:rPr>
                        <a:t>Race Car</a:t>
                      </a:r>
                    </a:p>
                  </a:txBody>
                  <a:tcPr marL="9525" marR="9525" marT="9525" marB="0" anchor="b"/>
                </a:tc>
                <a:tc>
                  <a:txBody>
                    <a:bodyPr/>
                    <a:lstStyle/>
                    <a:p>
                      <a:pPr algn="ctr" fontAlgn="b"/>
                      <a:r>
                        <a:rPr lang="en-US" sz="1300" b="0" i="0" u="none" strike="noStrike">
                          <a:effectLst/>
                          <a:latin typeface="Arial"/>
                        </a:rPr>
                        <a:t>??</a:t>
                      </a:r>
                    </a:p>
                  </a:txBody>
                  <a:tcPr marL="9525" marR="9525" marT="9525" marB="0" anchor="b"/>
                </a:tc>
                <a:tc>
                  <a:txBody>
                    <a:bodyPr/>
                    <a:lstStyle/>
                    <a:p>
                      <a:pPr algn="ctr" fontAlgn="b"/>
                      <a:r>
                        <a:rPr lang="en-US" sz="1300" b="0" i="0" u="none" strike="noStrike" dirty="0" smtClean="0">
                          <a:effectLst/>
                          <a:latin typeface="Arial"/>
                        </a:rPr>
                        <a:t>Pure EV</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Ford RS200</a:t>
                      </a:r>
                    </a:p>
                  </a:txBody>
                  <a:tcPr marL="9525" marR="9525" marT="9525" marB="0" anchor="b"/>
                </a:tc>
                <a:tc>
                  <a:txBody>
                    <a:bodyPr/>
                    <a:lstStyle/>
                    <a:p>
                      <a:pPr algn="ctr" fontAlgn="b"/>
                      <a:r>
                        <a:rPr lang="en-US" sz="1300" b="0" i="0" u="none" strike="noStrike" dirty="0" smtClean="0">
                          <a:effectLst/>
                          <a:latin typeface="Arial"/>
                        </a:rPr>
                        <a:t>Middle</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All</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Mazda RX 8</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Rotary</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Nissan 240 ZG</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Rear</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Honda Civic Type R</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r>
              <a:tr h="370840">
                <a:tc>
                  <a:txBody>
                    <a:bodyPr/>
                    <a:lstStyle/>
                    <a:p>
                      <a:pPr algn="ctr" fontAlgn="b"/>
                      <a:r>
                        <a:rPr lang="en-US" sz="1300" b="0" i="0" u="none" strike="noStrike" dirty="0">
                          <a:effectLst/>
                          <a:latin typeface="Arial"/>
                        </a:rPr>
                        <a:t>Dodge Ram Truck</a:t>
                      </a:r>
                    </a:p>
                  </a:txBody>
                  <a:tcPr marL="9525" marR="9525" marT="9525" marB="0" anchor="b"/>
                </a:tc>
                <a:tc>
                  <a:txBody>
                    <a:bodyPr/>
                    <a:lstStyle/>
                    <a:p>
                      <a:pPr algn="ctr" fontAlgn="b"/>
                      <a:r>
                        <a:rPr lang="en-US" sz="1300" b="0" i="0" u="none" strike="noStrike" dirty="0" smtClean="0">
                          <a:effectLst/>
                          <a:latin typeface="Arial"/>
                        </a:rPr>
                        <a:t>Front</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Gas</a:t>
                      </a:r>
                      <a:endParaRPr lang="en-US" sz="1300" b="0" i="0" u="none" strike="noStrike" dirty="0">
                        <a:effectLst/>
                        <a:latin typeface="Arial"/>
                      </a:endParaRPr>
                    </a:p>
                  </a:txBody>
                  <a:tcPr marL="9525" marR="9525" marT="9525" marB="0" anchor="b"/>
                </a:tc>
                <a:tc>
                  <a:txBody>
                    <a:bodyPr/>
                    <a:lstStyle/>
                    <a:p>
                      <a:pPr algn="ctr" fontAlgn="b"/>
                      <a:r>
                        <a:rPr lang="en-US" sz="1300" b="0" i="0" u="none" strike="noStrike" dirty="0" smtClean="0">
                          <a:effectLst/>
                          <a:latin typeface="Arial"/>
                        </a:rPr>
                        <a:t>All</a:t>
                      </a:r>
                      <a:endParaRPr lang="en-US" sz="1300" b="0" i="0" u="none" strike="noStrike" dirty="0">
                        <a:effectLst/>
                        <a:latin typeface="Arial"/>
                      </a:endParaRPr>
                    </a:p>
                  </a:txBody>
                  <a:tcPr marL="9525" marR="9525" marT="9525" marB="0" anchor="b"/>
                </a:tc>
              </a:tr>
            </a:tbl>
          </a:graphicData>
        </a:graphic>
      </p:graphicFrame>
      <p:sp>
        <p:nvSpPr>
          <p:cNvPr id="2" name="Title 1"/>
          <p:cNvSpPr>
            <a:spLocks noGrp="1"/>
          </p:cNvSpPr>
          <p:nvPr>
            <p:ph type="title"/>
          </p:nvPr>
        </p:nvSpPr>
        <p:spPr>
          <a:xfrm>
            <a:off x="533400" y="20715"/>
            <a:ext cx="8229600" cy="1143000"/>
          </a:xfrm>
        </p:spPr>
        <p:txBody>
          <a:bodyPr/>
          <a:lstStyle/>
          <a:p>
            <a:r>
              <a:rPr lang="en-US" dirty="0" smtClean="0"/>
              <a:t>Cars That Were Tested</a:t>
            </a:r>
            <a:endParaRPr lang="en-US" dirty="0"/>
          </a:p>
        </p:txBody>
      </p:sp>
      <p:sp>
        <p:nvSpPr>
          <p:cNvPr id="5" name="Slide Number Placeholder 4"/>
          <p:cNvSpPr>
            <a:spLocks noGrp="1"/>
          </p:cNvSpPr>
          <p:nvPr>
            <p:ph type="sldNum" sz="quarter" idx="11"/>
          </p:nvPr>
        </p:nvSpPr>
        <p:spPr/>
        <p:txBody>
          <a:bodyPr/>
          <a:lstStyle/>
          <a:p>
            <a:fld id="{A3C853D9-4DE0-4A26-B906-695C8063B4D6}" type="slidenum">
              <a:rPr lang="en-US" smtClean="0"/>
              <a:pPr/>
              <a:t>41</a:t>
            </a:fld>
            <a:endParaRPr lang="en-US"/>
          </a:p>
        </p:txBody>
      </p:sp>
    </p:spTree>
    <p:extLst>
      <p:ext uri="{BB962C8B-B14F-4D97-AF65-F5344CB8AC3E}">
        <p14:creationId xmlns:p14="http://schemas.microsoft.com/office/powerpoint/2010/main" val="82622918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938817332"/>
              </p:ext>
            </p:extLst>
          </p:nvPr>
        </p:nvGraphicFramePr>
        <p:xfrm>
          <a:off x="304800" y="685800"/>
          <a:ext cx="8229600" cy="5667375"/>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70840">
                <a:tc>
                  <a:txBody>
                    <a:bodyPr/>
                    <a:lstStyle/>
                    <a:p>
                      <a:r>
                        <a:rPr lang="en-US" sz="1800" dirty="0" smtClean="0">
                          <a:latin typeface="+mj-lt"/>
                        </a:rPr>
                        <a:t>Car</a:t>
                      </a:r>
                      <a:endParaRPr lang="en-US" sz="1800" dirty="0">
                        <a:latin typeface="+mj-lt"/>
                      </a:endParaRPr>
                    </a:p>
                  </a:txBody>
                  <a:tcPr marL="9525" marR="9525" marT="9525" marB="0" anchor="b"/>
                </a:tc>
                <a:tc>
                  <a:txBody>
                    <a:bodyPr/>
                    <a:lstStyle/>
                    <a:p>
                      <a:pPr algn="l" fontAlgn="b"/>
                      <a:r>
                        <a:rPr lang="en-US" sz="1800" b="1" i="0" u="none" strike="noStrike" dirty="0">
                          <a:effectLst/>
                          <a:latin typeface="+mj-lt"/>
                        </a:rPr>
                        <a:t>Power (HP)</a:t>
                      </a:r>
                    </a:p>
                  </a:txBody>
                  <a:tcPr marL="9525" marR="9525" marT="9525" marB="0" anchor="b"/>
                </a:tc>
                <a:tc>
                  <a:txBody>
                    <a:bodyPr/>
                    <a:lstStyle/>
                    <a:p>
                      <a:pPr algn="l" fontAlgn="b"/>
                      <a:r>
                        <a:rPr lang="en-US" sz="1800" b="1" i="0" u="none" strike="noStrike">
                          <a:effectLst/>
                          <a:latin typeface="+mj-lt"/>
                        </a:rPr>
                        <a:t>Mass (kg)</a:t>
                      </a:r>
                    </a:p>
                  </a:txBody>
                  <a:tcPr marL="9525" marR="9525" marT="9525" marB="0" anchor="b"/>
                </a:tc>
                <a:tc>
                  <a:txBody>
                    <a:bodyPr/>
                    <a:lstStyle/>
                    <a:p>
                      <a:pPr algn="l" fontAlgn="b"/>
                      <a:r>
                        <a:rPr lang="en-US" sz="1800" b="1" i="0" u="none" strike="noStrike">
                          <a:effectLst/>
                          <a:latin typeface="+mj-lt"/>
                        </a:rPr>
                        <a:t>Weight (lbs)</a:t>
                      </a:r>
                    </a:p>
                  </a:txBody>
                  <a:tcPr marL="9525" marR="9525" marT="9525" marB="0" anchor="b"/>
                </a:tc>
                <a:tc>
                  <a:txBody>
                    <a:bodyPr/>
                    <a:lstStyle/>
                    <a:p>
                      <a:pPr algn="l" fontAlgn="b"/>
                      <a:r>
                        <a:rPr lang="en-US" sz="1800" b="1" i="0" u="none" strike="noStrike" dirty="0">
                          <a:effectLst/>
                          <a:latin typeface="+mj-lt"/>
                        </a:rPr>
                        <a:t>Ratio (HP/</a:t>
                      </a:r>
                      <a:r>
                        <a:rPr lang="en-US" sz="1800" b="1" i="0" u="none" strike="noStrike" dirty="0" err="1">
                          <a:effectLst/>
                          <a:latin typeface="+mj-lt"/>
                        </a:rPr>
                        <a:t>lbs</a:t>
                      </a:r>
                      <a:r>
                        <a:rPr lang="en-US" sz="1800" b="1" i="0" u="none" strike="noStrike" dirty="0">
                          <a:effectLst/>
                          <a:latin typeface="+mj-lt"/>
                        </a:rPr>
                        <a:t>)</a:t>
                      </a:r>
                    </a:p>
                  </a:txBody>
                  <a:tcPr marL="9525" marR="9525" marT="9525" marB="0" anchor="b"/>
                </a:tc>
              </a:tr>
              <a:tr h="370840">
                <a:tc>
                  <a:txBody>
                    <a:bodyPr/>
                    <a:lstStyle/>
                    <a:p>
                      <a:pPr algn="l" fontAlgn="b"/>
                      <a:r>
                        <a:rPr lang="en-US" sz="1300" b="0" i="0" u="none" strike="noStrike" dirty="0">
                          <a:effectLst/>
                          <a:latin typeface="Arial"/>
                        </a:rPr>
                        <a:t>Lotus Elise 111R</a:t>
                      </a:r>
                    </a:p>
                  </a:txBody>
                  <a:tcPr marL="9525" marR="9525" marT="9525" marB="0" anchor="b"/>
                </a:tc>
                <a:tc>
                  <a:txBody>
                    <a:bodyPr/>
                    <a:lstStyle/>
                    <a:p>
                      <a:pPr algn="r" fontAlgn="b"/>
                      <a:r>
                        <a:rPr lang="en-US" sz="1300" b="0" i="0" u="none" strike="noStrike">
                          <a:effectLst/>
                          <a:latin typeface="Arial"/>
                        </a:rPr>
                        <a:t>189</a:t>
                      </a:r>
                    </a:p>
                  </a:txBody>
                  <a:tcPr marL="9525" marR="9525" marT="9525" marB="0" anchor="b"/>
                </a:tc>
                <a:tc>
                  <a:txBody>
                    <a:bodyPr/>
                    <a:lstStyle/>
                    <a:p>
                      <a:pPr algn="r" fontAlgn="b"/>
                      <a:r>
                        <a:rPr lang="en-US" sz="1300" b="0" i="0" u="none" strike="noStrike">
                          <a:effectLst/>
                          <a:latin typeface="Arial"/>
                        </a:rPr>
                        <a:t>860</a:t>
                      </a:r>
                    </a:p>
                  </a:txBody>
                  <a:tcPr marL="9525" marR="9525" marT="9525" marB="0" anchor="b"/>
                </a:tc>
                <a:tc>
                  <a:txBody>
                    <a:bodyPr/>
                    <a:lstStyle/>
                    <a:p>
                      <a:pPr algn="r" fontAlgn="b"/>
                      <a:r>
                        <a:rPr lang="en-US" sz="1300" b="0" i="0" u="none" strike="noStrike">
                          <a:effectLst/>
                          <a:latin typeface="Arial"/>
                        </a:rPr>
                        <a:t>1895.98</a:t>
                      </a:r>
                    </a:p>
                  </a:txBody>
                  <a:tcPr marL="9525" marR="9525" marT="9525" marB="0" anchor="b"/>
                </a:tc>
                <a:tc>
                  <a:txBody>
                    <a:bodyPr/>
                    <a:lstStyle/>
                    <a:p>
                      <a:pPr algn="r" fontAlgn="b"/>
                      <a:r>
                        <a:rPr lang="en-US" sz="1300" b="0" i="0" u="none" strike="noStrike">
                          <a:effectLst/>
                          <a:latin typeface="Arial"/>
                        </a:rPr>
                        <a:t>0.1</a:t>
                      </a:r>
                    </a:p>
                  </a:txBody>
                  <a:tcPr marL="9525" marR="9525" marT="9525" marB="0" anchor="b"/>
                </a:tc>
              </a:tr>
              <a:tr h="370840">
                <a:tc>
                  <a:txBody>
                    <a:bodyPr/>
                    <a:lstStyle/>
                    <a:p>
                      <a:pPr algn="l" fontAlgn="b"/>
                      <a:r>
                        <a:rPr lang="en-US" sz="1300" b="0" i="0" u="none" strike="noStrike" dirty="0">
                          <a:effectLst/>
                          <a:latin typeface="Arial"/>
                        </a:rPr>
                        <a:t>Ford Mustang GT</a:t>
                      </a:r>
                    </a:p>
                  </a:txBody>
                  <a:tcPr marL="9525" marR="9525" marT="9525" marB="0" anchor="b"/>
                </a:tc>
                <a:tc>
                  <a:txBody>
                    <a:bodyPr/>
                    <a:lstStyle/>
                    <a:p>
                      <a:pPr algn="r" fontAlgn="b"/>
                      <a:r>
                        <a:rPr lang="en-US" sz="1300" b="0" i="0" u="none" strike="noStrike">
                          <a:effectLst/>
                          <a:latin typeface="Arial"/>
                        </a:rPr>
                        <a:t>295</a:t>
                      </a:r>
                    </a:p>
                  </a:txBody>
                  <a:tcPr marL="9525" marR="9525" marT="9525" marB="0" anchor="b"/>
                </a:tc>
                <a:tc>
                  <a:txBody>
                    <a:bodyPr/>
                    <a:lstStyle/>
                    <a:p>
                      <a:pPr algn="r" fontAlgn="b"/>
                      <a:r>
                        <a:rPr lang="en-US" sz="1300" b="0" i="0" u="none" strike="noStrike">
                          <a:effectLst/>
                          <a:latin typeface="Arial"/>
                        </a:rPr>
                        <a:t>1568</a:t>
                      </a:r>
                    </a:p>
                  </a:txBody>
                  <a:tcPr marL="9525" marR="9525" marT="9525" marB="0" anchor="b"/>
                </a:tc>
                <a:tc>
                  <a:txBody>
                    <a:bodyPr/>
                    <a:lstStyle/>
                    <a:p>
                      <a:pPr algn="r" fontAlgn="b"/>
                      <a:r>
                        <a:rPr lang="en-US" sz="1300" b="0" i="0" u="none" strike="noStrike">
                          <a:effectLst/>
                          <a:latin typeface="Arial"/>
                        </a:rPr>
                        <a:t>3456.85</a:t>
                      </a:r>
                    </a:p>
                  </a:txBody>
                  <a:tcPr marL="9525" marR="9525" marT="9525" marB="0" anchor="b"/>
                </a:tc>
                <a:tc>
                  <a:txBody>
                    <a:bodyPr/>
                    <a:lstStyle/>
                    <a:p>
                      <a:pPr algn="r" fontAlgn="b"/>
                      <a:r>
                        <a:rPr lang="en-US" sz="1300" b="0" i="0" u="none" strike="noStrike">
                          <a:effectLst/>
                          <a:latin typeface="Arial"/>
                        </a:rPr>
                        <a:t>0.085</a:t>
                      </a:r>
                    </a:p>
                  </a:txBody>
                  <a:tcPr marL="9525" marR="9525" marT="9525" marB="0" anchor="b"/>
                </a:tc>
              </a:tr>
              <a:tr h="370840">
                <a:tc>
                  <a:txBody>
                    <a:bodyPr/>
                    <a:lstStyle/>
                    <a:p>
                      <a:pPr algn="l" fontAlgn="b"/>
                      <a:r>
                        <a:rPr lang="en-US" sz="1300" b="0" i="0" u="none" strike="noStrike" dirty="0">
                          <a:effectLst/>
                          <a:latin typeface="Arial"/>
                        </a:rPr>
                        <a:t>BMW 120i</a:t>
                      </a:r>
                    </a:p>
                  </a:txBody>
                  <a:tcPr marL="9525" marR="9525" marT="9525" marB="0" anchor="b"/>
                </a:tc>
                <a:tc>
                  <a:txBody>
                    <a:bodyPr/>
                    <a:lstStyle/>
                    <a:p>
                      <a:pPr algn="r" fontAlgn="b"/>
                      <a:r>
                        <a:rPr lang="en-US" sz="1300" b="0" i="0" u="none" strike="noStrike" dirty="0">
                          <a:effectLst/>
                          <a:latin typeface="Arial"/>
                        </a:rPr>
                        <a:t>147</a:t>
                      </a:r>
                    </a:p>
                  </a:txBody>
                  <a:tcPr marL="9525" marR="9525" marT="9525" marB="0" anchor="b"/>
                </a:tc>
                <a:tc>
                  <a:txBody>
                    <a:bodyPr/>
                    <a:lstStyle/>
                    <a:p>
                      <a:pPr algn="r" fontAlgn="b"/>
                      <a:r>
                        <a:rPr lang="en-US" sz="1300" b="0" i="0" u="none" strike="noStrike" dirty="0">
                          <a:effectLst/>
                          <a:latin typeface="Arial"/>
                        </a:rPr>
                        <a:t>1335</a:t>
                      </a:r>
                    </a:p>
                  </a:txBody>
                  <a:tcPr marL="9525" marR="9525" marT="9525" marB="0" anchor="b"/>
                </a:tc>
                <a:tc>
                  <a:txBody>
                    <a:bodyPr/>
                    <a:lstStyle/>
                    <a:p>
                      <a:pPr algn="r" fontAlgn="b"/>
                      <a:r>
                        <a:rPr lang="en-US" sz="1300" b="0" i="0" u="none" strike="noStrike">
                          <a:effectLst/>
                          <a:latin typeface="Arial"/>
                        </a:rPr>
                        <a:t>2943.17</a:t>
                      </a:r>
                    </a:p>
                  </a:txBody>
                  <a:tcPr marL="9525" marR="9525" marT="9525" marB="0" anchor="b"/>
                </a:tc>
                <a:tc>
                  <a:txBody>
                    <a:bodyPr/>
                    <a:lstStyle/>
                    <a:p>
                      <a:pPr algn="r" fontAlgn="b"/>
                      <a:r>
                        <a:rPr lang="en-US" sz="1300" b="0" i="0" u="none" strike="noStrike">
                          <a:effectLst/>
                          <a:latin typeface="Arial"/>
                        </a:rPr>
                        <a:t>0.05</a:t>
                      </a:r>
                    </a:p>
                  </a:txBody>
                  <a:tcPr marL="9525" marR="9525" marT="9525" marB="0" anchor="b"/>
                </a:tc>
              </a:tr>
              <a:tr h="370840">
                <a:tc>
                  <a:txBody>
                    <a:bodyPr/>
                    <a:lstStyle/>
                    <a:p>
                      <a:pPr algn="l" fontAlgn="b"/>
                      <a:r>
                        <a:rPr lang="en-US" sz="1300" b="0" i="0" u="none" strike="noStrike" dirty="0">
                          <a:effectLst/>
                          <a:latin typeface="Arial"/>
                        </a:rPr>
                        <a:t>BMW 120d</a:t>
                      </a:r>
                    </a:p>
                  </a:txBody>
                  <a:tcPr marL="9525" marR="9525" marT="9525" marB="0" anchor="b"/>
                </a:tc>
                <a:tc>
                  <a:txBody>
                    <a:bodyPr/>
                    <a:lstStyle/>
                    <a:p>
                      <a:pPr algn="r" fontAlgn="b"/>
                      <a:r>
                        <a:rPr lang="en-US" sz="1300" b="0" i="0" u="none" strike="noStrike" dirty="0">
                          <a:effectLst/>
                          <a:latin typeface="Arial"/>
                        </a:rPr>
                        <a:t>160</a:t>
                      </a:r>
                    </a:p>
                  </a:txBody>
                  <a:tcPr marL="9525" marR="9525" marT="9525" marB="0" anchor="b"/>
                </a:tc>
                <a:tc>
                  <a:txBody>
                    <a:bodyPr/>
                    <a:lstStyle/>
                    <a:p>
                      <a:pPr algn="r" fontAlgn="b"/>
                      <a:r>
                        <a:rPr lang="en-US" sz="1300" b="0" i="0" u="none" strike="noStrike">
                          <a:effectLst/>
                          <a:latin typeface="Arial"/>
                        </a:rPr>
                        <a:t>1415</a:t>
                      </a:r>
                    </a:p>
                  </a:txBody>
                  <a:tcPr marL="9525" marR="9525" marT="9525" marB="0" anchor="b"/>
                </a:tc>
                <a:tc>
                  <a:txBody>
                    <a:bodyPr/>
                    <a:lstStyle/>
                    <a:p>
                      <a:pPr algn="r" fontAlgn="b"/>
                      <a:r>
                        <a:rPr lang="en-US" sz="1300" b="0" i="0" u="none" strike="noStrike">
                          <a:effectLst/>
                          <a:latin typeface="Arial"/>
                        </a:rPr>
                        <a:t>3119.54</a:t>
                      </a:r>
                    </a:p>
                  </a:txBody>
                  <a:tcPr marL="9525" marR="9525" marT="9525" marB="0" anchor="b"/>
                </a:tc>
                <a:tc>
                  <a:txBody>
                    <a:bodyPr/>
                    <a:lstStyle/>
                    <a:p>
                      <a:pPr algn="r" fontAlgn="b"/>
                      <a:r>
                        <a:rPr lang="en-US" sz="1300" b="0" i="0" u="none" strike="noStrike">
                          <a:effectLst/>
                          <a:latin typeface="Arial"/>
                        </a:rPr>
                        <a:t>0.051</a:t>
                      </a:r>
                    </a:p>
                  </a:txBody>
                  <a:tcPr marL="9525" marR="9525" marT="9525" marB="0" anchor="b"/>
                </a:tc>
              </a:tr>
              <a:tr h="370840">
                <a:tc>
                  <a:txBody>
                    <a:bodyPr/>
                    <a:lstStyle/>
                    <a:p>
                      <a:pPr algn="l" fontAlgn="b"/>
                      <a:r>
                        <a:rPr lang="en-US" sz="1300" b="0" i="0" u="none" strike="noStrike" dirty="0">
                          <a:effectLst/>
                          <a:latin typeface="Arial"/>
                        </a:rPr>
                        <a:t>Honda Insight</a:t>
                      </a:r>
                    </a:p>
                  </a:txBody>
                  <a:tcPr marL="9525" marR="9525" marT="9525" marB="0" anchor="b"/>
                </a:tc>
                <a:tc>
                  <a:txBody>
                    <a:bodyPr/>
                    <a:lstStyle/>
                    <a:p>
                      <a:pPr algn="r" fontAlgn="b"/>
                      <a:r>
                        <a:rPr lang="en-US" sz="1300" b="0" i="0" u="none" strike="noStrike" dirty="0">
                          <a:effectLst/>
                          <a:latin typeface="Arial"/>
                        </a:rPr>
                        <a:t>69</a:t>
                      </a:r>
                    </a:p>
                  </a:txBody>
                  <a:tcPr marL="9525" marR="9525" marT="9525" marB="0" anchor="b"/>
                </a:tc>
                <a:tc>
                  <a:txBody>
                    <a:bodyPr/>
                    <a:lstStyle/>
                    <a:p>
                      <a:pPr algn="r" fontAlgn="b"/>
                      <a:r>
                        <a:rPr lang="en-US" sz="1300" b="0" i="0" u="none" strike="noStrike">
                          <a:effectLst/>
                          <a:latin typeface="Arial"/>
                        </a:rPr>
                        <a:t>820</a:t>
                      </a:r>
                    </a:p>
                  </a:txBody>
                  <a:tcPr marL="9525" marR="9525" marT="9525" marB="0" anchor="b"/>
                </a:tc>
                <a:tc>
                  <a:txBody>
                    <a:bodyPr/>
                    <a:lstStyle/>
                    <a:p>
                      <a:pPr algn="r" fontAlgn="b"/>
                      <a:r>
                        <a:rPr lang="en-US" sz="1300" b="0" i="0" u="none" strike="noStrike">
                          <a:effectLst/>
                          <a:latin typeface="Arial"/>
                        </a:rPr>
                        <a:t>1807.79</a:t>
                      </a:r>
                    </a:p>
                  </a:txBody>
                  <a:tcPr marL="9525" marR="9525" marT="9525" marB="0" anchor="b"/>
                </a:tc>
                <a:tc>
                  <a:txBody>
                    <a:bodyPr/>
                    <a:lstStyle/>
                    <a:p>
                      <a:pPr algn="r" fontAlgn="b"/>
                      <a:r>
                        <a:rPr lang="en-US" sz="1300" b="0" i="0" u="none" strike="noStrike">
                          <a:effectLst/>
                          <a:latin typeface="Arial"/>
                        </a:rPr>
                        <a:t>0.038</a:t>
                      </a:r>
                    </a:p>
                  </a:txBody>
                  <a:tcPr marL="9525" marR="9525" marT="9525" marB="0" anchor="b"/>
                </a:tc>
              </a:tr>
              <a:tr h="370840">
                <a:tc>
                  <a:txBody>
                    <a:bodyPr/>
                    <a:lstStyle/>
                    <a:p>
                      <a:pPr algn="l" fontAlgn="b"/>
                      <a:r>
                        <a:rPr lang="en-US" sz="1300" b="0" i="0" u="none" strike="noStrike" dirty="0">
                          <a:effectLst/>
                          <a:latin typeface="Arial"/>
                        </a:rPr>
                        <a:t>Subaru </a:t>
                      </a:r>
                      <a:r>
                        <a:rPr lang="en-US" sz="1300" b="0" i="0" u="none" strike="noStrike" dirty="0" err="1">
                          <a:effectLst/>
                          <a:latin typeface="Arial"/>
                        </a:rPr>
                        <a:t>Impreza</a:t>
                      </a:r>
                      <a:r>
                        <a:rPr lang="en-US" sz="1300" b="0" i="0" u="none" strike="noStrike" dirty="0">
                          <a:effectLst/>
                          <a:latin typeface="Arial"/>
                        </a:rPr>
                        <a:t> WRX </a:t>
                      </a:r>
                      <a:r>
                        <a:rPr lang="en-US" sz="1300" b="0" i="0" u="none" strike="noStrike" dirty="0" err="1">
                          <a:effectLst/>
                          <a:latin typeface="Arial"/>
                        </a:rPr>
                        <a:t>Sti</a:t>
                      </a:r>
                      <a:endParaRPr lang="en-US" sz="1300" b="0" i="0" u="none" strike="noStrike" dirty="0">
                        <a:effectLst/>
                        <a:latin typeface="Arial"/>
                      </a:endParaRPr>
                    </a:p>
                  </a:txBody>
                  <a:tcPr marL="9525" marR="9525" marT="9525" marB="0" anchor="b"/>
                </a:tc>
                <a:tc>
                  <a:txBody>
                    <a:bodyPr/>
                    <a:lstStyle/>
                    <a:p>
                      <a:pPr algn="r" fontAlgn="b"/>
                      <a:r>
                        <a:rPr lang="en-US" sz="1300" b="0" i="0" u="none" strike="noStrike" dirty="0">
                          <a:effectLst/>
                          <a:latin typeface="Arial"/>
                        </a:rPr>
                        <a:t>276</a:t>
                      </a:r>
                    </a:p>
                  </a:txBody>
                  <a:tcPr marL="9525" marR="9525" marT="9525" marB="0" anchor="b"/>
                </a:tc>
                <a:tc>
                  <a:txBody>
                    <a:bodyPr/>
                    <a:lstStyle/>
                    <a:p>
                      <a:pPr algn="r" fontAlgn="b"/>
                      <a:r>
                        <a:rPr lang="en-US" sz="1300" b="0" i="0" u="none" strike="noStrike" dirty="0">
                          <a:effectLst/>
                          <a:latin typeface="Arial"/>
                        </a:rPr>
                        <a:t>1440</a:t>
                      </a:r>
                    </a:p>
                  </a:txBody>
                  <a:tcPr marL="9525" marR="9525" marT="9525" marB="0" anchor="b"/>
                </a:tc>
                <a:tc>
                  <a:txBody>
                    <a:bodyPr/>
                    <a:lstStyle/>
                    <a:p>
                      <a:pPr algn="r" fontAlgn="b"/>
                      <a:r>
                        <a:rPr lang="en-US" sz="1300" b="0" i="0" u="none" strike="noStrike">
                          <a:effectLst/>
                          <a:latin typeface="Arial"/>
                        </a:rPr>
                        <a:t>3174.66</a:t>
                      </a:r>
                    </a:p>
                  </a:txBody>
                  <a:tcPr marL="9525" marR="9525" marT="9525" marB="0" anchor="b"/>
                </a:tc>
                <a:tc>
                  <a:txBody>
                    <a:bodyPr/>
                    <a:lstStyle/>
                    <a:p>
                      <a:pPr algn="r" fontAlgn="b"/>
                      <a:r>
                        <a:rPr lang="en-US" sz="1300" b="0" i="0" u="none" strike="noStrike" dirty="0">
                          <a:effectLst/>
                          <a:latin typeface="Arial"/>
                        </a:rPr>
                        <a:t>0.087</a:t>
                      </a:r>
                    </a:p>
                  </a:txBody>
                  <a:tcPr marL="9525" marR="9525" marT="9525" marB="0" anchor="b"/>
                </a:tc>
              </a:tr>
              <a:tr h="370840">
                <a:tc>
                  <a:txBody>
                    <a:bodyPr/>
                    <a:lstStyle/>
                    <a:p>
                      <a:pPr algn="l" fontAlgn="b"/>
                      <a:r>
                        <a:rPr lang="en-US" sz="1300" b="0" i="0" u="none" strike="noStrike" dirty="0" err="1">
                          <a:effectLst/>
                          <a:latin typeface="Arial"/>
                        </a:rPr>
                        <a:t>Caterham</a:t>
                      </a:r>
                      <a:r>
                        <a:rPr lang="en-US" sz="1300" b="0" i="0" u="none" strike="noStrike" dirty="0">
                          <a:effectLst/>
                          <a:latin typeface="Arial"/>
                        </a:rPr>
                        <a:t> </a:t>
                      </a:r>
                      <a:r>
                        <a:rPr lang="en-US" sz="1300" b="0" i="0" u="none" strike="noStrike" dirty="0" err="1">
                          <a:effectLst/>
                          <a:latin typeface="Arial"/>
                        </a:rPr>
                        <a:t>Fireblade</a:t>
                      </a:r>
                      <a:endParaRPr lang="en-US" sz="1300" b="0" i="0" u="none" strike="noStrike" dirty="0">
                        <a:effectLst/>
                        <a:latin typeface="Arial"/>
                      </a:endParaRPr>
                    </a:p>
                  </a:txBody>
                  <a:tcPr marL="9525" marR="9525" marT="9525" marB="0" anchor="b"/>
                </a:tc>
                <a:tc>
                  <a:txBody>
                    <a:bodyPr/>
                    <a:lstStyle/>
                    <a:p>
                      <a:pPr algn="r" fontAlgn="b"/>
                      <a:r>
                        <a:rPr lang="en-US" sz="1300" b="0" i="0" u="none" strike="noStrike">
                          <a:effectLst/>
                          <a:latin typeface="Arial"/>
                        </a:rPr>
                        <a:t>138</a:t>
                      </a:r>
                    </a:p>
                  </a:txBody>
                  <a:tcPr marL="9525" marR="9525" marT="9525" marB="0" anchor="b"/>
                </a:tc>
                <a:tc>
                  <a:txBody>
                    <a:bodyPr/>
                    <a:lstStyle/>
                    <a:p>
                      <a:pPr algn="r" fontAlgn="b"/>
                      <a:r>
                        <a:rPr lang="en-US" sz="1300" b="0" i="0" u="none" strike="noStrike" dirty="0">
                          <a:effectLst/>
                          <a:latin typeface="Arial"/>
                        </a:rPr>
                        <a:t>369</a:t>
                      </a:r>
                    </a:p>
                  </a:txBody>
                  <a:tcPr marL="9525" marR="9525" marT="9525" marB="0" anchor="b"/>
                </a:tc>
                <a:tc>
                  <a:txBody>
                    <a:bodyPr/>
                    <a:lstStyle/>
                    <a:p>
                      <a:pPr algn="r" fontAlgn="b"/>
                      <a:r>
                        <a:rPr lang="en-US" sz="1300" b="0" i="0" u="none" strike="noStrike">
                          <a:effectLst/>
                          <a:latin typeface="Arial"/>
                        </a:rPr>
                        <a:t>813.51</a:t>
                      </a:r>
                    </a:p>
                  </a:txBody>
                  <a:tcPr marL="9525" marR="9525" marT="9525" marB="0" anchor="b"/>
                </a:tc>
                <a:tc>
                  <a:txBody>
                    <a:bodyPr/>
                    <a:lstStyle/>
                    <a:p>
                      <a:pPr algn="r" fontAlgn="b"/>
                      <a:r>
                        <a:rPr lang="en-US" sz="1300" b="0" i="0" u="none" strike="noStrike">
                          <a:effectLst/>
                          <a:latin typeface="Arial"/>
                        </a:rPr>
                        <a:t>0.17</a:t>
                      </a:r>
                    </a:p>
                  </a:txBody>
                  <a:tcPr marL="9525" marR="9525" marT="9525" marB="0" anchor="b"/>
                </a:tc>
              </a:tr>
              <a:tr h="370840">
                <a:tc>
                  <a:txBody>
                    <a:bodyPr/>
                    <a:lstStyle/>
                    <a:p>
                      <a:pPr algn="l" fontAlgn="b"/>
                      <a:r>
                        <a:rPr lang="en-US" sz="1300" b="0" i="0" u="none" strike="noStrike" dirty="0" err="1">
                          <a:effectLst/>
                          <a:latin typeface="Arial"/>
                        </a:rPr>
                        <a:t>Ruf</a:t>
                      </a:r>
                      <a:r>
                        <a:rPr lang="en-US" sz="1300" b="0" i="0" u="none" strike="noStrike" dirty="0">
                          <a:effectLst/>
                          <a:latin typeface="Arial"/>
                        </a:rPr>
                        <a:t> RGT (Porsche 911)</a:t>
                      </a:r>
                    </a:p>
                  </a:txBody>
                  <a:tcPr marL="9525" marR="9525" marT="9525" marB="0" anchor="b"/>
                </a:tc>
                <a:tc>
                  <a:txBody>
                    <a:bodyPr/>
                    <a:lstStyle/>
                    <a:p>
                      <a:pPr algn="r" fontAlgn="b"/>
                      <a:r>
                        <a:rPr lang="en-US" sz="1300" b="0" i="0" u="none" strike="noStrike">
                          <a:effectLst/>
                          <a:latin typeface="Arial"/>
                        </a:rPr>
                        <a:t>379</a:t>
                      </a:r>
                    </a:p>
                  </a:txBody>
                  <a:tcPr marL="9525" marR="9525" marT="9525" marB="0" anchor="b"/>
                </a:tc>
                <a:tc>
                  <a:txBody>
                    <a:bodyPr/>
                    <a:lstStyle/>
                    <a:p>
                      <a:pPr algn="r" fontAlgn="b"/>
                      <a:r>
                        <a:rPr lang="en-US" sz="1300" b="0" i="0" u="none" strike="noStrike" dirty="0">
                          <a:effectLst/>
                          <a:latin typeface="Arial"/>
                        </a:rPr>
                        <a:t>1330</a:t>
                      </a:r>
                    </a:p>
                  </a:txBody>
                  <a:tcPr marL="9525" marR="9525" marT="9525" marB="0" anchor="b"/>
                </a:tc>
                <a:tc>
                  <a:txBody>
                    <a:bodyPr/>
                    <a:lstStyle/>
                    <a:p>
                      <a:pPr algn="r" fontAlgn="b"/>
                      <a:r>
                        <a:rPr lang="en-US" sz="1300" b="0" i="0" u="none" strike="noStrike" dirty="0">
                          <a:effectLst/>
                          <a:latin typeface="Arial"/>
                        </a:rPr>
                        <a:t>2932.15</a:t>
                      </a:r>
                    </a:p>
                  </a:txBody>
                  <a:tcPr marL="9525" marR="9525" marT="9525" marB="0" anchor="b"/>
                </a:tc>
                <a:tc>
                  <a:txBody>
                    <a:bodyPr/>
                    <a:lstStyle/>
                    <a:p>
                      <a:pPr algn="r" fontAlgn="b"/>
                      <a:r>
                        <a:rPr lang="en-US" sz="1300" b="0" i="0" u="none" strike="noStrike">
                          <a:effectLst/>
                          <a:latin typeface="Arial"/>
                        </a:rPr>
                        <a:t>0.129</a:t>
                      </a:r>
                    </a:p>
                  </a:txBody>
                  <a:tcPr marL="9525" marR="9525" marT="9525" marB="0" anchor="b"/>
                </a:tc>
              </a:tr>
              <a:tr h="370840">
                <a:tc>
                  <a:txBody>
                    <a:bodyPr/>
                    <a:lstStyle/>
                    <a:p>
                      <a:pPr algn="l" fontAlgn="b"/>
                      <a:r>
                        <a:rPr lang="en-US" sz="1300" b="0" i="0" u="none" strike="noStrike" dirty="0">
                          <a:effectLst/>
                          <a:latin typeface="Arial"/>
                        </a:rPr>
                        <a:t>Toyota </a:t>
                      </a:r>
                      <a:r>
                        <a:rPr lang="en-US" sz="1300" b="0" i="0" u="none" strike="noStrike" dirty="0" smtClean="0">
                          <a:effectLst/>
                          <a:latin typeface="Arial"/>
                        </a:rPr>
                        <a:t>Triathlon </a:t>
                      </a:r>
                      <a:r>
                        <a:rPr lang="en-US" sz="1300" b="0" i="0" u="none" strike="noStrike" dirty="0">
                          <a:effectLst/>
                          <a:latin typeface="Arial"/>
                        </a:rPr>
                        <a:t>Race Car</a:t>
                      </a:r>
                    </a:p>
                  </a:txBody>
                  <a:tcPr marL="9525" marR="9525" marT="9525" marB="0" anchor="b"/>
                </a:tc>
                <a:tc>
                  <a:txBody>
                    <a:bodyPr/>
                    <a:lstStyle/>
                    <a:p>
                      <a:pPr algn="r" fontAlgn="b"/>
                      <a:r>
                        <a:rPr lang="en-US" sz="1300" b="0" i="0" u="none" strike="noStrike">
                          <a:effectLst/>
                          <a:latin typeface="Arial"/>
                        </a:rPr>
                        <a:t>266</a:t>
                      </a:r>
                    </a:p>
                  </a:txBody>
                  <a:tcPr marL="9525" marR="9525" marT="9525" marB="0" anchor="b"/>
                </a:tc>
                <a:tc>
                  <a:txBody>
                    <a:bodyPr/>
                    <a:lstStyle/>
                    <a:p>
                      <a:pPr algn="r" fontAlgn="b"/>
                      <a:r>
                        <a:rPr lang="en-US" sz="1300" b="0" i="0" u="none" strike="noStrike">
                          <a:effectLst/>
                          <a:latin typeface="Arial"/>
                        </a:rPr>
                        <a:t>1200</a:t>
                      </a:r>
                    </a:p>
                  </a:txBody>
                  <a:tcPr marL="9525" marR="9525" marT="9525" marB="0" anchor="b"/>
                </a:tc>
                <a:tc>
                  <a:txBody>
                    <a:bodyPr/>
                    <a:lstStyle/>
                    <a:p>
                      <a:pPr algn="r" fontAlgn="b"/>
                      <a:r>
                        <a:rPr lang="en-US" sz="1300" b="0" i="0" u="none" strike="noStrike">
                          <a:effectLst/>
                          <a:latin typeface="Arial"/>
                        </a:rPr>
                        <a:t>2645.55</a:t>
                      </a:r>
                    </a:p>
                  </a:txBody>
                  <a:tcPr marL="9525" marR="9525" marT="9525" marB="0" anchor="b"/>
                </a:tc>
                <a:tc>
                  <a:txBody>
                    <a:bodyPr/>
                    <a:lstStyle/>
                    <a:p>
                      <a:pPr algn="r" fontAlgn="b"/>
                      <a:r>
                        <a:rPr lang="en-US" sz="1300" b="0" i="0" u="none" strike="noStrike">
                          <a:effectLst/>
                          <a:latin typeface="Arial"/>
                        </a:rPr>
                        <a:t>0.101</a:t>
                      </a:r>
                    </a:p>
                  </a:txBody>
                  <a:tcPr marL="9525" marR="9525" marT="9525" marB="0" anchor="b"/>
                </a:tc>
              </a:tr>
              <a:tr h="370840">
                <a:tc>
                  <a:txBody>
                    <a:bodyPr/>
                    <a:lstStyle/>
                    <a:p>
                      <a:pPr algn="l" fontAlgn="b"/>
                      <a:r>
                        <a:rPr lang="en-US" sz="1300" b="0" i="0" u="none" strike="noStrike" dirty="0">
                          <a:effectLst/>
                          <a:latin typeface="Arial"/>
                        </a:rPr>
                        <a:t>Ford RS200</a:t>
                      </a:r>
                    </a:p>
                  </a:txBody>
                  <a:tcPr marL="9525" marR="9525" marT="9525" marB="0" anchor="b"/>
                </a:tc>
                <a:tc>
                  <a:txBody>
                    <a:bodyPr/>
                    <a:lstStyle/>
                    <a:p>
                      <a:pPr algn="r" fontAlgn="b"/>
                      <a:r>
                        <a:rPr lang="en-US" sz="1300" b="0" i="0" u="none" strike="noStrike">
                          <a:effectLst/>
                          <a:latin typeface="Arial"/>
                        </a:rPr>
                        <a:t>250</a:t>
                      </a:r>
                    </a:p>
                  </a:txBody>
                  <a:tcPr marL="9525" marR="9525" marT="9525" marB="0" anchor="b"/>
                </a:tc>
                <a:tc>
                  <a:txBody>
                    <a:bodyPr/>
                    <a:lstStyle/>
                    <a:p>
                      <a:pPr algn="r" fontAlgn="b"/>
                      <a:r>
                        <a:rPr lang="en-US" sz="1300" b="0" i="0" u="none" strike="noStrike">
                          <a:effectLst/>
                          <a:latin typeface="Arial"/>
                        </a:rPr>
                        <a:t>1180</a:t>
                      </a:r>
                    </a:p>
                  </a:txBody>
                  <a:tcPr marL="9525" marR="9525" marT="9525" marB="0" anchor="b"/>
                </a:tc>
                <a:tc>
                  <a:txBody>
                    <a:bodyPr/>
                    <a:lstStyle/>
                    <a:p>
                      <a:pPr algn="r" fontAlgn="b"/>
                      <a:r>
                        <a:rPr lang="en-US" sz="1300" b="0" i="0" u="none" strike="noStrike" dirty="0">
                          <a:effectLst/>
                          <a:latin typeface="Arial"/>
                        </a:rPr>
                        <a:t>2601.45</a:t>
                      </a:r>
                    </a:p>
                  </a:txBody>
                  <a:tcPr marL="9525" marR="9525" marT="9525" marB="0" anchor="b"/>
                </a:tc>
                <a:tc>
                  <a:txBody>
                    <a:bodyPr/>
                    <a:lstStyle/>
                    <a:p>
                      <a:pPr algn="r" fontAlgn="b"/>
                      <a:r>
                        <a:rPr lang="en-US" sz="1300" b="0" i="0" u="none" strike="noStrike">
                          <a:effectLst/>
                          <a:latin typeface="Arial"/>
                        </a:rPr>
                        <a:t>0.096</a:t>
                      </a:r>
                    </a:p>
                  </a:txBody>
                  <a:tcPr marL="9525" marR="9525" marT="9525" marB="0" anchor="b"/>
                </a:tc>
              </a:tr>
              <a:tr h="370840">
                <a:tc>
                  <a:txBody>
                    <a:bodyPr/>
                    <a:lstStyle/>
                    <a:p>
                      <a:pPr algn="l" fontAlgn="b"/>
                      <a:r>
                        <a:rPr lang="en-US" sz="1300" b="0" i="0" u="none" strike="noStrike" dirty="0">
                          <a:effectLst/>
                          <a:latin typeface="Arial"/>
                        </a:rPr>
                        <a:t>Mazda RX 8</a:t>
                      </a:r>
                    </a:p>
                  </a:txBody>
                  <a:tcPr marL="9525" marR="9525" marT="9525" marB="0" anchor="b"/>
                </a:tc>
                <a:tc>
                  <a:txBody>
                    <a:bodyPr/>
                    <a:lstStyle/>
                    <a:p>
                      <a:pPr algn="r" fontAlgn="b"/>
                      <a:r>
                        <a:rPr lang="en-US" sz="1300" b="0" i="0" u="none" strike="noStrike">
                          <a:effectLst/>
                          <a:latin typeface="Arial"/>
                        </a:rPr>
                        <a:t>246</a:t>
                      </a:r>
                    </a:p>
                  </a:txBody>
                  <a:tcPr marL="9525" marR="9525" marT="9525" marB="0" anchor="b"/>
                </a:tc>
                <a:tc>
                  <a:txBody>
                    <a:bodyPr/>
                    <a:lstStyle/>
                    <a:p>
                      <a:pPr algn="r" fontAlgn="b"/>
                      <a:r>
                        <a:rPr lang="en-US" sz="1300" b="0" i="0" u="none" strike="noStrike">
                          <a:effectLst/>
                          <a:latin typeface="Arial"/>
                        </a:rPr>
                        <a:t>1310</a:t>
                      </a:r>
                    </a:p>
                  </a:txBody>
                  <a:tcPr marL="9525" marR="9525" marT="9525" marB="0" anchor="b"/>
                </a:tc>
                <a:tc>
                  <a:txBody>
                    <a:bodyPr/>
                    <a:lstStyle/>
                    <a:p>
                      <a:pPr algn="r" fontAlgn="b"/>
                      <a:r>
                        <a:rPr lang="en-US" sz="1300" b="0" i="0" u="none" strike="noStrike">
                          <a:effectLst/>
                          <a:latin typeface="Arial"/>
                        </a:rPr>
                        <a:t>2888.06</a:t>
                      </a:r>
                    </a:p>
                  </a:txBody>
                  <a:tcPr marL="9525" marR="9525" marT="9525" marB="0" anchor="b"/>
                </a:tc>
                <a:tc>
                  <a:txBody>
                    <a:bodyPr/>
                    <a:lstStyle/>
                    <a:p>
                      <a:pPr algn="r" fontAlgn="b"/>
                      <a:r>
                        <a:rPr lang="en-US" sz="1300" b="0" i="0" u="none" strike="noStrike" dirty="0">
                          <a:effectLst/>
                          <a:latin typeface="Arial"/>
                        </a:rPr>
                        <a:t>0.085</a:t>
                      </a:r>
                    </a:p>
                  </a:txBody>
                  <a:tcPr marL="9525" marR="9525" marT="9525" marB="0" anchor="b"/>
                </a:tc>
              </a:tr>
              <a:tr h="370840">
                <a:tc>
                  <a:txBody>
                    <a:bodyPr/>
                    <a:lstStyle/>
                    <a:p>
                      <a:pPr algn="l" fontAlgn="b"/>
                      <a:r>
                        <a:rPr lang="en-US" sz="1300" b="0" i="0" u="none" strike="noStrike" dirty="0">
                          <a:effectLst/>
                          <a:latin typeface="Arial"/>
                        </a:rPr>
                        <a:t>Nissan 240 ZG</a:t>
                      </a:r>
                    </a:p>
                  </a:txBody>
                  <a:tcPr marL="9525" marR="9525" marT="9525" marB="0" anchor="b"/>
                </a:tc>
                <a:tc>
                  <a:txBody>
                    <a:bodyPr/>
                    <a:lstStyle/>
                    <a:p>
                      <a:pPr algn="r" fontAlgn="b"/>
                      <a:r>
                        <a:rPr lang="en-US" sz="1300" b="0" i="0" u="none" strike="noStrike">
                          <a:effectLst/>
                          <a:latin typeface="Arial"/>
                        </a:rPr>
                        <a:t>147</a:t>
                      </a:r>
                    </a:p>
                  </a:txBody>
                  <a:tcPr marL="9525" marR="9525" marT="9525" marB="0" anchor="b"/>
                </a:tc>
                <a:tc>
                  <a:txBody>
                    <a:bodyPr/>
                    <a:lstStyle/>
                    <a:p>
                      <a:pPr algn="r" fontAlgn="b"/>
                      <a:r>
                        <a:rPr lang="en-US" sz="1300" b="0" i="0" u="none" strike="noStrike">
                          <a:effectLst/>
                          <a:latin typeface="Arial"/>
                        </a:rPr>
                        <a:t>1010</a:t>
                      </a:r>
                    </a:p>
                  </a:txBody>
                  <a:tcPr marL="9525" marR="9525" marT="9525" marB="0" anchor="b"/>
                </a:tc>
                <a:tc>
                  <a:txBody>
                    <a:bodyPr/>
                    <a:lstStyle/>
                    <a:p>
                      <a:pPr algn="r" fontAlgn="b"/>
                      <a:r>
                        <a:rPr lang="en-US" sz="1300" b="0" i="0" u="none" strike="noStrike">
                          <a:effectLst/>
                          <a:latin typeface="Arial"/>
                        </a:rPr>
                        <a:t>2226.67</a:t>
                      </a:r>
                    </a:p>
                  </a:txBody>
                  <a:tcPr marL="9525" marR="9525" marT="9525" marB="0" anchor="b"/>
                </a:tc>
                <a:tc>
                  <a:txBody>
                    <a:bodyPr/>
                    <a:lstStyle/>
                    <a:p>
                      <a:pPr algn="r" fontAlgn="b"/>
                      <a:r>
                        <a:rPr lang="en-US" sz="1300" b="0" i="0" u="none" strike="noStrike" dirty="0">
                          <a:effectLst/>
                          <a:latin typeface="Arial"/>
                        </a:rPr>
                        <a:t>0.066</a:t>
                      </a:r>
                    </a:p>
                  </a:txBody>
                  <a:tcPr marL="9525" marR="9525" marT="9525" marB="0" anchor="b"/>
                </a:tc>
              </a:tr>
              <a:tr h="370840">
                <a:tc>
                  <a:txBody>
                    <a:bodyPr/>
                    <a:lstStyle/>
                    <a:p>
                      <a:pPr algn="l" fontAlgn="b"/>
                      <a:r>
                        <a:rPr lang="en-US" sz="1300" b="0" i="0" u="none" strike="noStrike" dirty="0">
                          <a:effectLst/>
                          <a:latin typeface="Arial"/>
                        </a:rPr>
                        <a:t>Honda Civic Type R</a:t>
                      </a:r>
                    </a:p>
                  </a:txBody>
                  <a:tcPr marL="9525" marR="9525" marT="9525" marB="0" anchor="b"/>
                </a:tc>
                <a:tc>
                  <a:txBody>
                    <a:bodyPr/>
                    <a:lstStyle/>
                    <a:p>
                      <a:pPr algn="r" fontAlgn="b"/>
                      <a:r>
                        <a:rPr lang="en-US" sz="1300" b="0" i="0" u="none" strike="noStrike">
                          <a:effectLst/>
                          <a:latin typeface="Arial"/>
                        </a:rPr>
                        <a:t>212</a:t>
                      </a:r>
                    </a:p>
                  </a:txBody>
                  <a:tcPr marL="9525" marR="9525" marT="9525" marB="0" anchor="b"/>
                </a:tc>
                <a:tc>
                  <a:txBody>
                    <a:bodyPr/>
                    <a:lstStyle/>
                    <a:p>
                      <a:pPr algn="r" fontAlgn="b"/>
                      <a:r>
                        <a:rPr lang="en-US" sz="1300" b="0" i="0" u="none" strike="noStrike">
                          <a:effectLst/>
                          <a:latin typeface="Arial"/>
                        </a:rPr>
                        <a:t>1190</a:t>
                      </a:r>
                    </a:p>
                  </a:txBody>
                  <a:tcPr marL="9525" marR="9525" marT="9525" marB="0" anchor="b"/>
                </a:tc>
                <a:tc>
                  <a:txBody>
                    <a:bodyPr/>
                    <a:lstStyle/>
                    <a:p>
                      <a:pPr algn="r" fontAlgn="b"/>
                      <a:r>
                        <a:rPr lang="en-US" sz="1300" b="0" i="0" u="none" strike="noStrike">
                          <a:effectLst/>
                          <a:latin typeface="Arial"/>
                        </a:rPr>
                        <a:t>2623.5</a:t>
                      </a:r>
                    </a:p>
                  </a:txBody>
                  <a:tcPr marL="9525" marR="9525" marT="9525" marB="0" anchor="b"/>
                </a:tc>
                <a:tc>
                  <a:txBody>
                    <a:bodyPr/>
                    <a:lstStyle/>
                    <a:p>
                      <a:pPr algn="r" fontAlgn="b"/>
                      <a:r>
                        <a:rPr lang="en-US" sz="1300" b="0" i="0" u="none" strike="noStrike" dirty="0">
                          <a:effectLst/>
                          <a:latin typeface="Arial"/>
                        </a:rPr>
                        <a:t>0.081</a:t>
                      </a:r>
                    </a:p>
                  </a:txBody>
                  <a:tcPr marL="9525" marR="9525" marT="9525" marB="0" anchor="b"/>
                </a:tc>
              </a:tr>
              <a:tr h="370840">
                <a:tc>
                  <a:txBody>
                    <a:bodyPr/>
                    <a:lstStyle/>
                    <a:p>
                      <a:pPr algn="l" fontAlgn="b"/>
                      <a:r>
                        <a:rPr lang="en-US" sz="1300" b="0" i="0" u="none" strike="noStrike" dirty="0">
                          <a:effectLst/>
                          <a:latin typeface="Arial"/>
                        </a:rPr>
                        <a:t>Dodge Ram Truck</a:t>
                      </a:r>
                    </a:p>
                  </a:txBody>
                  <a:tcPr marL="9525" marR="9525" marT="9525" marB="0" anchor="b"/>
                </a:tc>
                <a:tc>
                  <a:txBody>
                    <a:bodyPr/>
                    <a:lstStyle/>
                    <a:p>
                      <a:pPr algn="r" fontAlgn="b"/>
                      <a:r>
                        <a:rPr lang="en-US" sz="1300" b="0" i="0" u="none" strike="noStrike" dirty="0">
                          <a:effectLst/>
                          <a:latin typeface="Arial"/>
                        </a:rPr>
                        <a:t>345</a:t>
                      </a:r>
                    </a:p>
                  </a:txBody>
                  <a:tcPr marL="9525" marR="9525" marT="9525" marB="0" anchor="b"/>
                </a:tc>
                <a:tc>
                  <a:txBody>
                    <a:bodyPr/>
                    <a:lstStyle/>
                    <a:p>
                      <a:pPr algn="r" fontAlgn="b"/>
                      <a:r>
                        <a:rPr lang="en-US" sz="1300" b="0" i="0" u="none" strike="noStrike">
                          <a:effectLst/>
                          <a:latin typeface="Arial"/>
                        </a:rPr>
                        <a:t>2390</a:t>
                      </a:r>
                    </a:p>
                  </a:txBody>
                  <a:tcPr marL="9525" marR="9525" marT="9525" marB="0" anchor="b"/>
                </a:tc>
                <a:tc>
                  <a:txBody>
                    <a:bodyPr/>
                    <a:lstStyle/>
                    <a:p>
                      <a:pPr algn="r" fontAlgn="b"/>
                      <a:r>
                        <a:rPr lang="en-US" sz="1300" b="0" i="0" u="none" strike="noStrike">
                          <a:effectLst/>
                          <a:latin typeface="Arial"/>
                        </a:rPr>
                        <a:t>5269.05</a:t>
                      </a:r>
                    </a:p>
                  </a:txBody>
                  <a:tcPr marL="9525" marR="9525" marT="9525" marB="0" anchor="b"/>
                </a:tc>
                <a:tc>
                  <a:txBody>
                    <a:bodyPr/>
                    <a:lstStyle/>
                    <a:p>
                      <a:pPr algn="r" fontAlgn="b"/>
                      <a:r>
                        <a:rPr lang="en-US" sz="1300" b="0" i="0" u="none" strike="noStrike" dirty="0">
                          <a:effectLst/>
                          <a:latin typeface="Arial"/>
                        </a:rPr>
                        <a:t>0.065</a:t>
                      </a:r>
                    </a:p>
                  </a:txBody>
                  <a:tcPr marL="9525" marR="9525" marT="9525" marB="0" anchor="b"/>
                </a:tc>
              </a:tr>
            </a:tbl>
          </a:graphicData>
        </a:graphic>
      </p:graphicFrame>
      <p:sp>
        <p:nvSpPr>
          <p:cNvPr id="4" name="Title 3"/>
          <p:cNvSpPr>
            <a:spLocks noGrp="1"/>
          </p:cNvSpPr>
          <p:nvPr>
            <p:ph type="title"/>
          </p:nvPr>
        </p:nvSpPr>
        <p:spPr>
          <a:xfrm>
            <a:off x="1717288" y="107796"/>
            <a:ext cx="7121912" cy="685800"/>
          </a:xfrm>
        </p:spPr>
        <p:txBody>
          <a:bodyPr/>
          <a:lstStyle/>
          <a:p>
            <a:r>
              <a:rPr lang="en-US" dirty="0" smtClean="0"/>
              <a:t>Data From Each Car</a:t>
            </a:r>
            <a:endParaRPr lang="en-US" dirty="0"/>
          </a:p>
        </p:txBody>
      </p:sp>
      <p:sp>
        <p:nvSpPr>
          <p:cNvPr id="7" name="Slide Number Placeholder 6"/>
          <p:cNvSpPr>
            <a:spLocks noGrp="1"/>
          </p:cNvSpPr>
          <p:nvPr>
            <p:ph type="sldNum" sz="quarter" idx="11"/>
          </p:nvPr>
        </p:nvSpPr>
        <p:spPr/>
        <p:txBody>
          <a:bodyPr/>
          <a:lstStyle/>
          <a:p>
            <a:fld id="{A3C853D9-4DE0-4A26-B906-695C8063B4D6}" type="slidenum">
              <a:rPr lang="en-US" smtClean="0"/>
              <a:pPr/>
              <a:t>42</a:t>
            </a:fld>
            <a:endParaRPr lang="en-US"/>
          </a:p>
        </p:txBody>
      </p:sp>
    </p:spTree>
    <p:extLst>
      <p:ext uri="{BB962C8B-B14F-4D97-AF65-F5344CB8AC3E}">
        <p14:creationId xmlns:p14="http://schemas.microsoft.com/office/powerpoint/2010/main" val="15506119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Part 1: Mathematical Projection of 0-60 time</a:t>
            </a:r>
            <a:endParaRPr lang="en-US" dirty="0"/>
          </a:p>
        </p:txBody>
      </p:sp>
      <p:sp>
        <p:nvSpPr>
          <p:cNvPr id="6" name="Slide Number Placeholder 5"/>
          <p:cNvSpPr>
            <a:spLocks noGrp="1"/>
          </p:cNvSpPr>
          <p:nvPr>
            <p:ph type="sldNum" sz="quarter" idx="11"/>
          </p:nvPr>
        </p:nvSpPr>
        <p:spPr/>
        <p:txBody>
          <a:bodyPr/>
          <a:lstStyle/>
          <a:p>
            <a:fld id="{A3C853D9-4DE0-4A26-B906-695C8063B4D6}" type="slidenum">
              <a:rPr lang="en-US" smtClean="0"/>
              <a:pPr/>
              <a:t>43</a:t>
            </a:fld>
            <a:endParaRPr lang="en-US"/>
          </a:p>
        </p:txBody>
      </p:sp>
    </p:spTree>
    <p:extLst>
      <p:ext uri="{BB962C8B-B14F-4D97-AF65-F5344CB8AC3E}">
        <p14:creationId xmlns:p14="http://schemas.microsoft.com/office/powerpoint/2010/main" val="4037321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00600" y="76200"/>
            <a:ext cx="3962400" cy="685800"/>
          </a:xfrm>
        </p:spPr>
        <p:txBody>
          <a:bodyPr/>
          <a:lstStyle/>
          <a:p>
            <a:r>
              <a:rPr lang="en-US" dirty="0" smtClean="0"/>
              <a:t>Derivation</a:t>
            </a:r>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457200" y="1278142"/>
                <a:ext cx="3167085" cy="53021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𝑥</m:t>
                        </m:r>
                      </m:sub>
                    </m:sSub>
                    <m:r>
                      <a:rPr lang="en-US" b="0" i="1" smtClean="0">
                        <a:latin typeface="Cambria Math"/>
                      </a:rPr>
                      <m:t> [</m:t>
                    </m:r>
                    <m:f>
                      <m:fPr>
                        <m:ctrlPr>
                          <a:rPr lang="en-US" b="0" i="1" smtClean="0">
                            <a:latin typeface="Cambria Math" panose="02040503050406030204" pitchFamily="18" charset="0"/>
                          </a:rPr>
                        </m:ctrlPr>
                      </m:fPr>
                      <m:num>
                        <m:r>
                          <a:rPr lang="en-US" b="0" i="1" smtClean="0">
                            <a:latin typeface="Cambria Math"/>
                          </a:rPr>
                          <m:t>𝑓𝑡</m:t>
                        </m:r>
                      </m:num>
                      <m:den>
                        <m:sSup>
                          <m:sSupPr>
                            <m:ctrlPr>
                              <a:rPr lang="en-US" b="0" i="1" smtClean="0">
                                <a:latin typeface="Cambria Math" panose="02040503050406030204" pitchFamily="18" charset="0"/>
                              </a:rPr>
                            </m:ctrlPr>
                          </m:sSupPr>
                          <m:e>
                            <m:r>
                              <a:rPr lang="en-US" b="0" i="1" smtClean="0">
                                <a:latin typeface="Cambria Math"/>
                              </a:rPr>
                              <m:t>𝑠</m:t>
                            </m:r>
                          </m:e>
                          <m:sup>
                            <m:r>
                              <a:rPr lang="en-US" b="0" i="1" smtClean="0">
                                <a:latin typeface="Cambria Math"/>
                              </a:rPr>
                              <m:t>2</m:t>
                            </m:r>
                          </m:sup>
                        </m:sSup>
                      </m:den>
                    </m:f>
                    <m:r>
                      <a:rPr lang="en-US" b="0" i="1" smtClean="0">
                        <a:latin typeface="Cambria Math"/>
                      </a:rPr>
                      <m:t>]</m:t>
                    </m:r>
                    <m:r>
                      <a:rPr lang="en-US" i="1" smtClean="0">
                        <a:latin typeface="Cambria Math"/>
                      </a:rPr>
                      <m:t>=</m:t>
                    </m:r>
                    <m:r>
                      <a:rPr lang="en-US" b="0" i="1" smtClean="0">
                        <a:latin typeface="Cambria Math"/>
                      </a:rPr>
                      <m:t>550∗</m:t>
                    </m:r>
                    <m:f>
                      <m:fPr>
                        <m:ctrlPr>
                          <a:rPr lang="en-US" b="0" i="1" smtClean="0">
                            <a:latin typeface="Cambria Math" panose="02040503050406030204" pitchFamily="18" charset="0"/>
                          </a:rPr>
                        </m:ctrlPr>
                      </m:fPr>
                      <m:num>
                        <m:r>
                          <a:rPr lang="en-US" b="0" i="1" smtClean="0">
                            <a:latin typeface="Cambria Math"/>
                          </a:rPr>
                          <m:t>𝑔</m:t>
                        </m:r>
                      </m:num>
                      <m:den>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𝑥</m:t>
                            </m:r>
                          </m:sub>
                        </m:sSub>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𝐻𝑜𝑟𝑠𝑒𝑝𝑜𝑤𝑒𝑟</m:t>
                        </m:r>
                      </m:num>
                      <m:den>
                        <m:r>
                          <a:rPr lang="en-US" b="0" i="1" smtClean="0">
                            <a:latin typeface="Cambria Math"/>
                          </a:rPr>
                          <m:t>𝑊𝑒𝑖𝑔h𝑡</m:t>
                        </m:r>
                        <m:r>
                          <a:rPr lang="en-US" b="0" i="1" smtClean="0">
                            <a:latin typeface="Cambria Math"/>
                          </a:rPr>
                          <m:t> [</m:t>
                        </m:r>
                        <m:r>
                          <a:rPr lang="en-US" b="0" i="1" smtClean="0">
                            <a:latin typeface="Cambria Math"/>
                          </a:rPr>
                          <m:t>𝑙𝑏𝑠</m:t>
                        </m:r>
                        <m:r>
                          <a:rPr lang="en-US" b="0" i="1" smtClean="0">
                            <a:latin typeface="Cambria Math"/>
                          </a:rPr>
                          <m:t>]</m:t>
                        </m:r>
                      </m:den>
                    </m:f>
                  </m:oMath>
                </a14:m>
                <a:r>
                  <a:rPr lang="en-US" dirty="0" smtClean="0"/>
                  <a:t> </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457200" y="1278142"/>
                <a:ext cx="3167085" cy="530210"/>
              </a:xfrm>
              <a:prstGeom prst="rect">
                <a:avLst/>
              </a:prstGeom>
              <a:blipFill rotWithShape="1">
                <a:blip r:embed="rId3" cstate="print"/>
                <a:stretch>
                  <a:fillRect r="-25577" b="-18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57200" y="1905000"/>
                <a:ext cx="1197187" cy="6164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𝑥</m:t>
                          </m:r>
                        </m:sub>
                      </m:sSub>
                      <m:r>
                        <a:rPr lang="en-US" b="0" i="1" smtClean="0">
                          <a:latin typeface="Cambria Math"/>
                        </a:rPr>
                        <m:t>= </m:t>
                      </m:r>
                      <m:f>
                        <m:fPr>
                          <m:ctrlPr>
                            <a:rPr lang="en-US" b="0" i="1" smtClean="0">
                              <a:latin typeface="Cambria Math" panose="02040503050406030204" pitchFamily="18" charset="0"/>
                            </a:rPr>
                          </m:ctrlPr>
                        </m:fPr>
                        <m:num>
                          <m:r>
                            <a:rPr lang="en-US" b="0" i="1" smtClean="0">
                              <a:latin typeface="Cambria Math"/>
                            </a:rPr>
                            <m:t>𝑑</m:t>
                          </m:r>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𝑥</m:t>
                              </m:r>
                            </m:sub>
                          </m:sSub>
                        </m:num>
                        <m:den>
                          <m:r>
                            <a:rPr lang="en-US" b="0" i="1" smtClean="0">
                              <a:latin typeface="Cambria Math"/>
                            </a:rPr>
                            <m:t>𝑑𝑡</m:t>
                          </m:r>
                        </m:den>
                      </m:f>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457200" y="1905000"/>
                <a:ext cx="1197187" cy="616451"/>
              </a:xfrm>
              <a:prstGeom prst="rect">
                <a:avLst/>
              </a:prstGeom>
              <a:blipFill rotWithShape="1">
                <a:blip r:embed="rId4"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57200" y="2974019"/>
                <a:ext cx="4676921" cy="7117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trlPr>
                            <a:rPr lang="en-US" b="0" i="1" smtClean="0">
                              <a:latin typeface="Cambria Math" panose="02040503050406030204" pitchFamily="18" charset="0"/>
                            </a:rPr>
                          </m:ctrlPr>
                        </m:naryPr>
                        <m:sub>
                          <m:r>
                            <m:rPr>
                              <m:brk m:alnAt="23"/>
                            </m:rPr>
                            <a:rPr lang="en-US" b="0" i="1" smtClean="0">
                              <a:latin typeface="Cambria Math"/>
                            </a:rPr>
                            <m:t>0</m:t>
                          </m:r>
                        </m:sub>
                        <m:sup>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𝑓</m:t>
                              </m:r>
                            </m:sub>
                          </m:sSub>
                        </m:sup>
                        <m:e>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𝑥</m:t>
                              </m:r>
                            </m:sub>
                          </m:sSub>
                          <m:r>
                            <a:rPr lang="en-US" b="0" i="1" smtClean="0">
                              <a:latin typeface="Cambria Math"/>
                            </a:rPr>
                            <m:t> </m:t>
                          </m:r>
                          <m:r>
                            <a:rPr lang="en-US" b="0" i="1" smtClean="0">
                              <a:latin typeface="Cambria Math"/>
                            </a:rPr>
                            <m:t>𝑑</m:t>
                          </m:r>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𝑥</m:t>
                              </m:r>
                            </m:sub>
                          </m:sSub>
                        </m:e>
                      </m:nary>
                      <m:r>
                        <a:rPr lang="en-US" b="0" i="1" smtClean="0">
                          <a:latin typeface="Cambria Math"/>
                        </a:rPr>
                        <m:t>= </m:t>
                      </m:r>
                      <m:nary>
                        <m:naryPr>
                          <m:ctrlPr>
                            <a:rPr lang="en-US" b="0" i="1" smtClean="0">
                              <a:latin typeface="Cambria Math" panose="02040503050406030204" pitchFamily="18" charset="0"/>
                            </a:rPr>
                          </m:ctrlPr>
                        </m:naryPr>
                        <m:sub>
                          <m:r>
                            <m:rPr>
                              <m:brk m:alnAt="23"/>
                            </m:rPr>
                            <a:rPr lang="en-US" b="0" i="1" smtClean="0">
                              <a:latin typeface="Cambria Math"/>
                            </a:rPr>
                            <m:t>0</m:t>
                          </m:r>
                        </m:sub>
                        <m:sup>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𝑓</m:t>
                              </m:r>
                            </m:sub>
                          </m:sSub>
                        </m:sup>
                        <m:e>
                          <m:r>
                            <a:rPr lang="en-US" b="0" i="1" smtClean="0">
                              <a:latin typeface="Cambria Math"/>
                            </a:rPr>
                            <m:t>550∗</m:t>
                          </m:r>
                          <m:r>
                            <a:rPr lang="en-US" b="0" i="1" smtClean="0">
                              <a:latin typeface="Cambria Math"/>
                            </a:rPr>
                            <m:t>𝑔</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𝐻𝑜𝑟𝑠𝑒𝑝𝑜𝑤𝑒𝑟</m:t>
                              </m:r>
                            </m:num>
                            <m:den>
                              <m:r>
                                <a:rPr lang="en-US" b="0" i="1" smtClean="0">
                                  <a:latin typeface="Cambria Math"/>
                                </a:rPr>
                                <m:t>𝑊𝑒𝑖𝑔h𝑡</m:t>
                              </m:r>
                            </m:den>
                          </m:f>
                          <m:r>
                            <a:rPr lang="en-US" b="0" i="1" smtClean="0">
                              <a:latin typeface="Cambria Math"/>
                            </a:rPr>
                            <m:t>∗</m:t>
                          </m:r>
                          <m:r>
                            <a:rPr lang="en-US" b="0" i="1" smtClean="0">
                              <a:latin typeface="Cambria Math"/>
                            </a:rPr>
                            <m:t>𝑑𝑡</m:t>
                          </m:r>
                        </m:e>
                      </m:nary>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57200" y="2974019"/>
                <a:ext cx="4676921" cy="711733"/>
              </a:xfrm>
              <a:prstGeom prst="rect">
                <a:avLst/>
              </a:prstGeom>
              <a:blipFill rotWithShape="1">
                <a:blip r:embed="rId5"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57200" y="4267200"/>
                <a:ext cx="3504869" cy="7046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sSub>
                                <m:sSubPr>
                                  <m:ctrlPr>
                                    <a:rPr lang="en-US" i="1" smtClean="0">
                                      <a:latin typeface="Cambria Math" panose="02040503050406030204" pitchFamily="18" charset="0"/>
                                    </a:rPr>
                                  </m:ctrlPr>
                                </m:sSubPr>
                                <m:e>
                                  <m:r>
                                    <a:rPr lang="en-US" b="0" i="1" smtClean="0">
                                      <a:latin typeface="Cambria Math"/>
                                    </a:rPr>
                                    <m:t>𝑣</m:t>
                                  </m:r>
                                </m:e>
                                <m:sub>
                                  <m:r>
                                    <a:rPr lang="en-US" b="0" i="1" smtClean="0">
                                      <a:latin typeface="Cambria Math"/>
                                    </a:rPr>
                                    <m:t>𝑓</m:t>
                                  </m:r>
                                </m:sub>
                              </m:sSub>
                            </m:e>
                            <m:sup>
                              <m:r>
                                <a:rPr lang="en-US" b="0" i="1" smtClean="0">
                                  <a:latin typeface="Cambria Math"/>
                                </a:rPr>
                                <m:t>2</m:t>
                              </m:r>
                            </m:sup>
                          </m:sSup>
                        </m:num>
                        <m:den>
                          <m:r>
                            <a:rPr lang="en-US" b="0" i="1" smtClean="0">
                              <a:latin typeface="Cambria Math"/>
                            </a:rPr>
                            <m:t>2</m:t>
                          </m:r>
                        </m:den>
                      </m:f>
                      <m:r>
                        <a:rPr lang="en-US" b="0" i="1" smtClean="0">
                          <a:latin typeface="Cambria Math"/>
                        </a:rPr>
                        <m:t>=550∗</m:t>
                      </m:r>
                      <m:r>
                        <a:rPr lang="en-US" b="0" i="1" smtClean="0">
                          <a:latin typeface="Cambria Math"/>
                        </a:rPr>
                        <m:t>𝑔</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𝐻𝑜𝑟𝑠𝑒𝑝𝑜𝑤𝑒𝑟</m:t>
                          </m:r>
                        </m:num>
                        <m:den>
                          <m:r>
                            <a:rPr lang="en-US" b="0" i="1" smtClean="0">
                              <a:latin typeface="Cambria Math"/>
                            </a:rPr>
                            <m:t>𝑊𝑒𝑖𝑔h𝑡</m:t>
                          </m:r>
                        </m:den>
                      </m:f>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𝑓</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57200" y="4267200"/>
                <a:ext cx="3504869" cy="704616"/>
              </a:xfrm>
              <a:prstGeom prst="rect">
                <a:avLst/>
              </a:prstGeom>
              <a:blipFill rotWithShape="1">
                <a:blip r:embed="rId6"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57199" y="5538495"/>
                <a:ext cx="3504870" cy="7046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𝑓</m:t>
                          </m:r>
                        </m:sub>
                      </m:sSub>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𝑓</m:t>
                                  </m:r>
                                </m:sub>
                              </m:sSub>
                            </m:e>
                            <m:sup>
                              <m:r>
                                <a:rPr lang="en-US" b="0" i="1" smtClean="0">
                                  <a:latin typeface="Cambria Math"/>
                                </a:rPr>
                                <m:t>2</m:t>
                              </m:r>
                            </m:sup>
                          </m:sSup>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𝑊𝑒𝑖𝑔h𝑡</m:t>
                          </m:r>
                        </m:num>
                        <m:den>
                          <m:r>
                            <a:rPr lang="en-US" b="0" i="1" smtClean="0">
                              <a:latin typeface="Cambria Math"/>
                            </a:rPr>
                            <m:t>550∗</m:t>
                          </m:r>
                          <m:r>
                            <a:rPr lang="en-US" b="0" i="1" smtClean="0">
                              <a:latin typeface="Cambria Math"/>
                            </a:rPr>
                            <m:t>𝑔</m:t>
                          </m:r>
                          <m:r>
                            <a:rPr lang="en-US" b="0" i="1" smtClean="0">
                              <a:latin typeface="Cambria Math"/>
                            </a:rPr>
                            <m:t>∗</m:t>
                          </m:r>
                          <m:r>
                            <a:rPr lang="en-US" b="0" i="1" smtClean="0">
                              <a:latin typeface="Cambria Math"/>
                            </a:rPr>
                            <m:t>𝐻𝑜𝑟𝑠𝑒𝑝𝑜𝑤𝑒𝑟</m:t>
                          </m:r>
                        </m:den>
                      </m:f>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457199" y="5538495"/>
                <a:ext cx="3504870" cy="704616"/>
              </a:xfrm>
              <a:prstGeom prst="rect">
                <a:avLst/>
              </a:prstGeom>
              <a:blipFill rotWithShape="1">
                <a:blip r:embed="rId7" cstate="print"/>
                <a:stretch>
                  <a:fillRect r="-25565" b="-2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187168" y="4414038"/>
                <a:ext cx="3354572" cy="609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a:rPr>
                        <m:t>𝑊h𝑒𝑟𝑒</m:t>
                      </m:r>
                      <m:r>
                        <a:rPr lang="en-US" sz="1800" b="0" i="1" smtClean="0">
                          <a:latin typeface="Cambria Math"/>
                        </a:rPr>
                        <m:t> </m:t>
                      </m:r>
                      <m:sSub>
                        <m:sSubPr>
                          <m:ctrlPr>
                            <a:rPr lang="en-US" sz="1800" b="0" i="1" smtClean="0">
                              <a:latin typeface="Cambria Math" panose="02040503050406030204" pitchFamily="18" charset="0"/>
                            </a:rPr>
                          </m:ctrlPr>
                        </m:sSubPr>
                        <m:e>
                          <m:r>
                            <a:rPr lang="en-US" sz="1800" b="0" i="1" smtClean="0">
                              <a:latin typeface="Cambria Math"/>
                            </a:rPr>
                            <m:t>𝑣</m:t>
                          </m:r>
                        </m:e>
                        <m:sub>
                          <m:r>
                            <a:rPr lang="en-US" sz="1800" b="0" i="1" smtClean="0">
                              <a:latin typeface="Cambria Math"/>
                            </a:rPr>
                            <m:t>𝑓</m:t>
                          </m:r>
                        </m:sub>
                      </m:sSub>
                      <m:r>
                        <a:rPr lang="en-US" sz="1800" b="0" i="1" smtClean="0">
                          <a:latin typeface="Cambria Math"/>
                        </a:rPr>
                        <m:t>=60</m:t>
                      </m:r>
                      <m:f>
                        <m:fPr>
                          <m:ctrlPr>
                            <a:rPr lang="en-US" sz="1800" b="0" i="1" smtClean="0">
                              <a:latin typeface="Cambria Math" panose="02040503050406030204" pitchFamily="18" charset="0"/>
                            </a:rPr>
                          </m:ctrlPr>
                        </m:fPr>
                        <m:num>
                          <m:r>
                            <a:rPr lang="en-US" sz="1800" b="0" i="1" smtClean="0">
                              <a:latin typeface="Cambria Math"/>
                            </a:rPr>
                            <m:t>𝑚𝑖</m:t>
                          </m:r>
                        </m:num>
                        <m:den>
                          <m:r>
                            <a:rPr lang="en-US" sz="1800" b="0" i="1" smtClean="0">
                              <a:latin typeface="Cambria Math"/>
                            </a:rPr>
                            <m:t>h𝑟</m:t>
                          </m:r>
                        </m:den>
                      </m:f>
                      <m:r>
                        <a:rPr lang="en-US" sz="1800" b="0" i="1" smtClean="0">
                          <a:latin typeface="Cambria Math"/>
                        </a:rPr>
                        <m:t>=88 </m:t>
                      </m:r>
                      <m:r>
                        <a:rPr lang="en-US" sz="1800" b="0" i="1" smtClean="0">
                          <a:latin typeface="Cambria Math"/>
                        </a:rPr>
                        <m:t>𝑓𝑡</m:t>
                      </m:r>
                      <m:r>
                        <a:rPr lang="en-US" sz="1800" b="0" i="1" smtClean="0">
                          <a:latin typeface="Cambria Math"/>
                        </a:rPr>
                        <m:t>/</m:t>
                      </m:r>
                      <m:r>
                        <a:rPr lang="en-US" sz="1800" b="0" i="1" smtClean="0">
                          <a:latin typeface="Cambria Math"/>
                        </a:rPr>
                        <m:t>𝑠𝑒𝑐</m:t>
                      </m:r>
                    </m:oMath>
                  </m:oMathPara>
                </a14:m>
                <a:endParaRPr lang="en-US" sz="1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5187168" y="4414038"/>
                <a:ext cx="3354572" cy="609013"/>
              </a:xfrm>
              <a:prstGeom prst="rect">
                <a:avLst/>
              </a:prstGeom>
              <a:blipFill rotWithShape="1">
                <a:blip r:embed="rId8"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187168" y="5904543"/>
                <a:ext cx="2393026" cy="6189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a:rPr>
                        <m:t>𝑊h𝑒𝑟𝑒</m:t>
                      </m:r>
                      <m:r>
                        <a:rPr lang="en-US" sz="1800" b="0" i="1" smtClean="0">
                          <a:latin typeface="Cambria Math"/>
                        </a:rPr>
                        <m:t> </m:t>
                      </m:r>
                      <m:r>
                        <a:rPr lang="en-US" sz="1800" b="0" i="1" smtClean="0">
                          <a:latin typeface="Cambria Math"/>
                        </a:rPr>
                        <m:t>𝑔</m:t>
                      </m:r>
                      <m:r>
                        <a:rPr lang="en-US" sz="1800" b="0" i="1" smtClean="0">
                          <a:latin typeface="Cambria Math"/>
                        </a:rPr>
                        <m:t>=32.2 </m:t>
                      </m:r>
                      <m:f>
                        <m:fPr>
                          <m:ctrlPr>
                            <a:rPr lang="en-US" sz="1800" b="0" i="1" smtClean="0">
                              <a:latin typeface="Cambria Math" panose="02040503050406030204" pitchFamily="18" charset="0"/>
                            </a:rPr>
                          </m:ctrlPr>
                        </m:fPr>
                        <m:num>
                          <m:r>
                            <a:rPr lang="en-US" sz="1800" b="0" i="1" smtClean="0">
                              <a:latin typeface="Cambria Math"/>
                            </a:rPr>
                            <m:t>𝑓𝑡</m:t>
                          </m:r>
                        </m:num>
                        <m:den>
                          <m:sSup>
                            <m:sSupPr>
                              <m:ctrlPr>
                                <a:rPr lang="en-US" sz="1800" b="0" i="1" smtClean="0">
                                  <a:latin typeface="Cambria Math" panose="02040503050406030204" pitchFamily="18" charset="0"/>
                                </a:rPr>
                              </m:ctrlPr>
                            </m:sSupPr>
                            <m:e>
                              <m:r>
                                <a:rPr lang="en-US" sz="1800" b="0" i="1" smtClean="0">
                                  <a:latin typeface="Cambria Math"/>
                                </a:rPr>
                                <m:t>𝑠𝑒𝑐</m:t>
                              </m:r>
                            </m:e>
                            <m:sup>
                              <m:r>
                                <a:rPr lang="en-US" sz="1800" b="0" i="1" smtClean="0">
                                  <a:latin typeface="Cambria Math"/>
                                </a:rPr>
                                <m:t>2</m:t>
                              </m:r>
                            </m:sup>
                          </m:sSup>
                        </m:den>
                      </m:f>
                    </m:oMath>
                  </m:oMathPara>
                </a14:m>
                <a:endParaRPr lang="en-US" sz="18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187168" y="5904543"/>
                <a:ext cx="2393026" cy="618952"/>
              </a:xfrm>
              <a:prstGeom prst="rect">
                <a:avLst/>
              </a:prstGeom>
              <a:blipFill rotWithShape="1">
                <a:blip r:embed="rId9" cstate="print"/>
                <a:stretch>
                  <a:fillRect/>
                </a:stretch>
              </a:blipFill>
            </p:spPr>
            <p:txBody>
              <a:bodyPr/>
              <a:lstStyle/>
              <a:p>
                <a:r>
                  <a:rPr lang="en-US">
                    <a:noFill/>
                  </a:rPr>
                  <a:t> </a:t>
                </a:r>
              </a:p>
            </p:txBody>
          </p:sp>
        </mc:Fallback>
      </mc:AlternateContent>
      <p:sp>
        <p:nvSpPr>
          <p:cNvPr id="13" name="TextBox 12"/>
          <p:cNvSpPr txBox="1"/>
          <p:nvPr/>
        </p:nvSpPr>
        <p:spPr>
          <a:xfrm>
            <a:off x="457200" y="566977"/>
            <a:ext cx="4191000" cy="369332"/>
          </a:xfrm>
          <a:prstGeom prst="rect">
            <a:avLst/>
          </a:prstGeom>
          <a:noFill/>
        </p:spPr>
        <p:txBody>
          <a:bodyPr wrap="square" rtlCol="0">
            <a:spAutoFit/>
          </a:bodyPr>
          <a:lstStyle/>
          <a:p>
            <a:r>
              <a:rPr lang="en-US" dirty="0" smtClean="0"/>
              <a:t>Starting with the equations from class</a:t>
            </a:r>
            <a:endParaRPr lang="en-US" dirty="0"/>
          </a:p>
        </p:txBody>
      </p:sp>
      <p:sp>
        <p:nvSpPr>
          <p:cNvPr id="14" name="TextBox 13"/>
          <p:cNvSpPr txBox="1"/>
          <p:nvPr/>
        </p:nvSpPr>
        <p:spPr>
          <a:xfrm>
            <a:off x="457198" y="5136032"/>
            <a:ext cx="2338461" cy="461665"/>
          </a:xfrm>
          <a:prstGeom prst="rect">
            <a:avLst/>
          </a:prstGeom>
          <a:noFill/>
        </p:spPr>
        <p:txBody>
          <a:bodyPr wrap="square" rtlCol="0">
            <a:spAutoFit/>
          </a:bodyPr>
          <a:lstStyle/>
          <a:p>
            <a:r>
              <a:rPr lang="en-US" dirty="0" smtClean="0"/>
              <a:t>Finally…</a:t>
            </a:r>
            <a:endParaRPr lang="en-US" dirty="0"/>
          </a:p>
        </p:txBody>
      </p:sp>
      <p:sp>
        <p:nvSpPr>
          <p:cNvPr id="15" name="Slide Number Placeholder 14"/>
          <p:cNvSpPr>
            <a:spLocks noGrp="1"/>
          </p:cNvSpPr>
          <p:nvPr>
            <p:ph type="sldNum" sz="quarter" idx="11"/>
          </p:nvPr>
        </p:nvSpPr>
        <p:spPr/>
        <p:txBody>
          <a:bodyPr/>
          <a:lstStyle/>
          <a:p>
            <a:fld id="{A3C853D9-4DE0-4A26-B906-695C8063B4D6}" type="slidenum">
              <a:rPr lang="en-US" smtClean="0"/>
              <a:pPr/>
              <a:t>44</a:t>
            </a:fld>
            <a:endParaRPr lang="en-US"/>
          </a:p>
        </p:txBody>
      </p:sp>
    </p:spTree>
    <p:extLst>
      <p:ext uri="{BB962C8B-B14F-4D97-AF65-F5344CB8AC3E}">
        <p14:creationId xmlns:p14="http://schemas.microsoft.com/office/powerpoint/2010/main" val="393590866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641306497"/>
              </p:ext>
            </p:extLst>
          </p:nvPr>
        </p:nvGraphicFramePr>
        <p:xfrm>
          <a:off x="1447800" y="914400"/>
          <a:ext cx="6019800" cy="5562600"/>
        </p:xfrm>
        <a:graphic>
          <a:graphicData uri="http://schemas.openxmlformats.org/drawingml/2006/table">
            <a:tbl>
              <a:tblPr firstRow="1" bandRow="1">
                <a:tableStyleId>{5C22544A-7EE6-4342-B048-85BDC9FD1C3A}</a:tableStyleId>
              </a:tblPr>
              <a:tblGrid>
                <a:gridCol w="2667000"/>
                <a:gridCol w="3352800"/>
              </a:tblGrid>
              <a:tr h="370840">
                <a:tc>
                  <a:txBody>
                    <a:bodyPr/>
                    <a:lstStyle/>
                    <a:p>
                      <a:r>
                        <a:rPr lang="en-US" sz="1800" dirty="0" smtClean="0">
                          <a:latin typeface="+mj-lt"/>
                        </a:rPr>
                        <a:t>Car</a:t>
                      </a:r>
                      <a:endParaRPr lang="en-US" sz="1800" dirty="0">
                        <a:latin typeface="+mj-lt"/>
                      </a:endParaRPr>
                    </a:p>
                  </a:txBody>
                  <a:tcPr marL="9525" marR="9525" marT="9525" marB="0" anchor="b"/>
                </a:tc>
                <a:tc>
                  <a:txBody>
                    <a:bodyPr/>
                    <a:lstStyle/>
                    <a:p>
                      <a:pPr algn="l" fontAlgn="b"/>
                      <a:r>
                        <a:rPr lang="en-US" sz="1800" b="1" i="0" u="none" strike="noStrike" dirty="0">
                          <a:effectLst/>
                          <a:latin typeface="+mj-lt"/>
                        </a:rPr>
                        <a:t>Projected 0-60 Time (sec)</a:t>
                      </a:r>
                    </a:p>
                  </a:txBody>
                  <a:tcPr marL="9525" marR="9525" marT="9525" marB="0" anchor="b"/>
                </a:tc>
              </a:tr>
              <a:tr h="370840">
                <a:tc>
                  <a:txBody>
                    <a:bodyPr/>
                    <a:lstStyle/>
                    <a:p>
                      <a:pPr algn="l" fontAlgn="b"/>
                      <a:r>
                        <a:rPr lang="en-US" sz="1300" b="0" i="0" u="none" strike="noStrike" dirty="0">
                          <a:effectLst/>
                          <a:latin typeface="Arial"/>
                        </a:rPr>
                        <a:t>Lotus Elise 111R</a:t>
                      </a:r>
                    </a:p>
                  </a:txBody>
                  <a:tcPr marL="9525" marR="9525" marT="9525" marB="0" anchor="b"/>
                </a:tc>
                <a:tc>
                  <a:txBody>
                    <a:bodyPr/>
                    <a:lstStyle/>
                    <a:p>
                      <a:pPr algn="r" fontAlgn="b"/>
                      <a:r>
                        <a:rPr lang="en-US" sz="1300" b="0" i="0" u="none" strike="noStrike">
                          <a:effectLst/>
                          <a:latin typeface="Arial"/>
                        </a:rPr>
                        <a:t>2.193</a:t>
                      </a:r>
                    </a:p>
                  </a:txBody>
                  <a:tcPr marL="9525" marR="9525" marT="9525" marB="0" anchor="b"/>
                </a:tc>
              </a:tr>
              <a:tr h="370840">
                <a:tc>
                  <a:txBody>
                    <a:bodyPr/>
                    <a:lstStyle/>
                    <a:p>
                      <a:pPr algn="l" fontAlgn="b"/>
                      <a:r>
                        <a:rPr lang="en-US" sz="1300" b="0" i="0" u="none" strike="noStrike" dirty="0">
                          <a:effectLst/>
                          <a:latin typeface="Arial"/>
                        </a:rPr>
                        <a:t>Ford Mustang GT</a:t>
                      </a:r>
                    </a:p>
                  </a:txBody>
                  <a:tcPr marL="9525" marR="9525" marT="9525" marB="0" anchor="b"/>
                </a:tc>
                <a:tc>
                  <a:txBody>
                    <a:bodyPr/>
                    <a:lstStyle/>
                    <a:p>
                      <a:pPr algn="r" fontAlgn="b"/>
                      <a:r>
                        <a:rPr lang="en-US" sz="1300" b="0" i="0" u="none" strike="noStrike">
                          <a:effectLst/>
                          <a:latin typeface="Arial"/>
                        </a:rPr>
                        <a:t>2.562</a:t>
                      </a:r>
                    </a:p>
                  </a:txBody>
                  <a:tcPr marL="9525" marR="9525" marT="9525" marB="0" anchor="b"/>
                </a:tc>
              </a:tr>
              <a:tr h="370840">
                <a:tc>
                  <a:txBody>
                    <a:bodyPr/>
                    <a:lstStyle/>
                    <a:p>
                      <a:pPr algn="l" fontAlgn="b"/>
                      <a:r>
                        <a:rPr lang="en-US" sz="1300" b="0" i="0" u="none" strike="noStrike" dirty="0">
                          <a:effectLst/>
                          <a:latin typeface="Arial"/>
                        </a:rPr>
                        <a:t>BMW 120i</a:t>
                      </a:r>
                    </a:p>
                  </a:txBody>
                  <a:tcPr marL="9525" marR="9525" marT="9525" marB="0" anchor="b"/>
                </a:tc>
                <a:tc>
                  <a:txBody>
                    <a:bodyPr/>
                    <a:lstStyle/>
                    <a:p>
                      <a:pPr algn="r" fontAlgn="b"/>
                      <a:r>
                        <a:rPr lang="en-US" sz="1300" b="0" i="0" u="none" strike="noStrike">
                          <a:effectLst/>
                          <a:latin typeface="Arial"/>
                        </a:rPr>
                        <a:t>4.377</a:t>
                      </a:r>
                    </a:p>
                  </a:txBody>
                  <a:tcPr marL="9525" marR="9525" marT="9525" marB="0" anchor="b"/>
                </a:tc>
              </a:tr>
              <a:tr h="370840">
                <a:tc>
                  <a:txBody>
                    <a:bodyPr/>
                    <a:lstStyle/>
                    <a:p>
                      <a:pPr algn="l" fontAlgn="b"/>
                      <a:r>
                        <a:rPr lang="en-US" sz="1300" b="0" i="0" u="none" strike="noStrike" dirty="0">
                          <a:effectLst/>
                          <a:latin typeface="Arial"/>
                        </a:rPr>
                        <a:t>BMW 120d</a:t>
                      </a:r>
                    </a:p>
                  </a:txBody>
                  <a:tcPr marL="9525" marR="9525" marT="9525" marB="0" anchor="b"/>
                </a:tc>
                <a:tc>
                  <a:txBody>
                    <a:bodyPr/>
                    <a:lstStyle/>
                    <a:p>
                      <a:pPr algn="r" fontAlgn="b"/>
                      <a:r>
                        <a:rPr lang="en-US" sz="1300" b="0" i="0" u="none" strike="noStrike">
                          <a:effectLst/>
                          <a:latin typeface="Arial"/>
                        </a:rPr>
                        <a:t>4.263</a:t>
                      </a:r>
                    </a:p>
                  </a:txBody>
                  <a:tcPr marL="9525" marR="9525" marT="9525" marB="0" anchor="b"/>
                </a:tc>
              </a:tr>
              <a:tr h="370840">
                <a:tc>
                  <a:txBody>
                    <a:bodyPr/>
                    <a:lstStyle/>
                    <a:p>
                      <a:pPr algn="l" fontAlgn="b"/>
                      <a:r>
                        <a:rPr lang="en-US" sz="1300" b="0" i="0" u="none" strike="noStrike" dirty="0">
                          <a:effectLst/>
                          <a:latin typeface="Arial"/>
                        </a:rPr>
                        <a:t>Honda Insight</a:t>
                      </a:r>
                    </a:p>
                  </a:txBody>
                  <a:tcPr marL="9525" marR="9525" marT="9525" marB="0" anchor="b"/>
                </a:tc>
                <a:tc>
                  <a:txBody>
                    <a:bodyPr/>
                    <a:lstStyle/>
                    <a:p>
                      <a:pPr algn="r" fontAlgn="b"/>
                      <a:r>
                        <a:rPr lang="en-US" sz="1300" b="0" i="0" u="none" strike="noStrike" dirty="0">
                          <a:effectLst/>
                          <a:latin typeface="Arial"/>
                        </a:rPr>
                        <a:t>5.728</a:t>
                      </a:r>
                    </a:p>
                  </a:txBody>
                  <a:tcPr marL="9525" marR="9525" marT="9525" marB="0" anchor="b"/>
                </a:tc>
              </a:tr>
              <a:tr h="370840">
                <a:tc>
                  <a:txBody>
                    <a:bodyPr/>
                    <a:lstStyle/>
                    <a:p>
                      <a:pPr algn="l" fontAlgn="b"/>
                      <a:r>
                        <a:rPr lang="en-US" sz="1300" b="0" i="0" u="none" strike="noStrike" dirty="0">
                          <a:effectLst/>
                          <a:latin typeface="Arial"/>
                        </a:rPr>
                        <a:t>Subaru </a:t>
                      </a:r>
                      <a:r>
                        <a:rPr lang="en-US" sz="1300" b="0" i="0" u="none" strike="noStrike" dirty="0" err="1">
                          <a:effectLst/>
                          <a:latin typeface="Arial"/>
                        </a:rPr>
                        <a:t>Impreza</a:t>
                      </a:r>
                      <a:r>
                        <a:rPr lang="en-US" sz="1300" b="0" i="0" u="none" strike="noStrike" dirty="0">
                          <a:effectLst/>
                          <a:latin typeface="Arial"/>
                        </a:rPr>
                        <a:t> WRX </a:t>
                      </a:r>
                      <a:r>
                        <a:rPr lang="en-US" sz="1300" b="0" i="0" u="none" strike="noStrike" dirty="0" err="1">
                          <a:effectLst/>
                          <a:latin typeface="Arial"/>
                        </a:rPr>
                        <a:t>Sti</a:t>
                      </a:r>
                      <a:endParaRPr lang="en-US" sz="1300" b="0" i="0" u="none" strike="noStrike" dirty="0">
                        <a:effectLst/>
                        <a:latin typeface="Arial"/>
                      </a:endParaRPr>
                    </a:p>
                  </a:txBody>
                  <a:tcPr marL="9525" marR="9525" marT="9525" marB="0" anchor="b"/>
                </a:tc>
                <a:tc>
                  <a:txBody>
                    <a:bodyPr/>
                    <a:lstStyle/>
                    <a:p>
                      <a:pPr algn="r" fontAlgn="b"/>
                      <a:r>
                        <a:rPr lang="en-US" sz="1300" b="0" i="0" u="none" strike="noStrike" dirty="0">
                          <a:effectLst/>
                          <a:latin typeface="Arial"/>
                        </a:rPr>
                        <a:t>2.515</a:t>
                      </a:r>
                    </a:p>
                  </a:txBody>
                  <a:tcPr marL="9525" marR="9525" marT="9525" marB="0" anchor="b"/>
                </a:tc>
              </a:tr>
              <a:tr h="370840">
                <a:tc>
                  <a:txBody>
                    <a:bodyPr/>
                    <a:lstStyle/>
                    <a:p>
                      <a:pPr algn="l" fontAlgn="b"/>
                      <a:r>
                        <a:rPr lang="en-US" sz="1300" b="0" i="0" u="none" strike="noStrike" dirty="0" err="1">
                          <a:effectLst/>
                          <a:latin typeface="Arial"/>
                        </a:rPr>
                        <a:t>Caterham</a:t>
                      </a:r>
                      <a:r>
                        <a:rPr lang="en-US" sz="1300" b="0" i="0" u="none" strike="noStrike" dirty="0">
                          <a:effectLst/>
                          <a:latin typeface="Arial"/>
                        </a:rPr>
                        <a:t> </a:t>
                      </a:r>
                      <a:r>
                        <a:rPr lang="en-US" sz="1300" b="0" i="0" u="none" strike="noStrike" dirty="0" err="1">
                          <a:effectLst/>
                          <a:latin typeface="Arial"/>
                        </a:rPr>
                        <a:t>Fireblade</a:t>
                      </a:r>
                      <a:endParaRPr lang="en-US" sz="1300" b="0" i="0" u="none" strike="noStrike" dirty="0">
                        <a:effectLst/>
                        <a:latin typeface="Arial"/>
                      </a:endParaRPr>
                    </a:p>
                  </a:txBody>
                  <a:tcPr marL="9525" marR="9525" marT="9525" marB="0" anchor="b"/>
                </a:tc>
                <a:tc>
                  <a:txBody>
                    <a:bodyPr/>
                    <a:lstStyle/>
                    <a:p>
                      <a:pPr algn="r" fontAlgn="b"/>
                      <a:r>
                        <a:rPr lang="en-US" sz="1300" b="0" i="0" u="none" strike="noStrike" dirty="0">
                          <a:effectLst/>
                          <a:latin typeface="Arial"/>
                        </a:rPr>
                        <a:t>1.289</a:t>
                      </a:r>
                    </a:p>
                  </a:txBody>
                  <a:tcPr marL="9525" marR="9525" marT="9525" marB="0" anchor="b"/>
                </a:tc>
              </a:tr>
              <a:tr h="370840">
                <a:tc>
                  <a:txBody>
                    <a:bodyPr/>
                    <a:lstStyle/>
                    <a:p>
                      <a:pPr algn="l" fontAlgn="b"/>
                      <a:r>
                        <a:rPr lang="en-US" sz="1300" b="0" i="0" u="none" strike="noStrike" dirty="0" err="1">
                          <a:effectLst/>
                          <a:latin typeface="Arial"/>
                        </a:rPr>
                        <a:t>Ruf</a:t>
                      </a:r>
                      <a:r>
                        <a:rPr lang="en-US" sz="1300" b="0" i="0" u="none" strike="noStrike" dirty="0">
                          <a:effectLst/>
                          <a:latin typeface="Arial"/>
                        </a:rPr>
                        <a:t> RGT (Porsche 911)</a:t>
                      </a:r>
                    </a:p>
                  </a:txBody>
                  <a:tcPr marL="9525" marR="9525" marT="9525" marB="0" anchor="b"/>
                </a:tc>
                <a:tc>
                  <a:txBody>
                    <a:bodyPr/>
                    <a:lstStyle/>
                    <a:p>
                      <a:pPr algn="r" fontAlgn="b"/>
                      <a:r>
                        <a:rPr lang="en-US" sz="1300" b="0" i="0" u="none" strike="noStrike" dirty="0">
                          <a:effectLst/>
                          <a:latin typeface="Arial"/>
                        </a:rPr>
                        <a:t>1.691</a:t>
                      </a:r>
                    </a:p>
                  </a:txBody>
                  <a:tcPr marL="9525" marR="9525" marT="9525" marB="0" anchor="b"/>
                </a:tc>
              </a:tr>
              <a:tr h="370840">
                <a:tc>
                  <a:txBody>
                    <a:bodyPr/>
                    <a:lstStyle/>
                    <a:p>
                      <a:pPr algn="l" fontAlgn="b"/>
                      <a:r>
                        <a:rPr lang="en-US" sz="1300" b="0" i="0" u="none" strike="noStrike" dirty="0">
                          <a:effectLst/>
                          <a:latin typeface="Arial"/>
                        </a:rPr>
                        <a:t>Toyota </a:t>
                      </a:r>
                      <a:r>
                        <a:rPr lang="en-US" sz="1300" b="0" i="0" u="none" strike="noStrike" dirty="0" smtClean="0">
                          <a:effectLst/>
                          <a:latin typeface="Arial"/>
                        </a:rPr>
                        <a:t>Triathlon Race </a:t>
                      </a:r>
                      <a:r>
                        <a:rPr lang="en-US" sz="1300" b="0" i="0" u="none" strike="noStrike" dirty="0">
                          <a:effectLst/>
                          <a:latin typeface="Arial"/>
                        </a:rPr>
                        <a:t>Car</a:t>
                      </a:r>
                    </a:p>
                  </a:txBody>
                  <a:tcPr marL="9525" marR="9525" marT="9525" marB="0" anchor="b"/>
                </a:tc>
                <a:tc>
                  <a:txBody>
                    <a:bodyPr/>
                    <a:lstStyle/>
                    <a:p>
                      <a:pPr algn="r" fontAlgn="b"/>
                      <a:r>
                        <a:rPr lang="en-US" sz="1300" b="0" i="0" u="none" strike="noStrike" dirty="0">
                          <a:effectLst/>
                          <a:latin typeface="Arial"/>
                        </a:rPr>
                        <a:t>2.174</a:t>
                      </a:r>
                    </a:p>
                  </a:txBody>
                  <a:tcPr marL="9525" marR="9525" marT="9525" marB="0" anchor="b"/>
                </a:tc>
              </a:tr>
              <a:tr h="370840">
                <a:tc>
                  <a:txBody>
                    <a:bodyPr/>
                    <a:lstStyle/>
                    <a:p>
                      <a:pPr algn="l" fontAlgn="b"/>
                      <a:r>
                        <a:rPr lang="en-US" sz="1300" b="0" i="0" u="none" strike="noStrike" dirty="0">
                          <a:effectLst/>
                          <a:latin typeface="Arial"/>
                        </a:rPr>
                        <a:t>Ford RS200</a:t>
                      </a:r>
                    </a:p>
                  </a:txBody>
                  <a:tcPr marL="9525" marR="9525" marT="9525" marB="0" anchor="b"/>
                </a:tc>
                <a:tc>
                  <a:txBody>
                    <a:bodyPr/>
                    <a:lstStyle/>
                    <a:p>
                      <a:pPr algn="r" fontAlgn="b"/>
                      <a:r>
                        <a:rPr lang="en-US" sz="1300" b="0" i="0" u="none" strike="noStrike" dirty="0">
                          <a:effectLst/>
                          <a:latin typeface="Arial"/>
                        </a:rPr>
                        <a:t>2.275</a:t>
                      </a:r>
                    </a:p>
                  </a:txBody>
                  <a:tcPr marL="9525" marR="9525" marT="9525" marB="0" anchor="b"/>
                </a:tc>
              </a:tr>
              <a:tr h="370840">
                <a:tc>
                  <a:txBody>
                    <a:bodyPr/>
                    <a:lstStyle/>
                    <a:p>
                      <a:pPr algn="l" fontAlgn="b"/>
                      <a:r>
                        <a:rPr lang="en-US" sz="1300" b="0" i="0" u="none" strike="noStrike" dirty="0">
                          <a:effectLst/>
                          <a:latin typeface="Arial"/>
                        </a:rPr>
                        <a:t>Mazda RX 8</a:t>
                      </a:r>
                    </a:p>
                  </a:txBody>
                  <a:tcPr marL="9525" marR="9525" marT="9525" marB="0" anchor="b"/>
                </a:tc>
                <a:tc>
                  <a:txBody>
                    <a:bodyPr/>
                    <a:lstStyle/>
                    <a:p>
                      <a:pPr algn="r" fontAlgn="b"/>
                      <a:r>
                        <a:rPr lang="en-US" sz="1300" b="0" i="0" u="none" strike="noStrike" dirty="0">
                          <a:effectLst/>
                          <a:latin typeface="Arial"/>
                        </a:rPr>
                        <a:t>2.567</a:t>
                      </a:r>
                    </a:p>
                  </a:txBody>
                  <a:tcPr marL="9525" marR="9525" marT="9525" marB="0" anchor="b"/>
                </a:tc>
              </a:tr>
              <a:tr h="370840">
                <a:tc>
                  <a:txBody>
                    <a:bodyPr/>
                    <a:lstStyle/>
                    <a:p>
                      <a:pPr algn="l" fontAlgn="b"/>
                      <a:r>
                        <a:rPr lang="en-US" sz="1300" b="0" i="0" u="none" strike="noStrike" dirty="0">
                          <a:effectLst/>
                          <a:latin typeface="Arial"/>
                        </a:rPr>
                        <a:t>Nissan 240 ZG</a:t>
                      </a:r>
                    </a:p>
                  </a:txBody>
                  <a:tcPr marL="9525" marR="9525" marT="9525" marB="0" anchor="b"/>
                </a:tc>
                <a:tc>
                  <a:txBody>
                    <a:bodyPr/>
                    <a:lstStyle/>
                    <a:p>
                      <a:pPr algn="r" fontAlgn="b"/>
                      <a:r>
                        <a:rPr lang="en-US" sz="1300" b="0" i="0" u="none" strike="noStrike" dirty="0">
                          <a:effectLst/>
                          <a:latin typeface="Arial"/>
                        </a:rPr>
                        <a:t>3.312</a:t>
                      </a:r>
                    </a:p>
                  </a:txBody>
                  <a:tcPr marL="9525" marR="9525" marT="9525" marB="0" anchor="b"/>
                </a:tc>
              </a:tr>
              <a:tr h="370840">
                <a:tc>
                  <a:txBody>
                    <a:bodyPr/>
                    <a:lstStyle/>
                    <a:p>
                      <a:pPr algn="l" fontAlgn="b"/>
                      <a:r>
                        <a:rPr lang="en-US" sz="1300" b="0" i="0" u="none" strike="noStrike" dirty="0">
                          <a:effectLst/>
                          <a:latin typeface="Arial"/>
                        </a:rPr>
                        <a:t>Honda Civic Type R</a:t>
                      </a:r>
                    </a:p>
                  </a:txBody>
                  <a:tcPr marL="9525" marR="9525" marT="9525" marB="0" anchor="b"/>
                </a:tc>
                <a:tc>
                  <a:txBody>
                    <a:bodyPr/>
                    <a:lstStyle/>
                    <a:p>
                      <a:pPr algn="r" fontAlgn="b"/>
                      <a:r>
                        <a:rPr lang="en-US" sz="1300" b="0" i="0" u="none" strike="noStrike" dirty="0">
                          <a:effectLst/>
                          <a:latin typeface="Arial"/>
                        </a:rPr>
                        <a:t>2.706</a:t>
                      </a:r>
                    </a:p>
                  </a:txBody>
                  <a:tcPr marL="9525" marR="9525" marT="9525" marB="0" anchor="b"/>
                </a:tc>
              </a:tr>
              <a:tr h="370840">
                <a:tc>
                  <a:txBody>
                    <a:bodyPr/>
                    <a:lstStyle/>
                    <a:p>
                      <a:pPr algn="l" fontAlgn="b"/>
                      <a:r>
                        <a:rPr lang="en-US" sz="1300" b="0" i="0" u="none" strike="noStrike" dirty="0">
                          <a:effectLst/>
                          <a:latin typeface="Arial"/>
                        </a:rPr>
                        <a:t>Dodge Ram Truck</a:t>
                      </a:r>
                    </a:p>
                  </a:txBody>
                  <a:tcPr marL="9525" marR="9525" marT="9525" marB="0" anchor="b"/>
                </a:tc>
                <a:tc>
                  <a:txBody>
                    <a:bodyPr/>
                    <a:lstStyle/>
                    <a:p>
                      <a:pPr algn="r" fontAlgn="b"/>
                      <a:r>
                        <a:rPr lang="en-US" sz="1300" b="0" i="0" u="none" strike="noStrike" dirty="0">
                          <a:effectLst/>
                          <a:latin typeface="Arial"/>
                        </a:rPr>
                        <a:t>3.339</a:t>
                      </a:r>
                    </a:p>
                  </a:txBody>
                  <a:tcPr marL="9525" marR="9525" marT="9525" marB="0" anchor="b"/>
                </a:tc>
              </a:tr>
            </a:tbl>
          </a:graphicData>
        </a:graphic>
      </p:graphicFrame>
      <p:sp>
        <p:nvSpPr>
          <p:cNvPr id="3" name="Title 2"/>
          <p:cNvSpPr>
            <a:spLocks noGrp="1"/>
          </p:cNvSpPr>
          <p:nvPr>
            <p:ph type="title"/>
          </p:nvPr>
        </p:nvSpPr>
        <p:spPr>
          <a:xfrm>
            <a:off x="5410200" y="76200"/>
            <a:ext cx="3352800" cy="685800"/>
          </a:xfrm>
        </p:spPr>
        <p:txBody>
          <a:bodyPr>
            <a:normAutofit fontScale="90000"/>
          </a:bodyPr>
          <a:lstStyle/>
          <a:p>
            <a:r>
              <a:rPr lang="en-US" dirty="0" smtClean="0"/>
              <a:t>Projections for Each </a:t>
            </a:r>
            <a:r>
              <a:rPr lang="en-US" dirty="0"/>
              <a:t>C</a:t>
            </a:r>
            <a:r>
              <a:rPr lang="en-US" dirty="0" smtClean="0"/>
              <a:t>ar</a:t>
            </a:r>
            <a:endParaRPr lang="en-US" dirty="0"/>
          </a:p>
        </p:txBody>
      </p:sp>
      <p:sp>
        <p:nvSpPr>
          <p:cNvPr id="6" name="Slide Number Placeholder 5"/>
          <p:cNvSpPr>
            <a:spLocks noGrp="1"/>
          </p:cNvSpPr>
          <p:nvPr>
            <p:ph type="sldNum" sz="quarter" idx="11"/>
          </p:nvPr>
        </p:nvSpPr>
        <p:spPr/>
        <p:txBody>
          <a:bodyPr/>
          <a:lstStyle/>
          <a:p>
            <a:fld id="{A3C853D9-4DE0-4A26-B906-695C8063B4D6}" type="slidenum">
              <a:rPr lang="en-US" smtClean="0"/>
              <a:pPr/>
              <a:t>45</a:t>
            </a:fld>
            <a:endParaRPr lang="en-US"/>
          </a:p>
        </p:txBody>
      </p:sp>
    </p:spTree>
    <p:extLst>
      <p:ext uri="{BB962C8B-B14F-4D97-AF65-F5344CB8AC3E}">
        <p14:creationId xmlns:p14="http://schemas.microsoft.com/office/powerpoint/2010/main" val="21277133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74352" y="1314295"/>
            <a:ext cx="7772400" cy="1362075"/>
          </a:xfrm>
        </p:spPr>
        <p:txBody>
          <a:bodyPr/>
          <a:lstStyle/>
          <a:p>
            <a:r>
              <a:rPr lang="en-US" dirty="0" smtClean="0"/>
              <a:t>Part 2: Testing</a:t>
            </a:r>
            <a:endParaRPr lang="en-US" dirty="0"/>
          </a:p>
        </p:txBody>
      </p:sp>
      <p:sp>
        <p:nvSpPr>
          <p:cNvPr id="5" name="Text Placeholder 4"/>
          <p:cNvSpPr>
            <a:spLocks noGrp="1"/>
          </p:cNvSpPr>
          <p:nvPr>
            <p:ph type="body" sz="quarter" idx="4294967295"/>
          </p:nvPr>
        </p:nvSpPr>
        <p:spPr>
          <a:xfrm>
            <a:off x="457200" y="3578224"/>
            <a:ext cx="3200645" cy="1459767"/>
          </a:xfrm>
          <a:prstGeom prst="rect">
            <a:avLst/>
          </a:prstGeom>
        </p:spPr>
        <p:txBody>
          <a:bodyPr/>
          <a:lstStyle/>
          <a:p>
            <a:pPr marL="0" indent="0">
              <a:buNone/>
            </a:pPr>
            <a:r>
              <a:rPr lang="en-US" dirty="0" smtClean="0"/>
              <a:t>* Professional video game player – Closed virtual reality course</a:t>
            </a:r>
            <a:endParaRPr lang="en-US" dirty="0"/>
          </a:p>
        </p:txBody>
      </p:sp>
      <p:sp>
        <p:nvSpPr>
          <p:cNvPr id="6" name="Slide Number Placeholder 5"/>
          <p:cNvSpPr>
            <a:spLocks noGrp="1"/>
          </p:cNvSpPr>
          <p:nvPr>
            <p:ph type="sldNum" sz="quarter" idx="11"/>
          </p:nvPr>
        </p:nvSpPr>
        <p:spPr/>
        <p:txBody>
          <a:bodyPr/>
          <a:lstStyle/>
          <a:p>
            <a:fld id="{A3C853D9-4DE0-4A26-B906-695C8063B4D6}" type="slidenum">
              <a:rPr lang="en-US" smtClean="0"/>
              <a:pPr/>
              <a:t>46</a:t>
            </a:fld>
            <a:endParaRPr lang="en-US"/>
          </a:p>
        </p:txBody>
      </p:sp>
    </p:spTree>
    <p:extLst>
      <p:ext uri="{BB962C8B-B14F-4D97-AF65-F5344CB8AC3E}">
        <p14:creationId xmlns:p14="http://schemas.microsoft.com/office/powerpoint/2010/main" val="276252662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4419600" cy="5714999"/>
          </a:xfrm>
        </p:spPr>
        <p:txBody>
          <a:bodyPr/>
          <a:lstStyle/>
          <a:p>
            <a:r>
              <a:rPr lang="en-US" sz="2400" dirty="0" smtClean="0"/>
              <a:t>All Cars used the same Tire Compound</a:t>
            </a:r>
            <a:r>
              <a:rPr lang="en-US" sz="2400" dirty="0"/>
              <a:t/>
            </a:r>
            <a:br>
              <a:rPr lang="en-US" sz="2400" dirty="0"/>
            </a:br>
            <a:endParaRPr lang="en-US" sz="2400" dirty="0"/>
          </a:p>
          <a:p>
            <a:r>
              <a:rPr lang="en-US" sz="2400" dirty="0" smtClean="0"/>
              <a:t>Same Track was used for all Testing</a:t>
            </a:r>
            <a:r>
              <a:rPr lang="en-US" sz="2400" dirty="0"/>
              <a:t/>
            </a:r>
            <a:br>
              <a:rPr lang="en-US" sz="2400" dirty="0"/>
            </a:br>
            <a:endParaRPr lang="en-US" sz="2400" dirty="0"/>
          </a:p>
          <a:p>
            <a:r>
              <a:rPr lang="en-US" sz="2400" dirty="0" smtClean="0"/>
              <a:t>All Cars used Automatic Gearboxes, and shifted at Redline</a:t>
            </a:r>
            <a:r>
              <a:rPr lang="en-US" sz="2400" dirty="0"/>
              <a:t/>
            </a:r>
            <a:br>
              <a:rPr lang="en-US" sz="2400" dirty="0"/>
            </a:br>
            <a:endParaRPr lang="en-US" sz="2400" dirty="0"/>
          </a:p>
          <a:p>
            <a:r>
              <a:rPr lang="en-US" sz="2400" dirty="0" smtClean="0"/>
              <a:t>All Cars tested were Stock</a:t>
            </a:r>
            <a:r>
              <a:rPr lang="en-US" sz="2400" dirty="0"/>
              <a:t/>
            </a:r>
            <a:br>
              <a:rPr lang="en-US" sz="2400" dirty="0"/>
            </a:br>
            <a:endParaRPr lang="en-US" sz="2400" dirty="0"/>
          </a:p>
          <a:p>
            <a:r>
              <a:rPr lang="en-US" sz="2400" dirty="0" smtClean="0"/>
              <a:t>All Cars were Launched from Redline</a:t>
            </a:r>
            <a:endParaRPr lang="en-US" sz="2400" dirty="0"/>
          </a:p>
        </p:txBody>
      </p:sp>
      <p:sp>
        <p:nvSpPr>
          <p:cNvPr id="3" name="Title 2"/>
          <p:cNvSpPr>
            <a:spLocks noGrp="1"/>
          </p:cNvSpPr>
          <p:nvPr>
            <p:ph type="title"/>
          </p:nvPr>
        </p:nvSpPr>
        <p:spPr>
          <a:xfrm>
            <a:off x="5105400" y="152400"/>
            <a:ext cx="3581400" cy="685800"/>
          </a:xfrm>
        </p:spPr>
        <p:txBody>
          <a:bodyPr/>
          <a:lstStyle/>
          <a:p>
            <a:r>
              <a:rPr lang="en-US" dirty="0" smtClean="0"/>
              <a:t>Assumptions</a:t>
            </a:r>
            <a:endParaRPr lang="en-US" dirty="0"/>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029200" y="914400"/>
            <a:ext cx="3810000" cy="532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330083" y="6557846"/>
            <a:ext cx="4495800" cy="246221"/>
          </a:xfrm>
          <a:prstGeom prst="rect">
            <a:avLst/>
          </a:prstGeom>
        </p:spPr>
        <p:txBody>
          <a:bodyPr wrap="square">
            <a:spAutoFit/>
          </a:bodyPr>
          <a:lstStyle/>
          <a:p>
            <a:r>
              <a:rPr lang="en-US" sz="1000" dirty="0" smtClean="0"/>
              <a:t>http://www.videogameobsession.com/videogame/ps2/PS2-GranTurismo4-vgo.jpg</a:t>
            </a:r>
            <a:endParaRPr lang="en-US" sz="1000" dirty="0"/>
          </a:p>
        </p:txBody>
      </p:sp>
      <p:sp>
        <p:nvSpPr>
          <p:cNvPr id="5" name="Slide Number Placeholder 4"/>
          <p:cNvSpPr>
            <a:spLocks noGrp="1"/>
          </p:cNvSpPr>
          <p:nvPr>
            <p:ph type="sldNum" sz="quarter" idx="11"/>
          </p:nvPr>
        </p:nvSpPr>
        <p:spPr/>
        <p:txBody>
          <a:bodyPr/>
          <a:lstStyle/>
          <a:p>
            <a:fld id="{A3C853D9-4DE0-4A26-B906-695C8063B4D6}" type="slidenum">
              <a:rPr lang="en-US" smtClean="0"/>
              <a:pPr/>
              <a:t>47</a:t>
            </a:fld>
            <a:endParaRPr lang="en-US"/>
          </a:p>
        </p:txBody>
      </p:sp>
    </p:spTree>
    <p:extLst>
      <p:ext uri="{BB962C8B-B14F-4D97-AF65-F5344CB8AC3E}">
        <p14:creationId xmlns:p14="http://schemas.microsoft.com/office/powerpoint/2010/main" val="26525199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76336967"/>
              </p:ext>
            </p:extLst>
          </p:nvPr>
        </p:nvGraphicFramePr>
        <p:xfrm>
          <a:off x="15240" y="762000"/>
          <a:ext cx="8686800" cy="5436524"/>
        </p:xfrm>
        <a:graphic>
          <a:graphicData uri="http://schemas.openxmlformats.org/drawingml/2006/table">
            <a:tbl>
              <a:tblPr firstRow="1" bandRow="1">
                <a:tableStyleId>{5C22544A-7EE6-4342-B048-85BDC9FD1C3A}</a:tableStyleId>
              </a:tblPr>
              <a:tblGrid>
                <a:gridCol w="1737360"/>
                <a:gridCol w="2606040"/>
                <a:gridCol w="2792186"/>
                <a:gridCol w="1551214"/>
              </a:tblGrid>
              <a:tr h="380999">
                <a:tc>
                  <a:txBody>
                    <a:bodyPr/>
                    <a:lstStyle/>
                    <a:p>
                      <a:pPr algn="l" fontAlgn="b"/>
                      <a:r>
                        <a:rPr lang="en-US" sz="1800" b="1" i="0" u="none" strike="noStrike" dirty="0">
                          <a:effectLst/>
                          <a:latin typeface="Arial"/>
                        </a:rPr>
                        <a:t>Car</a:t>
                      </a:r>
                    </a:p>
                  </a:txBody>
                  <a:tcPr marL="9525" marR="9525" marT="9525" marB="0" anchor="b"/>
                </a:tc>
                <a:tc>
                  <a:txBody>
                    <a:bodyPr/>
                    <a:lstStyle/>
                    <a:p>
                      <a:pPr algn="l" fontAlgn="b"/>
                      <a:r>
                        <a:rPr lang="en-US" sz="1800" b="1" i="0" u="none" strike="noStrike" dirty="0">
                          <a:effectLst/>
                          <a:latin typeface="Arial"/>
                        </a:rPr>
                        <a:t>Actual 0-60 Time (sec)</a:t>
                      </a:r>
                    </a:p>
                  </a:txBody>
                  <a:tcPr marL="9525" marR="9525" marT="9525" marB="0" anchor="b"/>
                </a:tc>
                <a:tc>
                  <a:txBody>
                    <a:bodyPr/>
                    <a:lstStyle/>
                    <a:p>
                      <a:pPr algn="l" fontAlgn="b"/>
                      <a:r>
                        <a:rPr lang="en-US" sz="1800" b="1" i="0" u="none" strike="noStrike" dirty="0">
                          <a:effectLst/>
                          <a:latin typeface="Arial"/>
                        </a:rPr>
                        <a:t>Projected 0-60 Time (sec)</a:t>
                      </a:r>
                    </a:p>
                  </a:txBody>
                  <a:tcPr marL="9525" marR="9525" marT="9525" marB="0" anchor="b"/>
                </a:tc>
                <a:tc>
                  <a:txBody>
                    <a:bodyPr/>
                    <a:lstStyle/>
                    <a:p>
                      <a:pPr algn="l" fontAlgn="b"/>
                      <a:r>
                        <a:rPr lang="en-US" sz="1800" b="1" i="0" u="none" strike="noStrike" dirty="0">
                          <a:effectLst/>
                          <a:latin typeface="Arial"/>
                        </a:rPr>
                        <a:t>Percent Error</a:t>
                      </a:r>
                    </a:p>
                  </a:txBody>
                  <a:tcPr marL="9525" marR="9525" marT="9525" marB="0" anchor="b"/>
                </a:tc>
              </a:tr>
              <a:tr h="348930">
                <a:tc>
                  <a:txBody>
                    <a:bodyPr/>
                    <a:lstStyle/>
                    <a:p>
                      <a:pPr algn="l" fontAlgn="b"/>
                      <a:r>
                        <a:rPr lang="en-US" sz="1300" b="0" i="0" u="none" strike="noStrike" dirty="0">
                          <a:effectLst/>
                          <a:latin typeface="Arial"/>
                        </a:rPr>
                        <a:t>Lotus Elise 111R</a:t>
                      </a:r>
                    </a:p>
                  </a:txBody>
                  <a:tcPr marL="9525" marR="9525" marT="9525" marB="0" anchor="b"/>
                </a:tc>
                <a:tc>
                  <a:txBody>
                    <a:bodyPr/>
                    <a:lstStyle/>
                    <a:p>
                      <a:pPr algn="r" fontAlgn="b"/>
                      <a:r>
                        <a:rPr lang="en-US" sz="1300" b="0" i="0" u="none" strike="noStrike" dirty="0">
                          <a:effectLst/>
                          <a:latin typeface="Arial"/>
                        </a:rPr>
                        <a:t>5.766</a:t>
                      </a:r>
                    </a:p>
                  </a:txBody>
                  <a:tcPr marL="9525" marR="9525" marT="9525" marB="0" anchor="b"/>
                </a:tc>
                <a:tc>
                  <a:txBody>
                    <a:bodyPr/>
                    <a:lstStyle/>
                    <a:p>
                      <a:pPr algn="r" fontAlgn="b"/>
                      <a:r>
                        <a:rPr lang="en-US" sz="1300" b="0" i="0" u="none" strike="noStrike">
                          <a:effectLst/>
                          <a:latin typeface="Arial"/>
                        </a:rPr>
                        <a:t>2.193</a:t>
                      </a:r>
                    </a:p>
                  </a:txBody>
                  <a:tcPr marL="9525" marR="9525" marT="9525" marB="0" anchor="b"/>
                </a:tc>
                <a:tc>
                  <a:txBody>
                    <a:bodyPr/>
                    <a:lstStyle/>
                    <a:p>
                      <a:pPr algn="r" fontAlgn="b"/>
                      <a:r>
                        <a:rPr lang="en-US" sz="1300" b="0" i="0" u="none" strike="noStrike">
                          <a:effectLst/>
                          <a:latin typeface="Arial"/>
                        </a:rPr>
                        <a:t>61.96%</a:t>
                      </a:r>
                    </a:p>
                  </a:txBody>
                  <a:tcPr marL="9525" marR="9525" marT="9525" marB="0" anchor="b"/>
                </a:tc>
              </a:tr>
              <a:tr h="348930">
                <a:tc>
                  <a:txBody>
                    <a:bodyPr/>
                    <a:lstStyle/>
                    <a:p>
                      <a:pPr algn="l" fontAlgn="b"/>
                      <a:r>
                        <a:rPr lang="en-US" sz="1300" b="0" i="0" u="none" strike="noStrike" dirty="0">
                          <a:effectLst/>
                          <a:latin typeface="Arial"/>
                        </a:rPr>
                        <a:t>Ford Mustang GT</a:t>
                      </a:r>
                    </a:p>
                  </a:txBody>
                  <a:tcPr marL="9525" marR="9525" marT="9525" marB="0" anchor="b"/>
                </a:tc>
                <a:tc>
                  <a:txBody>
                    <a:bodyPr/>
                    <a:lstStyle/>
                    <a:p>
                      <a:pPr algn="r" fontAlgn="b"/>
                      <a:r>
                        <a:rPr lang="en-US" sz="1300" b="0" i="0" u="none" strike="noStrike" dirty="0">
                          <a:effectLst/>
                          <a:latin typeface="Arial"/>
                        </a:rPr>
                        <a:t>6.483</a:t>
                      </a:r>
                    </a:p>
                  </a:txBody>
                  <a:tcPr marL="9525" marR="9525" marT="9525" marB="0" anchor="b"/>
                </a:tc>
                <a:tc>
                  <a:txBody>
                    <a:bodyPr/>
                    <a:lstStyle/>
                    <a:p>
                      <a:pPr algn="r" fontAlgn="b"/>
                      <a:r>
                        <a:rPr lang="en-US" sz="1300" b="0" i="0" u="none" strike="noStrike">
                          <a:effectLst/>
                          <a:latin typeface="Arial"/>
                        </a:rPr>
                        <a:t>2.562</a:t>
                      </a:r>
                    </a:p>
                  </a:txBody>
                  <a:tcPr marL="9525" marR="9525" marT="9525" marB="0" anchor="b"/>
                </a:tc>
                <a:tc>
                  <a:txBody>
                    <a:bodyPr/>
                    <a:lstStyle/>
                    <a:p>
                      <a:pPr algn="r" fontAlgn="b"/>
                      <a:r>
                        <a:rPr lang="en-US" sz="1300" b="0" i="0" u="none" strike="noStrike">
                          <a:effectLst/>
                          <a:latin typeface="Arial"/>
                        </a:rPr>
                        <a:t>60.48%</a:t>
                      </a:r>
                    </a:p>
                  </a:txBody>
                  <a:tcPr marL="9525" marR="9525" marT="9525" marB="0" anchor="b"/>
                </a:tc>
              </a:tr>
              <a:tr h="348930">
                <a:tc>
                  <a:txBody>
                    <a:bodyPr/>
                    <a:lstStyle/>
                    <a:p>
                      <a:pPr algn="l" fontAlgn="b"/>
                      <a:r>
                        <a:rPr lang="en-US" sz="1300" b="0" i="0" u="none" strike="noStrike" dirty="0">
                          <a:effectLst/>
                          <a:latin typeface="Arial"/>
                        </a:rPr>
                        <a:t>BMW 120i</a:t>
                      </a:r>
                    </a:p>
                  </a:txBody>
                  <a:tcPr marL="9525" marR="9525" marT="9525" marB="0" anchor="b"/>
                </a:tc>
                <a:tc>
                  <a:txBody>
                    <a:bodyPr/>
                    <a:lstStyle/>
                    <a:p>
                      <a:pPr algn="r" fontAlgn="b"/>
                      <a:r>
                        <a:rPr lang="en-US" sz="1300" b="0" i="0" u="none" strike="noStrike" dirty="0">
                          <a:effectLst/>
                          <a:latin typeface="Arial"/>
                        </a:rPr>
                        <a:t>9.766</a:t>
                      </a:r>
                    </a:p>
                  </a:txBody>
                  <a:tcPr marL="9525" marR="9525" marT="9525" marB="0" anchor="b"/>
                </a:tc>
                <a:tc>
                  <a:txBody>
                    <a:bodyPr/>
                    <a:lstStyle/>
                    <a:p>
                      <a:pPr algn="r" fontAlgn="b"/>
                      <a:r>
                        <a:rPr lang="en-US" sz="1300" b="0" i="0" u="none" strike="noStrike">
                          <a:effectLst/>
                          <a:latin typeface="Arial"/>
                        </a:rPr>
                        <a:t>4.377</a:t>
                      </a:r>
                    </a:p>
                  </a:txBody>
                  <a:tcPr marL="9525" marR="9525" marT="9525" marB="0" anchor="b"/>
                </a:tc>
                <a:tc>
                  <a:txBody>
                    <a:bodyPr/>
                    <a:lstStyle/>
                    <a:p>
                      <a:pPr algn="r" fontAlgn="b"/>
                      <a:r>
                        <a:rPr lang="en-US" sz="1300" b="0" i="0" u="none" strike="noStrike">
                          <a:effectLst/>
                          <a:latin typeface="Arial"/>
                        </a:rPr>
                        <a:t>55.18%</a:t>
                      </a:r>
                    </a:p>
                  </a:txBody>
                  <a:tcPr marL="9525" marR="9525" marT="9525" marB="0" anchor="b"/>
                </a:tc>
              </a:tr>
              <a:tr h="348930">
                <a:tc>
                  <a:txBody>
                    <a:bodyPr/>
                    <a:lstStyle/>
                    <a:p>
                      <a:pPr algn="l" fontAlgn="b"/>
                      <a:r>
                        <a:rPr lang="en-US" sz="1300" b="0" i="0" u="none" strike="noStrike" dirty="0">
                          <a:effectLst/>
                          <a:latin typeface="Arial"/>
                        </a:rPr>
                        <a:t>BMW 120d</a:t>
                      </a:r>
                    </a:p>
                  </a:txBody>
                  <a:tcPr marL="9525" marR="9525" marT="9525" marB="0" anchor="b"/>
                </a:tc>
                <a:tc>
                  <a:txBody>
                    <a:bodyPr/>
                    <a:lstStyle/>
                    <a:p>
                      <a:pPr algn="r" fontAlgn="b"/>
                      <a:r>
                        <a:rPr lang="en-US" sz="1300" b="0" i="0" u="none" strike="noStrike" dirty="0">
                          <a:effectLst/>
                          <a:latin typeface="Arial"/>
                        </a:rPr>
                        <a:t>8.133</a:t>
                      </a:r>
                    </a:p>
                  </a:txBody>
                  <a:tcPr marL="9525" marR="9525" marT="9525" marB="0" anchor="b"/>
                </a:tc>
                <a:tc>
                  <a:txBody>
                    <a:bodyPr/>
                    <a:lstStyle/>
                    <a:p>
                      <a:pPr algn="r" fontAlgn="b"/>
                      <a:r>
                        <a:rPr lang="en-US" sz="1300" b="0" i="0" u="none" strike="noStrike">
                          <a:effectLst/>
                          <a:latin typeface="Arial"/>
                        </a:rPr>
                        <a:t>4.263</a:t>
                      </a:r>
                    </a:p>
                  </a:txBody>
                  <a:tcPr marL="9525" marR="9525" marT="9525" marB="0" anchor="b"/>
                </a:tc>
                <a:tc>
                  <a:txBody>
                    <a:bodyPr/>
                    <a:lstStyle/>
                    <a:p>
                      <a:pPr algn="r" fontAlgn="b"/>
                      <a:r>
                        <a:rPr lang="en-US" sz="1300" b="0" i="0" u="none" strike="noStrike">
                          <a:effectLst/>
                          <a:latin typeface="Arial"/>
                        </a:rPr>
                        <a:t>47.59%</a:t>
                      </a:r>
                    </a:p>
                  </a:txBody>
                  <a:tcPr marL="9525" marR="9525" marT="9525" marB="0" anchor="b"/>
                </a:tc>
              </a:tr>
              <a:tr h="348930">
                <a:tc>
                  <a:txBody>
                    <a:bodyPr/>
                    <a:lstStyle/>
                    <a:p>
                      <a:pPr algn="l" fontAlgn="b"/>
                      <a:r>
                        <a:rPr lang="en-US" sz="1300" b="0" i="0" u="none" strike="noStrike" dirty="0">
                          <a:effectLst/>
                          <a:latin typeface="Arial"/>
                        </a:rPr>
                        <a:t>Honda Insight</a:t>
                      </a:r>
                    </a:p>
                  </a:txBody>
                  <a:tcPr marL="9525" marR="9525" marT="9525" marB="0" anchor="b"/>
                </a:tc>
                <a:tc>
                  <a:txBody>
                    <a:bodyPr/>
                    <a:lstStyle/>
                    <a:p>
                      <a:pPr algn="r" fontAlgn="b"/>
                      <a:r>
                        <a:rPr lang="en-US" sz="1300" b="0" i="0" u="none" strike="noStrike" dirty="0">
                          <a:effectLst/>
                          <a:latin typeface="Arial"/>
                        </a:rPr>
                        <a:t>13.116</a:t>
                      </a:r>
                    </a:p>
                  </a:txBody>
                  <a:tcPr marL="9525" marR="9525" marT="9525" marB="0" anchor="b"/>
                </a:tc>
                <a:tc>
                  <a:txBody>
                    <a:bodyPr/>
                    <a:lstStyle/>
                    <a:p>
                      <a:pPr algn="r" fontAlgn="b"/>
                      <a:r>
                        <a:rPr lang="en-US" sz="1300" b="0" i="0" u="none" strike="noStrike" dirty="0">
                          <a:effectLst/>
                          <a:latin typeface="Arial"/>
                        </a:rPr>
                        <a:t>5.728</a:t>
                      </a:r>
                    </a:p>
                  </a:txBody>
                  <a:tcPr marL="9525" marR="9525" marT="9525" marB="0" anchor="b"/>
                </a:tc>
                <a:tc>
                  <a:txBody>
                    <a:bodyPr/>
                    <a:lstStyle/>
                    <a:p>
                      <a:pPr algn="r" fontAlgn="b"/>
                      <a:r>
                        <a:rPr lang="en-US" sz="1300" b="0" i="0" u="none" strike="noStrike">
                          <a:effectLst/>
                          <a:latin typeface="Arial"/>
                        </a:rPr>
                        <a:t>56.33%</a:t>
                      </a:r>
                    </a:p>
                  </a:txBody>
                  <a:tcPr marL="9525" marR="9525" marT="9525" marB="0" anchor="b"/>
                </a:tc>
              </a:tr>
              <a:tr h="348930">
                <a:tc>
                  <a:txBody>
                    <a:bodyPr/>
                    <a:lstStyle/>
                    <a:p>
                      <a:pPr algn="l" fontAlgn="b"/>
                      <a:r>
                        <a:rPr lang="en-US" sz="1300" b="0" i="0" u="none" strike="noStrike" dirty="0">
                          <a:effectLst/>
                          <a:latin typeface="Arial"/>
                        </a:rPr>
                        <a:t>Subaru </a:t>
                      </a:r>
                      <a:r>
                        <a:rPr lang="en-US" sz="1300" b="0" i="0" u="none" strike="noStrike" dirty="0" err="1">
                          <a:effectLst/>
                          <a:latin typeface="Arial"/>
                        </a:rPr>
                        <a:t>Impreza</a:t>
                      </a:r>
                      <a:r>
                        <a:rPr lang="en-US" sz="1300" b="0" i="0" u="none" strike="noStrike" dirty="0">
                          <a:effectLst/>
                          <a:latin typeface="Arial"/>
                        </a:rPr>
                        <a:t> WRX </a:t>
                      </a:r>
                      <a:r>
                        <a:rPr lang="en-US" sz="1300" b="0" i="0" u="none" strike="noStrike" dirty="0" err="1">
                          <a:effectLst/>
                          <a:latin typeface="Arial"/>
                        </a:rPr>
                        <a:t>Sti</a:t>
                      </a:r>
                      <a:endParaRPr lang="en-US" sz="1300" b="0" i="0" u="none" strike="noStrike" dirty="0">
                        <a:effectLst/>
                        <a:latin typeface="Arial"/>
                      </a:endParaRPr>
                    </a:p>
                  </a:txBody>
                  <a:tcPr marL="9525" marR="9525" marT="9525" marB="0" anchor="b"/>
                </a:tc>
                <a:tc>
                  <a:txBody>
                    <a:bodyPr/>
                    <a:lstStyle/>
                    <a:p>
                      <a:pPr algn="r" fontAlgn="b"/>
                      <a:r>
                        <a:rPr lang="en-US" sz="1300" b="0" i="0" u="none" strike="noStrike">
                          <a:effectLst/>
                          <a:latin typeface="Arial"/>
                        </a:rPr>
                        <a:t>4.266</a:t>
                      </a:r>
                    </a:p>
                  </a:txBody>
                  <a:tcPr marL="9525" marR="9525" marT="9525" marB="0" anchor="b"/>
                </a:tc>
                <a:tc>
                  <a:txBody>
                    <a:bodyPr/>
                    <a:lstStyle/>
                    <a:p>
                      <a:pPr algn="r" fontAlgn="b"/>
                      <a:r>
                        <a:rPr lang="en-US" sz="1300" b="0" i="0" u="none" strike="noStrike" dirty="0">
                          <a:effectLst/>
                          <a:latin typeface="Arial"/>
                        </a:rPr>
                        <a:t>2.515</a:t>
                      </a:r>
                    </a:p>
                  </a:txBody>
                  <a:tcPr marL="9525" marR="9525" marT="9525" marB="0" anchor="b"/>
                </a:tc>
                <a:tc>
                  <a:txBody>
                    <a:bodyPr/>
                    <a:lstStyle/>
                    <a:p>
                      <a:pPr algn="r" fontAlgn="b"/>
                      <a:r>
                        <a:rPr lang="en-US" sz="1300" b="0" i="0" u="none" strike="noStrike" dirty="0">
                          <a:effectLst/>
                          <a:latin typeface="Arial"/>
                        </a:rPr>
                        <a:t>41.05%</a:t>
                      </a:r>
                    </a:p>
                  </a:txBody>
                  <a:tcPr marL="9525" marR="9525" marT="9525" marB="0" anchor="b"/>
                </a:tc>
              </a:tr>
              <a:tr h="348930">
                <a:tc>
                  <a:txBody>
                    <a:bodyPr/>
                    <a:lstStyle/>
                    <a:p>
                      <a:pPr algn="l" fontAlgn="b"/>
                      <a:r>
                        <a:rPr lang="en-US" sz="1300" b="0" i="0" u="none" strike="noStrike" dirty="0" err="1">
                          <a:effectLst/>
                          <a:latin typeface="Arial"/>
                        </a:rPr>
                        <a:t>Caterham</a:t>
                      </a:r>
                      <a:r>
                        <a:rPr lang="en-US" sz="1300" b="0" i="0" u="none" strike="noStrike" dirty="0">
                          <a:effectLst/>
                          <a:latin typeface="Arial"/>
                        </a:rPr>
                        <a:t> </a:t>
                      </a:r>
                      <a:r>
                        <a:rPr lang="en-US" sz="1300" b="0" i="0" u="none" strike="noStrike" dirty="0" err="1">
                          <a:effectLst/>
                          <a:latin typeface="Arial"/>
                        </a:rPr>
                        <a:t>Fireblade</a:t>
                      </a:r>
                      <a:endParaRPr lang="en-US" sz="1300" b="0" i="0" u="none" strike="noStrike" dirty="0">
                        <a:effectLst/>
                        <a:latin typeface="Arial"/>
                      </a:endParaRPr>
                    </a:p>
                  </a:txBody>
                  <a:tcPr marL="9525" marR="9525" marT="9525" marB="0" anchor="b"/>
                </a:tc>
                <a:tc>
                  <a:txBody>
                    <a:bodyPr/>
                    <a:lstStyle/>
                    <a:p>
                      <a:pPr algn="r" fontAlgn="b"/>
                      <a:r>
                        <a:rPr lang="en-US" sz="1300" b="0" i="0" u="none" strike="noStrike">
                          <a:effectLst/>
                          <a:latin typeface="Arial"/>
                        </a:rPr>
                        <a:t>7.9</a:t>
                      </a:r>
                    </a:p>
                  </a:txBody>
                  <a:tcPr marL="9525" marR="9525" marT="9525" marB="0" anchor="b"/>
                </a:tc>
                <a:tc>
                  <a:txBody>
                    <a:bodyPr/>
                    <a:lstStyle/>
                    <a:p>
                      <a:pPr algn="r" fontAlgn="b"/>
                      <a:r>
                        <a:rPr lang="en-US" sz="1300" b="0" i="0" u="none" strike="noStrike" dirty="0">
                          <a:effectLst/>
                          <a:latin typeface="Arial"/>
                        </a:rPr>
                        <a:t>1.289</a:t>
                      </a:r>
                    </a:p>
                  </a:txBody>
                  <a:tcPr marL="9525" marR="9525" marT="9525" marB="0" anchor="b"/>
                </a:tc>
                <a:tc>
                  <a:txBody>
                    <a:bodyPr/>
                    <a:lstStyle/>
                    <a:p>
                      <a:pPr algn="r" fontAlgn="b"/>
                      <a:r>
                        <a:rPr lang="en-US" sz="1300" b="0" i="0" u="none" strike="noStrike">
                          <a:effectLst/>
                          <a:latin typeface="Arial"/>
                        </a:rPr>
                        <a:t>83.69%</a:t>
                      </a:r>
                    </a:p>
                  </a:txBody>
                  <a:tcPr marL="9525" marR="9525" marT="9525" marB="0" anchor="b"/>
                </a:tc>
              </a:tr>
              <a:tr h="348930">
                <a:tc>
                  <a:txBody>
                    <a:bodyPr/>
                    <a:lstStyle/>
                    <a:p>
                      <a:pPr algn="l" fontAlgn="b"/>
                      <a:r>
                        <a:rPr lang="en-US" sz="1300" b="0" i="0" u="none" strike="noStrike" dirty="0" err="1">
                          <a:effectLst/>
                          <a:latin typeface="Arial"/>
                        </a:rPr>
                        <a:t>Ruf</a:t>
                      </a:r>
                      <a:r>
                        <a:rPr lang="en-US" sz="1300" b="0" i="0" u="none" strike="noStrike" dirty="0">
                          <a:effectLst/>
                          <a:latin typeface="Arial"/>
                        </a:rPr>
                        <a:t> RGT (Porsche 911)</a:t>
                      </a:r>
                    </a:p>
                  </a:txBody>
                  <a:tcPr marL="9525" marR="9525" marT="9525" marB="0" anchor="b"/>
                </a:tc>
                <a:tc>
                  <a:txBody>
                    <a:bodyPr/>
                    <a:lstStyle/>
                    <a:p>
                      <a:pPr algn="r" fontAlgn="b"/>
                      <a:r>
                        <a:rPr lang="en-US" sz="1300" b="0" i="0" u="none" strike="noStrike">
                          <a:effectLst/>
                          <a:latin typeface="Arial"/>
                        </a:rPr>
                        <a:t>4.283</a:t>
                      </a:r>
                    </a:p>
                  </a:txBody>
                  <a:tcPr marL="9525" marR="9525" marT="9525" marB="0" anchor="b"/>
                </a:tc>
                <a:tc>
                  <a:txBody>
                    <a:bodyPr/>
                    <a:lstStyle/>
                    <a:p>
                      <a:pPr algn="r" fontAlgn="b"/>
                      <a:r>
                        <a:rPr lang="en-US" sz="1300" b="0" i="0" u="none" strike="noStrike" dirty="0">
                          <a:effectLst/>
                          <a:latin typeface="Arial"/>
                        </a:rPr>
                        <a:t>1.691</a:t>
                      </a:r>
                    </a:p>
                  </a:txBody>
                  <a:tcPr marL="9525" marR="9525" marT="9525" marB="0" anchor="b"/>
                </a:tc>
                <a:tc>
                  <a:txBody>
                    <a:bodyPr/>
                    <a:lstStyle/>
                    <a:p>
                      <a:pPr algn="r" fontAlgn="b"/>
                      <a:r>
                        <a:rPr lang="en-US" sz="1300" b="0" i="0" u="none" strike="noStrike">
                          <a:effectLst/>
                          <a:latin typeface="Arial"/>
                        </a:rPr>
                        <a:t>60.51%</a:t>
                      </a:r>
                    </a:p>
                  </a:txBody>
                  <a:tcPr marL="9525" marR="9525" marT="9525" marB="0" anchor="b"/>
                </a:tc>
              </a:tr>
              <a:tr h="348930">
                <a:tc>
                  <a:txBody>
                    <a:bodyPr/>
                    <a:lstStyle/>
                    <a:p>
                      <a:pPr algn="l" fontAlgn="b"/>
                      <a:r>
                        <a:rPr lang="en-US" sz="1300" b="0" i="0" u="none" strike="noStrike" dirty="0">
                          <a:effectLst/>
                          <a:latin typeface="Arial"/>
                        </a:rPr>
                        <a:t>Toyota </a:t>
                      </a:r>
                      <a:r>
                        <a:rPr lang="en-US" sz="1300" b="0" i="0" u="none" strike="noStrike" dirty="0" smtClean="0">
                          <a:effectLst/>
                          <a:latin typeface="Arial"/>
                        </a:rPr>
                        <a:t>Triathlon Race </a:t>
                      </a:r>
                      <a:r>
                        <a:rPr lang="en-US" sz="1300" b="0" i="0" u="none" strike="noStrike" dirty="0">
                          <a:effectLst/>
                          <a:latin typeface="Arial"/>
                        </a:rPr>
                        <a:t>Car</a:t>
                      </a:r>
                    </a:p>
                  </a:txBody>
                  <a:tcPr marL="9525" marR="9525" marT="9525" marB="0" anchor="b"/>
                </a:tc>
                <a:tc>
                  <a:txBody>
                    <a:bodyPr/>
                    <a:lstStyle/>
                    <a:p>
                      <a:pPr algn="r" fontAlgn="b"/>
                      <a:r>
                        <a:rPr lang="en-US" sz="1300" b="0" i="0" u="none" strike="noStrike">
                          <a:effectLst/>
                          <a:latin typeface="Arial"/>
                        </a:rPr>
                        <a:t>6.75</a:t>
                      </a:r>
                    </a:p>
                  </a:txBody>
                  <a:tcPr marL="9525" marR="9525" marT="9525" marB="0" anchor="b"/>
                </a:tc>
                <a:tc>
                  <a:txBody>
                    <a:bodyPr/>
                    <a:lstStyle/>
                    <a:p>
                      <a:pPr algn="r" fontAlgn="b"/>
                      <a:r>
                        <a:rPr lang="en-US" sz="1300" b="0" i="0" u="none" strike="noStrike" dirty="0">
                          <a:effectLst/>
                          <a:latin typeface="Arial"/>
                        </a:rPr>
                        <a:t>2.174</a:t>
                      </a:r>
                    </a:p>
                  </a:txBody>
                  <a:tcPr marL="9525" marR="9525" marT="9525" marB="0" anchor="b"/>
                </a:tc>
                <a:tc>
                  <a:txBody>
                    <a:bodyPr/>
                    <a:lstStyle/>
                    <a:p>
                      <a:pPr algn="r" fontAlgn="b"/>
                      <a:r>
                        <a:rPr lang="en-US" sz="1300" b="0" i="0" u="none" strike="noStrike">
                          <a:effectLst/>
                          <a:latin typeface="Arial"/>
                        </a:rPr>
                        <a:t>67.79%</a:t>
                      </a:r>
                    </a:p>
                  </a:txBody>
                  <a:tcPr marL="9525" marR="9525" marT="9525" marB="0" anchor="b"/>
                </a:tc>
              </a:tr>
              <a:tr h="348930">
                <a:tc>
                  <a:txBody>
                    <a:bodyPr/>
                    <a:lstStyle/>
                    <a:p>
                      <a:pPr algn="l" fontAlgn="b"/>
                      <a:r>
                        <a:rPr lang="en-US" sz="1300" b="0" i="0" u="none" strike="noStrike" dirty="0">
                          <a:effectLst/>
                          <a:latin typeface="Arial"/>
                        </a:rPr>
                        <a:t>Ford RS200</a:t>
                      </a:r>
                    </a:p>
                  </a:txBody>
                  <a:tcPr marL="9525" marR="9525" marT="9525" marB="0" anchor="b"/>
                </a:tc>
                <a:tc>
                  <a:txBody>
                    <a:bodyPr/>
                    <a:lstStyle/>
                    <a:p>
                      <a:pPr algn="r" fontAlgn="b"/>
                      <a:r>
                        <a:rPr lang="en-US" sz="1300" b="0" i="0" u="none" strike="noStrike">
                          <a:effectLst/>
                          <a:latin typeface="Arial"/>
                        </a:rPr>
                        <a:t>5.85</a:t>
                      </a:r>
                    </a:p>
                  </a:txBody>
                  <a:tcPr marL="9525" marR="9525" marT="9525" marB="0" anchor="b"/>
                </a:tc>
                <a:tc>
                  <a:txBody>
                    <a:bodyPr/>
                    <a:lstStyle/>
                    <a:p>
                      <a:pPr algn="r" fontAlgn="b"/>
                      <a:r>
                        <a:rPr lang="en-US" sz="1300" b="0" i="0" u="none" strike="noStrike" dirty="0">
                          <a:effectLst/>
                          <a:latin typeface="Arial"/>
                        </a:rPr>
                        <a:t>2.275</a:t>
                      </a:r>
                    </a:p>
                  </a:txBody>
                  <a:tcPr marL="9525" marR="9525" marT="9525" marB="0" anchor="b"/>
                </a:tc>
                <a:tc>
                  <a:txBody>
                    <a:bodyPr/>
                    <a:lstStyle/>
                    <a:p>
                      <a:pPr algn="r" fontAlgn="b"/>
                      <a:r>
                        <a:rPr lang="en-US" sz="1300" b="0" i="0" u="none" strike="noStrike">
                          <a:effectLst/>
                          <a:latin typeface="Arial"/>
                        </a:rPr>
                        <a:t>61.11%</a:t>
                      </a:r>
                    </a:p>
                  </a:txBody>
                  <a:tcPr marL="9525" marR="9525" marT="9525" marB="0" anchor="b"/>
                </a:tc>
              </a:tr>
              <a:tr h="348930">
                <a:tc>
                  <a:txBody>
                    <a:bodyPr/>
                    <a:lstStyle/>
                    <a:p>
                      <a:pPr algn="l" fontAlgn="b"/>
                      <a:r>
                        <a:rPr lang="en-US" sz="1300" b="0" i="0" u="none" strike="noStrike" dirty="0">
                          <a:effectLst/>
                          <a:latin typeface="Arial"/>
                        </a:rPr>
                        <a:t>Mazda RX 8</a:t>
                      </a:r>
                    </a:p>
                  </a:txBody>
                  <a:tcPr marL="9525" marR="9525" marT="9525" marB="0" anchor="b"/>
                </a:tc>
                <a:tc>
                  <a:txBody>
                    <a:bodyPr/>
                    <a:lstStyle/>
                    <a:p>
                      <a:pPr algn="r" fontAlgn="b"/>
                      <a:r>
                        <a:rPr lang="en-US" sz="1300" b="0" i="0" u="none" strike="noStrike">
                          <a:effectLst/>
                          <a:latin typeface="Arial"/>
                        </a:rPr>
                        <a:t>5.75</a:t>
                      </a:r>
                    </a:p>
                  </a:txBody>
                  <a:tcPr marL="9525" marR="9525" marT="9525" marB="0" anchor="b"/>
                </a:tc>
                <a:tc>
                  <a:txBody>
                    <a:bodyPr/>
                    <a:lstStyle/>
                    <a:p>
                      <a:pPr algn="r" fontAlgn="b"/>
                      <a:r>
                        <a:rPr lang="en-US" sz="1300" b="0" i="0" u="none" strike="noStrike" dirty="0">
                          <a:effectLst/>
                          <a:latin typeface="Arial"/>
                        </a:rPr>
                        <a:t>2.567</a:t>
                      </a:r>
                    </a:p>
                  </a:txBody>
                  <a:tcPr marL="9525" marR="9525" marT="9525" marB="0" anchor="b"/>
                </a:tc>
                <a:tc>
                  <a:txBody>
                    <a:bodyPr/>
                    <a:lstStyle/>
                    <a:p>
                      <a:pPr algn="r" fontAlgn="b"/>
                      <a:r>
                        <a:rPr lang="en-US" sz="1300" b="0" i="0" u="none" strike="noStrike">
                          <a:effectLst/>
                          <a:latin typeface="Arial"/>
                        </a:rPr>
                        <a:t>55.36%</a:t>
                      </a:r>
                    </a:p>
                  </a:txBody>
                  <a:tcPr marL="9525" marR="9525" marT="9525" marB="0" anchor="b"/>
                </a:tc>
              </a:tr>
              <a:tr h="348930">
                <a:tc>
                  <a:txBody>
                    <a:bodyPr/>
                    <a:lstStyle/>
                    <a:p>
                      <a:pPr algn="l" fontAlgn="b"/>
                      <a:r>
                        <a:rPr lang="en-US" sz="1300" b="0" i="0" u="none" strike="noStrike" dirty="0">
                          <a:effectLst/>
                          <a:latin typeface="Arial"/>
                        </a:rPr>
                        <a:t>Nissan 240 ZG</a:t>
                      </a:r>
                    </a:p>
                  </a:txBody>
                  <a:tcPr marL="9525" marR="9525" marT="9525" marB="0" anchor="b"/>
                </a:tc>
                <a:tc>
                  <a:txBody>
                    <a:bodyPr/>
                    <a:lstStyle/>
                    <a:p>
                      <a:pPr algn="r" fontAlgn="b"/>
                      <a:r>
                        <a:rPr lang="en-US" sz="1300" b="0" i="0" u="none" strike="noStrike">
                          <a:effectLst/>
                          <a:latin typeface="Arial"/>
                        </a:rPr>
                        <a:t>7.783</a:t>
                      </a:r>
                    </a:p>
                  </a:txBody>
                  <a:tcPr marL="9525" marR="9525" marT="9525" marB="0" anchor="b"/>
                </a:tc>
                <a:tc>
                  <a:txBody>
                    <a:bodyPr/>
                    <a:lstStyle/>
                    <a:p>
                      <a:pPr algn="r" fontAlgn="b"/>
                      <a:r>
                        <a:rPr lang="en-US" sz="1300" b="0" i="0" u="none" strike="noStrike" dirty="0">
                          <a:effectLst/>
                          <a:latin typeface="Arial"/>
                        </a:rPr>
                        <a:t>3.312</a:t>
                      </a:r>
                    </a:p>
                  </a:txBody>
                  <a:tcPr marL="9525" marR="9525" marT="9525" marB="0" anchor="b"/>
                </a:tc>
                <a:tc>
                  <a:txBody>
                    <a:bodyPr/>
                    <a:lstStyle/>
                    <a:p>
                      <a:pPr algn="r" fontAlgn="b"/>
                      <a:r>
                        <a:rPr lang="en-US" sz="1300" b="0" i="0" u="none" strike="noStrike" dirty="0">
                          <a:effectLst/>
                          <a:latin typeface="Arial"/>
                        </a:rPr>
                        <a:t>57.45%</a:t>
                      </a:r>
                    </a:p>
                  </a:txBody>
                  <a:tcPr marL="9525" marR="9525" marT="9525" marB="0" anchor="b"/>
                </a:tc>
              </a:tr>
              <a:tr h="348930">
                <a:tc>
                  <a:txBody>
                    <a:bodyPr/>
                    <a:lstStyle/>
                    <a:p>
                      <a:pPr algn="l" fontAlgn="b"/>
                      <a:r>
                        <a:rPr lang="en-US" sz="1300" b="0" i="0" u="none" strike="noStrike" dirty="0">
                          <a:effectLst/>
                          <a:latin typeface="Arial"/>
                        </a:rPr>
                        <a:t>Honda Civic Type R</a:t>
                      </a:r>
                    </a:p>
                  </a:txBody>
                  <a:tcPr marL="9525" marR="9525" marT="9525" marB="0" anchor="b"/>
                </a:tc>
                <a:tc>
                  <a:txBody>
                    <a:bodyPr/>
                    <a:lstStyle/>
                    <a:p>
                      <a:pPr algn="r" fontAlgn="b"/>
                      <a:r>
                        <a:rPr lang="en-US" sz="1300" b="0" i="0" u="none" strike="noStrike">
                          <a:effectLst/>
                          <a:latin typeface="Arial"/>
                        </a:rPr>
                        <a:t>8.183</a:t>
                      </a:r>
                    </a:p>
                  </a:txBody>
                  <a:tcPr marL="9525" marR="9525" marT="9525" marB="0" anchor="b"/>
                </a:tc>
                <a:tc>
                  <a:txBody>
                    <a:bodyPr/>
                    <a:lstStyle/>
                    <a:p>
                      <a:pPr algn="r" fontAlgn="b"/>
                      <a:r>
                        <a:rPr lang="en-US" sz="1300" b="0" i="0" u="none" strike="noStrike">
                          <a:effectLst/>
                          <a:latin typeface="Arial"/>
                        </a:rPr>
                        <a:t>2.706</a:t>
                      </a:r>
                    </a:p>
                  </a:txBody>
                  <a:tcPr marL="9525" marR="9525" marT="9525" marB="0" anchor="b"/>
                </a:tc>
                <a:tc>
                  <a:txBody>
                    <a:bodyPr/>
                    <a:lstStyle/>
                    <a:p>
                      <a:pPr algn="r" fontAlgn="b"/>
                      <a:r>
                        <a:rPr lang="en-US" sz="1300" b="0" i="0" u="none" strike="noStrike" dirty="0">
                          <a:effectLst/>
                          <a:latin typeface="Arial"/>
                        </a:rPr>
                        <a:t>66.94%</a:t>
                      </a:r>
                    </a:p>
                  </a:txBody>
                  <a:tcPr marL="9525" marR="9525" marT="9525" marB="0" anchor="b"/>
                </a:tc>
              </a:tr>
              <a:tr h="348930">
                <a:tc>
                  <a:txBody>
                    <a:bodyPr/>
                    <a:lstStyle/>
                    <a:p>
                      <a:pPr algn="l" fontAlgn="b"/>
                      <a:r>
                        <a:rPr lang="en-US" sz="1300" b="0" i="0" u="none" strike="noStrike" dirty="0">
                          <a:effectLst/>
                          <a:latin typeface="Arial"/>
                        </a:rPr>
                        <a:t>Dodge Ram Truck</a:t>
                      </a:r>
                    </a:p>
                  </a:txBody>
                  <a:tcPr marL="9525" marR="9525" marT="9525" marB="0" anchor="b"/>
                </a:tc>
                <a:tc>
                  <a:txBody>
                    <a:bodyPr/>
                    <a:lstStyle/>
                    <a:p>
                      <a:pPr algn="r" fontAlgn="b"/>
                      <a:r>
                        <a:rPr lang="en-US" sz="1300" b="0" i="0" u="none" strike="noStrike" dirty="0">
                          <a:effectLst/>
                          <a:latin typeface="Arial"/>
                        </a:rPr>
                        <a:t>7.816</a:t>
                      </a:r>
                    </a:p>
                  </a:txBody>
                  <a:tcPr marL="9525" marR="9525" marT="9525" marB="0" anchor="b"/>
                </a:tc>
                <a:tc>
                  <a:txBody>
                    <a:bodyPr/>
                    <a:lstStyle/>
                    <a:p>
                      <a:pPr algn="r" fontAlgn="b"/>
                      <a:r>
                        <a:rPr lang="en-US" sz="1300" b="0" i="0" u="none" strike="noStrike" dirty="0">
                          <a:effectLst/>
                          <a:latin typeface="Arial"/>
                        </a:rPr>
                        <a:t>3.339</a:t>
                      </a:r>
                    </a:p>
                  </a:txBody>
                  <a:tcPr marL="9525" marR="9525" marT="9525" marB="0" anchor="b"/>
                </a:tc>
                <a:tc>
                  <a:txBody>
                    <a:bodyPr/>
                    <a:lstStyle/>
                    <a:p>
                      <a:pPr algn="r" fontAlgn="b"/>
                      <a:r>
                        <a:rPr lang="en-US" sz="1300" b="0" i="0" u="none" strike="noStrike" dirty="0">
                          <a:effectLst/>
                          <a:latin typeface="Arial"/>
                        </a:rPr>
                        <a:t>57.28%</a:t>
                      </a:r>
                    </a:p>
                  </a:txBody>
                  <a:tcPr marL="9525" marR="9525" marT="9525" marB="0" anchor="b"/>
                </a:tc>
              </a:tr>
            </a:tbl>
          </a:graphicData>
        </a:graphic>
      </p:graphicFrame>
      <p:sp>
        <p:nvSpPr>
          <p:cNvPr id="3" name="Title 2"/>
          <p:cNvSpPr>
            <a:spLocks noGrp="1"/>
          </p:cNvSpPr>
          <p:nvPr>
            <p:ph type="title"/>
          </p:nvPr>
        </p:nvSpPr>
        <p:spPr>
          <a:xfrm>
            <a:off x="2535044" y="13317"/>
            <a:ext cx="6304156" cy="748683"/>
          </a:xfrm>
        </p:spPr>
        <p:txBody>
          <a:bodyPr/>
          <a:lstStyle/>
          <a:p>
            <a:r>
              <a:rPr lang="en-US" dirty="0" smtClean="0"/>
              <a:t>Results from “Testing”</a:t>
            </a:r>
            <a:endParaRPr lang="en-US" dirty="0"/>
          </a:p>
        </p:txBody>
      </p:sp>
      <p:sp>
        <p:nvSpPr>
          <p:cNvPr id="6" name="Slide Number Placeholder 5"/>
          <p:cNvSpPr>
            <a:spLocks noGrp="1"/>
          </p:cNvSpPr>
          <p:nvPr>
            <p:ph type="sldNum" sz="quarter" idx="11"/>
          </p:nvPr>
        </p:nvSpPr>
        <p:spPr/>
        <p:txBody>
          <a:bodyPr/>
          <a:lstStyle/>
          <a:p>
            <a:fld id="{A3C853D9-4DE0-4A26-B906-695C8063B4D6}" type="slidenum">
              <a:rPr lang="en-US" smtClean="0"/>
              <a:pPr/>
              <a:t>48</a:t>
            </a:fld>
            <a:endParaRPr lang="en-US"/>
          </a:p>
        </p:txBody>
      </p:sp>
    </p:spTree>
    <p:extLst>
      <p:ext uri="{BB962C8B-B14F-4D97-AF65-F5344CB8AC3E}">
        <p14:creationId xmlns:p14="http://schemas.microsoft.com/office/powerpoint/2010/main" val="10765881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2460"/>
            <a:ext cx="6788828" cy="2285999"/>
          </a:xfrm>
        </p:spPr>
        <p:txBody>
          <a:bodyPr/>
          <a:lstStyle/>
          <a:p>
            <a:r>
              <a:rPr lang="en-US" sz="2400" dirty="0" smtClean="0"/>
              <a:t>The power used was the peak power</a:t>
            </a:r>
            <a:r>
              <a:rPr lang="en-US" sz="2400" dirty="0"/>
              <a:t>! Need to take into account that the car is not producing maximum amount of power at all </a:t>
            </a:r>
            <a:r>
              <a:rPr lang="en-US" sz="2400" dirty="0" smtClean="0"/>
              <a:t>RPM levels</a:t>
            </a:r>
            <a:endParaRPr lang="en-US" sz="2400" dirty="0"/>
          </a:p>
          <a:p>
            <a:r>
              <a:rPr lang="en-US" sz="2400" dirty="0" smtClean="0"/>
              <a:t>To refine the values for the power, I used the </a:t>
            </a:r>
            <a:r>
              <a:rPr lang="en-US" sz="2400" dirty="0" err="1" smtClean="0"/>
              <a:t>Artamonov</a:t>
            </a:r>
            <a:r>
              <a:rPr lang="en-US" sz="2400" dirty="0" smtClean="0"/>
              <a:t> curve fits for engines. </a:t>
            </a:r>
            <a:endParaRPr lang="en-US" sz="2400" dirty="0"/>
          </a:p>
        </p:txBody>
      </p:sp>
      <p:sp>
        <p:nvSpPr>
          <p:cNvPr id="3" name="Title 2"/>
          <p:cNvSpPr>
            <a:spLocks noGrp="1"/>
          </p:cNvSpPr>
          <p:nvPr>
            <p:ph type="title"/>
          </p:nvPr>
        </p:nvSpPr>
        <p:spPr>
          <a:xfrm>
            <a:off x="3724507" y="76200"/>
            <a:ext cx="5038493" cy="685800"/>
          </a:xfrm>
        </p:spPr>
        <p:txBody>
          <a:bodyPr/>
          <a:lstStyle/>
          <a:p>
            <a:r>
              <a:rPr lang="en-US" dirty="0" smtClean="0"/>
              <a:t>Why So Off?</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360608658"/>
              </p:ext>
            </p:extLst>
          </p:nvPr>
        </p:nvGraphicFramePr>
        <p:xfrm>
          <a:off x="708102" y="3408552"/>
          <a:ext cx="2743200" cy="431800"/>
        </p:xfrm>
        <a:graphic>
          <a:graphicData uri="http://schemas.openxmlformats.org/presentationml/2006/ole">
            <mc:AlternateContent xmlns:mc="http://schemas.openxmlformats.org/markup-compatibility/2006">
              <mc:Choice xmlns:v="urn:schemas-microsoft-com:vml" Requires="v">
                <p:oleObj spid="_x0000_s125020" name="Equation" r:id="rId4" imgW="1371600" imgH="215900" progId="Equation.3">
                  <p:embed/>
                </p:oleObj>
              </mc:Choice>
              <mc:Fallback>
                <p:oleObj name="Equation" r:id="rId4" imgW="1371600" imgH="215900" progId="Equation.3">
                  <p:embed/>
                  <p:pic>
                    <p:nvPicPr>
                      <p:cNvPr id="0"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102" y="3408552"/>
                        <a:ext cx="27432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623861694"/>
              </p:ext>
            </p:extLst>
          </p:nvPr>
        </p:nvGraphicFramePr>
        <p:xfrm>
          <a:off x="5379729" y="3287752"/>
          <a:ext cx="2589676" cy="431612"/>
        </p:xfrm>
        <a:graphic>
          <a:graphicData uri="http://schemas.openxmlformats.org/presentationml/2006/ole">
            <mc:AlternateContent xmlns:mc="http://schemas.openxmlformats.org/markup-compatibility/2006">
              <mc:Choice xmlns:v="urn:schemas-microsoft-com:vml" Requires="v">
                <p:oleObj spid="_x0000_s125021" name="Equation" r:id="rId6" imgW="1294838" imgH="215806" progId="Equation.3">
                  <p:embed/>
                </p:oleObj>
              </mc:Choice>
              <mc:Fallback>
                <p:oleObj name="Equation" r:id="rId6" imgW="1294838" imgH="215806" progId="Equation.3">
                  <p:embed/>
                  <p:pic>
                    <p:nvPicPr>
                      <p:cNvPr id="0"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9729" y="3287752"/>
                        <a:ext cx="2589676" cy="431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972026268"/>
              </p:ext>
            </p:extLst>
          </p:nvPr>
        </p:nvGraphicFramePr>
        <p:xfrm>
          <a:off x="500837" y="4117395"/>
          <a:ext cx="1473120" cy="863280"/>
        </p:xfrm>
        <a:graphic>
          <a:graphicData uri="http://schemas.openxmlformats.org/presentationml/2006/ole">
            <mc:AlternateContent xmlns:mc="http://schemas.openxmlformats.org/markup-compatibility/2006">
              <mc:Choice xmlns:v="urn:schemas-microsoft-com:vml" Requires="v">
                <p:oleObj spid="_x0000_s125022" name="Equation" r:id="rId8" imgW="736560" imgH="431640" progId="Equation.3">
                  <p:embed/>
                </p:oleObj>
              </mc:Choice>
              <mc:Fallback>
                <p:oleObj name="Equation" r:id="rId8" imgW="736560" imgH="431640" progId="Equation.3">
                  <p:embed/>
                  <p:pic>
                    <p:nvPicPr>
                      <p:cNvPr id="0" name="Picture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837" y="4117395"/>
                        <a:ext cx="1473120" cy="863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108996634"/>
              </p:ext>
            </p:extLst>
          </p:nvPr>
        </p:nvGraphicFramePr>
        <p:xfrm>
          <a:off x="2514600" y="4049748"/>
          <a:ext cx="1651000" cy="863600"/>
        </p:xfrm>
        <a:graphic>
          <a:graphicData uri="http://schemas.openxmlformats.org/presentationml/2006/ole">
            <mc:AlternateContent xmlns:mc="http://schemas.openxmlformats.org/markup-compatibility/2006">
              <mc:Choice xmlns:v="urn:schemas-microsoft-com:vml" Requires="v">
                <p:oleObj spid="_x0000_s125023" name="Equation" r:id="rId10" imgW="825500" imgH="431800" progId="Equation.3">
                  <p:embed/>
                </p:oleObj>
              </mc:Choice>
              <mc:Fallback>
                <p:oleObj name="Equation" r:id="rId10" imgW="825500" imgH="431800" progId="Equation.3">
                  <p:embed/>
                  <p:pic>
                    <p:nvPicPr>
                      <p:cNvPr id="0" name="Picture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4600" y="4049748"/>
                        <a:ext cx="16510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762500" y="4223266"/>
            <a:ext cx="1447800" cy="400110"/>
          </a:xfrm>
          <a:prstGeom prst="rect">
            <a:avLst/>
          </a:prstGeom>
          <a:noFill/>
        </p:spPr>
        <p:txBody>
          <a:bodyPr wrap="square" rtlCol="0">
            <a:spAutoFit/>
          </a:bodyPr>
          <a:lstStyle/>
          <a:p>
            <a:r>
              <a:rPr lang="en-US" sz="2000" dirty="0" smtClean="0"/>
              <a:t>Gas Engine</a:t>
            </a:r>
            <a:endParaRPr lang="en-US" sz="2000" dirty="0"/>
          </a:p>
        </p:txBody>
      </p:sp>
      <p:sp>
        <p:nvSpPr>
          <p:cNvPr id="10" name="TextBox 9"/>
          <p:cNvSpPr txBox="1"/>
          <p:nvPr/>
        </p:nvSpPr>
        <p:spPr>
          <a:xfrm>
            <a:off x="4731428" y="5486400"/>
            <a:ext cx="2514600" cy="400110"/>
          </a:xfrm>
          <a:prstGeom prst="rect">
            <a:avLst/>
          </a:prstGeom>
          <a:noFill/>
        </p:spPr>
        <p:txBody>
          <a:bodyPr wrap="square" rtlCol="0">
            <a:spAutoFit/>
          </a:bodyPr>
          <a:lstStyle/>
          <a:p>
            <a:r>
              <a:rPr lang="en-US" sz="2000" dirty="0" smtClean="0"/>
              <a:t>Diesel/Hybrid Engine</a:t>
            </a:r>
            <a:endParaRPr lang="en-US" sz="2000" dirty="0"/>
          </a:p>
        </p:txBody>
      </p:sp>
      <p:graphicFrame>
        <p:nvGraphicFramePr>
          <p:cNvPr id="11" name="Object 10"/>
          <p:cNvGraphicFramePr>
            <a:graphicFrameLocks noChangeAspect="1"/>
          </p:cNvGraphicFramePr>
          <p:nvPr>
            <p:extLst>
              <p:ext uri="{D42A27DB-BD31-4B8C-83A1-F6EECF244321}">
                <p14:modId xmlns:p14="http://schemas.microsoft.com/office/powerpoint/2010/main" val="4283180277"/>
              </p:ext>
            </p:extLst>
          </p:nvPr>
        </p:nvGraphicFramePr>
        <p:xfrm>
          <a:off x="457200" y="5303595"/>
          <a:ext cx="1624894" cy="863226"/>
        </p:xfrm>
        <a:graphic>
          <a:graphicData uri="http://schemas.openxmlformats.org/presentationml/2006/ole">
            <mc:AlternateContent xmlns:mc="http://schemas.openxmlformats.org/markup-compatibility/2006">
              <mc:Choice xmlns:v="urn:schemas-microsoft-com:vml" Requires="v">
                <p:oleObj spid="_x0000_s125024" name="Equation" r:id="rId12" imgW="812447" imgH="431613" progId="">
                  <p:embed/>
                </p:oleObj>
              </mc:Choice>
              <mc:Fallback>
                <p:oleObj name="Equation" r:id="rId12" imgW="812447" imgH="431613" progId="">
                  <p:embed/>
                  <p:pic>
                    <p:nvPicPr>
                      <p:cNvPr id="0" name="Picture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 y="5303595"/>
                        <a:ext cx="1624894" cy="863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254303646"/>
              </p:ext>
            </p:extLst>
          </p:nvPr>
        </p:nvGraphicFramePr>
        <p:xfrm>
          <a:off x="2530644" y="5306770"/>
          <a:ext cx="1777228" cy="863226"/>
        </p:xfrm>
        <a:graphic>
          <a:graphicData uri="http://schemas.openxmlformats.org/presentationml/2006/ole">
            <mc:AlternateContent xmlns:mc="http://schemas.openxmlformats.org/markup-compatibility/2006">
              <mc:Choice xmlns:v="urn:schemas-microsoft-com:vml" Requires="v">
                <p:oleObj spid="_x0000_s125025" name="Equation" r:id="rId14" imgW="888614" imgH="431613" progId="">
                  <p:embed/>
                </p:oleObj>
              </mc:Choice>
              <mc:Fallback>
                <p:oleObj name="Equation" r:id="rId14" imgW="888614" imgH="431613" progId="">
                  <p:embed/>
                  <p:pic>
                    <p:nvPicPr>
                      <p:cNvPr id="0" name="Picture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30644" y="5306770"/>
                        <a:ext cx="1777228" cy="863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1"/>
          </p:nvPr>
        </p:nvSpPr>
        <p:spPr/>
        <p:txBody>
          <a:bodyPr/>
          <a:lstStyle/>
          <a:p>
            <a:fld id="{A3C853D9-4DE0-4A26-B906-695C8063B4D6}" type="slidenum">
              <a:rPr lang="en-US" smtClean="0"/>
              <a:pPr/>
              <a:t>49</a:t>
            </a:fld>
            <a:endParaRPr lang="en-US"/>
          </a:p>
        </p:txBody>
      </p:sp>
    </p:spTree>
    <p:extLst>
      <p:ext uri="{BB962C8B-B14F-4D97-AF65-F5344CB8AC3E}">
        <p14:creationId xmlns:p14="http://schemas.microsoft.com/office/powerpoint/2010/main" val="125692281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Part 3: Revised Estimations</a:t>
            </a:r>
            <a:endParaRPr lang="en-US" dirty="0"/>
          </a:p>
        </p:txBody>
      </p:sp>
      <p:sp>
        <p:nvSpPr>
          <p:cNvPr id="6" name="Slide Number Placeholder 5"/>
          <p:cNvSpPr>
            <a:spLocks noGrp="1"/>
          </p:cNvSpPr>
          <p:nvPr>
            <p:ph type="sldNum" sz="quarter" idx="11"/>
          </p:nvPr>
        </p:nvSpPr>
        <p:spPr/>
        <p:txBody>
          <a:bodyPr/>
          <a:lstStyle/>
          <a:p>
            <a:fld id="{A3C853D9-4DE0-4A26-B906-695C8063B4D6}" type="slidenum">
              <a:rPr lang="en-US" smtClean="0"/>
              <a:pPr/>
              <a:t>50</a:t>
            </a:fld>
            <a:endParaRPr lang="en-US"/>
          </a:p>
        </p:txBody>
      </p:sp>
    </p:spTree>
    <p:extLst>
      <p:ext uri="{BB962C8B-B14F-4D97-AF65-F5344CB8AC3E}">
        <p14:creationId xmlns:p14="http://schemas.microsoft.com/office/powerpoint/2010/main" val="227109487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935102730"/>
              </p:ext>
            </p:extLst>
          </p:nvPr>
        </p:nvGraphicFramePr>
        <p:xfrm>
          <a:off x="152400" y="990601"/>
          <a:ext cx="8686800" cy="5344509"/>
        </p:xfrm>
        <a:graphic>
          <a:graphicData uri="http://schemas.openxmlformats.org/drawingml/2006/table">
            <a:tbl>
              <a:tblPr firstRow="1" bandRow="1">
                <a:tableStyleId>{5C22544A-7EE6-4342-B048-85BDC9FD1C3A}</a:tableStyleId>
              </a:tblPr>
              <a:tblGrid>
                <a:gridCol w="1295400"/>
                <a:gridCol w="876300"/>
                <a:gridCol w="1085850"/>
                <a:gridCol w="1085850"/>
                <a:gridCol w="1085850"/>
                <a:gridCol w="1085850"/>
                <a:gridCol w="1085850"/>
                <a:gridCol w="1085850"/>
              </a:tblGrid>
              <a:tr h="555783">
                <a:tc>
                  <a:txBody>
                    <a:bodyPr/>
                    <a:lstStyle/>
                    <a:p>
                      <a:pPr algn="l" fontAlgn="b"/>
                      <a:r>
                        <a:rPr lang="en-US" sz="1300" b="1" i="0" u="none" strike="noStrike" dirty="0">
                          <a:effectLst/>
                          <a:latin typeface="Arial"/>
                        </a:rPr>
                        <a:t>Car</a:t>
                      </a:r>
                    </a:p>
                  </a:txBody>
                  <a:tcPr marL="9525" marR="9525" marT="9525" marB="0" anchor="b"/>
                </a:tc>
                <a:tc>
                  <a:txBody>
                    <a:bodyPr/>
                    <a:lstStyle/>
                    <a:p>
                      <a:pPr algn="l" fontAlgn="b"/>
                      <a:r>
                        <a:rPr lang="en-US" sz="1300" b="1" i="0" u="none" strike="noStrike" dirty="0" smtClean="0">
                          <a:effectLst/>
                          <a:latin typeface="Arial"/>
                        </a:rPr>
                        <a:t>RPM </a:t>
                      </a:r>
                      <a:r>
                        <a:rPr lang="en-US" sz="1300" b="1" i="0" u="none" strike="noStrike" dirty="0">
                          <a:effectLst/>
                          <a:latin typeface="Arial"/>
                        </a:rPr>
                        <a:t>at Max HP</a:t>
                      </a:r>
                    </a:p>
                  </a:txBody>
                  <a:tcPr marL="9525" marR="9525" marT="9525" marB="0" anchor="b"/>
                </a:tc>
                <a:tc>
                  <a:txBody>
                    <a:bodyPr/>
                    <a:lstStyle/>
                    <a:p>
                      <a:pPr algn="l" fontAlgn="b"/>
                      <a:r>
                        <a:rPr lang="en-US" sz="1300" b="1" i="0" u="none" strike="noStrike" dirty="0">
                          <a:effectLst/>
                          <a:latin typeface="Arial"/>
                        </a:rPr>
                        <a:t>Redline</a:t>
                      </a:r>
                    </a:p>
                  </a:txBody>
                  <a:tcPr marL="9525" marR="9525" marT="9525" marB="0" anchor="b"/>
                </a:tc>
                <a:tc>
                  <a:txBody>
                    <a:bodyPr/>
                    <a:lstStyle/>
                    <a:p>
                      <a:pPr algn="l" fontAlgn="b"/>
                      <a:r>
                        <a:rPr lang="en-US" sz="1300" b="1" i="0" u="none" strike="noStrike" dirty="0" err="1">
                          <a:effectLst/>
                          <a:latin typeface="Arial"/>
                        </a:rPr>
                        <a:t>Avg</a:t>
                      </a:r>
                      <a:r>
                        <a:rPr lang="en-US" sz="1300" b="1" i="0" u="none" strike="noStrike" dirty="0">
                          <a:effectLst/>
                          <a:latin typeface="Arial"/>
                        </a:rPr>
                        <a:t> </a:t>
                      </a:r>
                      <a:r>
                        <a:rPr lang="en-US" sz="1300" b="1" i="0" u="none" strike="noStrike" dirty="0" smtClean="0">
                          <a:effectLst/>
                          <a:latin typeface="Arial"/>
                        </a:rPr>
                        <a:t>HP*</a:t>
                      </a:r>
                      <a:r>
                        <a:rPr lang="en-US" sz="1300" b="1" i="0" u="none" strike="noStrike" baseline="0" dirty="0" smtClean="0">
                          <a:effectLst/>
                          <a:latin typeface="Arial"/>
                        </a:rPr>
                        <a:t> </a:t>
                      </a:r>
                      <a:endParaRPr lang="en-US" sz="1300" b="1" i="0" u="none" strike="noStrike" dirty="0">
                        <a:effectLst/>
                        <a:latin typeface="Arial"/>
                      </a:endParaRPr>
                    </a:p>
                  </a:txBody>
                  <a:tcPr marL="9525" marR="9525" marT="9525" marB="0" anchor="b"/>
                </a:tc>
                <a:tc>
                  <a:txBody>
                    <a:bodyPr/>
                    <a:lstStyle/>
                    <a:p>
                      <a:pPr algn="l" fontAlgn="b"/>
                      <a:r>
                        <a:rPr lang="en-US" sz="1300" b="1" i="0" u="none" strike="noStrike" dirty="0">
                          <a:effectLst/>
                          <a:latin typeface="Arial"/>
                        </a:rPr>
                        <a:t>Ratio (</a:t>
                      </a:r>
                      <a:r>
                        <a:rPr lang="en-US" sz="1300" b="1" i="0" u="none" strike="noStrike" dirty="0" err="1">
                          <a:effectLst/>
                          <a:latin typeface="Arial"/>
                        </a:rPr>
                        <a:t>avg</a:t>
                      </a:r>
                      <a:r>
                        <a:rPr lang="en-US" sz="1300" b="1" i="0" u="none" strike="noStrike" dirty="0">
                          <a:effectLst/>
                          <a:latin typeface="Arial"/>
                        </a:rPr>
                        <a:t> HP/</a:t>
                      </a:r>
                      <a:r>
                        <a:rPr lang="en-US" sz="1300" b="1" i="0" u="none" strike="noStrike" dirty="0" err="1">
                          <a:effectLst/>
                          <a:latin typeface="Arial"/>
                        </a:rPr>
                        <a:t>lbs</a:t>
                      </a:r>
                      <a:r>
                        <a:rPr lang="en-US" sz="1300" b="1" i="0" u="none" strike="noStrike" dirty="0">
                          <a:effectLst/>
                          <a:latin typeface="Arial"/>
                        </a:rPr>
                        <a:t>)</a:t>
                      </a:r>
                    </a:p>
                  </a:txBody>
                  <a:tcPr marL="9525" marR="9525" marT="9525" marB="0" anchor="b"/>
                </a:tc>
                <a:tc>
                  <a:txBody>
                    <a:bodyPr/>
                    <a:lstStyle/>
                    <a:p>
                      <a:pPr algn="l" fontAlgn="b"/>
                      <a:r>
                        <a:rPr lang="en-US" sz="1300" b="1" i="0" u="none" strike="noStrike" dirty="0">
                          <a:effectLst/>
                          <a:latin typeface="Arial"/>
                        </a:rPr>
                        <a:t>Projected 0-60 Time (sec)</a:t>
                      </a:r>
                    </a:p>
                  </a:txBody>
                  <a:tcPr marL="9525" marR="9525" marT="9525" marB="0" anchor="b"/>
                </a:tc>
                <a:tc>
                  <a:txBody>
                    <a:bodyPr/>
                    <a:lstStyle/>
                    <a:p>
                      <a:pPr algn="l" fontAlgn="b"/>
                      <a:r>
                        <a:rPr lang="en-US" sz="1300" b="1" i="0" u="none" strike="noStrike" dirty="0">
                          <a:effectLst/>
                          <a:latin typeface="Arial"/>
                        </a:rPr>
                        <a:t>Actual 0-60 Time (sec)</a:t>
                      </a:r>
                    </a:p>
                  </a:txBody>
                  <a:tcPr marL="9525" marR="9525" marT="9525" marB="0" anchor="b"/>
                </a:tc>
                <a:tc>
                  <a:txBody>
                    <a:bodyPr/>
                    <a:lstStyle/>
                    <a:p>
                      <a:pPr algn="l" fontAlgn="b"/>
                      <a:r>
                        <a:rPr lang="en-US" sz="1300" b="1" i="0" u="none" strike="noStrike" dirty="0">
                          <a:effectLst/>
                          <a:latin typeface="Arial"/>
                        </a:rPr>
                        <a:t>Percent Error</a:t>
                      </a:r>
                    </a:p>
                  </a:txBody>
                  <a:tcPr marL="9525" marR="9525" marT="9525" marB="0" anchor="b"/>
                </a:tc>
              </a:tr>
              <a:tr h="341301">
                <a:tc>
                  <a:txBody>
                    <a:bodyPr/>
                    <a:lstStyle/>
                    <a:p>
                      <a:pPr algn="l" fontAlgn="b"/>
                      <a:r>
                        <a:rPr lang="en-US" sz="1100" b="0" i="0" u="none" strike="noStrike" dirty="0">
                          <a:effectLst/>
                          <a:latin typeface="Arial"/>
                        </a:rPr>
                        <a:t>Lotus Elise 111R</a:t>
                      </a:r>
                    </a:p>
                  </a:txBody>
                  <a:tcPr marL="9525" marR="9525" marT="9525" marB="0" anchor="b"/>
                </a:tc>
                <a:tc>
                  <a:txBody>
                    <a:bodyPr/>
                    <a:lstStyle/>
                    <a:p>
                      <a:pPr algn="r" fontAlgn="b"/>
                      <a:r>
                        <a:rPr lang="en-US" sz="1100" b="0" i="0" u="none" strike="noStrike" dirty="0">
                          <a:effectLst/>
                          <a:latin typeface="Arial"/>
                        </a:rPr>
                        <a:t>7800</a:t>
                      </a:r>
                    </a:p>
                  </a:txBody>
                  <a:tcPr marL="9525" marR="9525" marT="9525" marB="0" anchor="b"/>
                </a:tc>
                <a:tc>
                  <a:txBody>
                    <a:bodyPr/>
                    <a:lstStyle/>
                    <a:p>
                      <a:pPr algn="r" fontAlgn="b"/>
                      <a:r>
                        <a:rPr lang="en-US" sz="1100" b="0" i="0" u="none" strike="noStrike" dirty="0">
                          <a:effectLst/>
                          <a:latin typeface="Arial"/>
                        </a:rPr>
                        <a:t>9000</a:t>
                      </a:r>
                    </a:p>
                  </a:txBody>
                  <a:tcPr marL="9525" marR="9525" marT="9525" marB="0" anchor="b"/>
                </a:tc>
                <a:tc>
                  <a:txBody>
                    <a:bodyPr/>
                    <a:lstStyle/>
                    <a:p>
                      <a:pPr algn="r" fontAlgn="b"/>
                      <a:r>
                        <a:rPr lang="en-US" sz="1100" b="0" i="0" u="none" strike="noStrike" dirty="0">
                          <a:effectLst/>
                          <a:latin typeface="Arial"/>
                        </a:rPr>
                        <a:t>110.275</a:t>
                      </a:r>
                    </a:p>
                  </a:txBody>
                  <a:tcPr marL="9525" marR="9525" marT="9525" marB="0" anchor="b"/>
                </a:tc>
                <a:tc>
                  <a:txBody>
                    <a:bodyPr/>
                    <a:lstStyle/>
                    <a:p>
                      <a:pPr algn="r" fontAlgn="b"/>
                      <a:r>
                        <a:rPr lang="en-US" sz="1100" b="0" i="0" u="none" strike="noStrike" dirty="0">
                          <a:effectLst/>
                          <a:latin typeface="Arial"/>
                        </a:rPr>
                        <a:t>0.058</a:t>
                      </a:r>
                    </a:p>
                  </a:txBody>
                  <a:tcPr marL="9525" marR="9525" marT="9525" marB="0" anchor="b"/>
                </a:tc>
                <a:tc>
                  <a:txBody>
                    <a:bodyPr/>
                    <a:lstStyle/>
                    <a:p>
                      <a:pPr algn="r" fontAlgn="b"/>
                      <a:r>
                        <a:rPr lang="en-US" sz="1100" b="0" i="0" u="none" strike="noStrike">
                          <a:effectLst/>
                          <a:latin typeface="Arial"/>
                        </a:rPr>
                        <a:t>3.759</a:t>
                      </a:r>
                    </a:p>
                  </a:txBody>
                  <a:tcPr marL="9525" marR="9525" marT="9525" marB="0" anchor="b"/>
                </a:tc>
                <a:tc>
                  <a:txBody>
                    <a:bodyPr/>
                    <a:lstStyle/>
                    <a:p>
                      <a:pPr algn="r" fontAlgn="b"/>
                      <a:r>
                        <a:rPr lang="en-US" sz="1100" b="0" i="0" u="none" strike="noStrike">
                          <a:effectLst/>
                          <a:latin typeface="Arial"/>
                        </a:rPr>
                        <a:t>5.766</a:t>
                      </a:r>
                    </a:p>
                  </a:txBody>
                  <a:tcPr marL="9525" marR="9525" marT="9525" marB="0" anchor="b"/>
                </a:tc>
                <a:tc>
                  <a:txBody>
                    <a:bodyPr/>
                    <a:lstStyle/>
                    <a:p>
                      <a:pPr algn="r" fontAlgn="b"/>
                      <a:r>
                        <a:rPr lang="en-US" sz="1100" b="0" i="0" u="none" strike="noStrike">
                          <a:effectLst/>
                          <a:latin typeface="Arial"/>
                        </a:rPr>
                        <a:t>34.81%</a:t>
                      </a:r>
                    </a:p>
                  </a:txBody>
                  <a:tcPr marL="9525" marR="9525" marT="9525" marB="0" anchor="b"/>
                </a:tc>
              </a:tr>
              <a:tr h="341301">
                <a:tc>
                  <a:txBody>
                    <a:bodyPr/>
                    <a:lstStyle/>
                    <a:p>
                      <a:pPr algn="l" fontAlgn="b"/>
                      <a:r>
                        <a:rPr lang="en-US" sz="1100" b="0" i="0" u="none" strike="noStrike" dirty="0">
                          <a:effectLst/>
                          <a:latin typeface="Arial"/>
                        </a:rPr>
                        <a:t>Ford Mustang GT</a:t>
                      </a:r>
                    </a:p>
                  </a:txBody>
                  <a:tcPr marL="9525" marR="9525" marT="9525" marB="0" anchor="b"/>
                </a:tc>
                <a:tc>
                  <a:txBody>
                    <a:bodyPr/>
                    <a:lstStyle/>
                    <a:p>
                      <a:pPr algn="r" fontAlgn="b"/>
                      <a:r>
                        <a:rPr lang="en-US" sz="1100" b="0" i="0" u="none" strike="noStrike" dirty="0">
                          <a:effectLst/>
                          <a:latin typeface="Arial"/>
                        </a:rPr>
                        <a:t>5750</a:t>
                      </a:r>
                    </a:p>
                  </a:txBody>
                  <a:tcPr marL="9525" marR="9525" marT="9525" marB="0" anchor="b"/>
                </a:tc>
                <a:tc>
                  <a:txBody>
                    <a:bodyPr/>
                    <a:lstStyle/>
                    <a:p>
                      <a:pPr algn="r" fontAlgn="b"/>
                      <a:r>
                        <a:rPr lang="en-US" sz="1100" b="0" i="0" u="none" strike="noStrike" dirty="0">
                          <a:effectLst/>
                          <a:latin typeface="Arial"/>
                        </a:rPr>
                        <a:t>6000</a:t>
                      </a:r>
                    </a:p>
                  </a:txBody>
                  <a:tcPr marL="9525" marR="9525" marT="9525" marB="0" anchor="b"/>
                </a:tc>
                <a:tc>
                  <a:txBody>
                    <a:bodyPr/>
                    <a:lstStyle/>
                    <a:p>
                      <a:pPr algn="r" fontAlgn="b"/>
                      <a:r>
                        <a:rPr lang="en-US" sz="1100" b="0" i="0" u="none" strike="noStrike">
                          <a:effectLst/>
                          <a:latin typeface="Arial"/>
                        </a:rPr>
                        <a:t>158.477</a:t>
                      </a:r>
                    </a:p>
                  </a:txBody>
                  <a:tcPr marL="9525" marR="9525" marT="9525" marB="0" anchor="b"/>
                </a:tc>
                <a:tc>
                  <a:txBody>
                    <a:bodyPr/>
                    <a:lstStyle/>
                    <a:p>
                      <a:pPr algn="r" fontAlgn="b"/>
                      <a:r>
                        <a:rPr lang="en-US" sz="1100" b="0" i="0" u="none" strike="noStrike">
                          <a:effectLst/>
                          <a:latin typeface="Arial"/>
                        </a:rPr>
                        <a:t>0.046</a:t>
                      </a:r>
                    </a:p>
                  </a:txBody>
                  <a:tcPr marL="9525" marR="9525" marT="9525" marB="0" anchor="b"/>
                </a:tc>
                <a:tc>
                  <a:txBody>
                    <a:bodyPr/>
                    <a:lstStyle/>
                    <a:p>
                      <a:pPr algn="r" fontAlgn="b"/>
                      <a:r>
                        <a:rPr lang="en-US" sz="1100" b="0" i="0" u="none" strike="noStrike">
                          <a:effectLst/>
                          <a:latin typeface="Arial"/>
                        </a:rPr>
                        <a:t>4.769</a:t>
                      </a:r>
                    </a:p>
                  </a:txBody>
                  <a:tcPr marL="9525" marR="9525" marT="9525" marB="0" anchor="b"/>
                </a:tc>
                <a:tc>
                  <a:txBody>
                    <a:bodyPr/>
                    <a:lstStyle/>
                    <a:p>
                      <a:pPr algn="r" fontAlgn="b"/>
                      <a:r>
                        <a:rPr lang="en-US" sz="1100" b="0" i="0" u="none" strike="noStrike">
                          <a:effectLst/>
                          <a:latin typeface="Arial"/>
                        </a:rPr>
                        <a:t>6.483</a:t>
                      </a:r>
                    </a:p>
                  </a:txBody>
                  <a:tcPr marL="9525" marR="9525" marT="9525" marB="0" anchor="b"/>
                </a:tc>
                <a:tc>
                  <a:txBody>
                    <a:bodyPr/>
                    <a:lstStyle/>
                    <a:p>
                      <a:pPr algn="r" fontAlgn="b"/>
                      <a:r>
                        <a:rPr lang="en-US" sz="1100" b="0" i="0" u="none" strike="noStrike">
                          <a:effectLst/>
                          <a:latin typeface="Arial"/>
                        </a:rPr>
                        <a:t>26.44%</a:t>
                      </a:r>
                    </a:p>
                  </a:txBody>
                  <a:tcPr marL="9525" marR="9525" marT="9525" marB="0" anchor="b"/>
                </a:tc>
              </a:tr>
              <a:tr h="341301">
                <a:tc>
                  <a:txBody>
                    <a:bodyPr/>
                    <a:lstStyle/>
                    <a:p>
                      <a:pPr algn="l" fontAlgn="b"/>
                      <a:r>
                        <a:rPr lang="en-US" sz="1100" b="0" i="0" u="none" strike="noStrike">
                          <a:effectLst/>
                          <a:latin typeface="Arial"/>
                        </a:rPr>
                        <a:t>BMW 120i</a:t>
                      </a:r>
                    </a:p>
                  </a:txBody>
                  <a:tcPr marL="9525" marR="9525" marT="9525" marB="0" anchor="b"/>
                </a:tc>
                <a:tc>
                  <a:txBody>
                    <a:bodyPr/>
                    <a:lstStyle/>
                    <a:p>
                      <a:pPr algn="r" fontAlgn="b"/>
                      <a:r>
                        <a:rPr lang="en-US" sz="1100" b="0" i="0" u="none" strike="noStrike" dirty="0">
                          <a:effectLst/>
                          <a:latin typeface="Arial"/>
                        </a:rPr>
                        <a:t>6200</a:t>
                      </a:r>
                    </a:p>
                  </a:txBody>
                  <a:tcPr marL="9525" marR="9525" marT="9525" marB="0" anchor="b"/>
                </a:tc>
                <a:tc>
                  <a:txBody>
                    <a:bodyPr/>
                    <a:lstStyle/>
                    <a:p>
                      <a:pPr algn="r" fontAlgn="b"/>
                      <a:r>
                        <a:rPr lang="en-US" sz="1100" b="0" i="0" u="none" strike="noStrike" dirty="0">
                          <a:effectLst/>
                          <a:latin typeface="Arial"/>
                        </a:rPr>
                        <a:t>6750</a:t>
                      </a:r>
                    </a:p>
                  </a:txBody>
                  <a:tcPr marL="9525" marR="9525" marT="9525" marB="0" anchor="b"/>
                </a:tc>
                <a:tc>
                  <a:txBody>
                    <a:bodyPr/>
                    <a:lstStyle/>
                    <a:p>
                      <a:pPr algn="r" fontAlgn="b"/>
                      <a:r>
                        <a:rPr lang="en-US" sz="1100" b="0" i="0" u="none" strike="noStrike">
                          <a:effectLst/>
                          <a:latin typeface="Arial"/>
                        </a:rPr>
                        <a:t>81.911</a:t>
                      </a:r>
                    </a:p>
                  </a:txBody>
                  <a:tcPr marL="9525" marR="9525" marT="9525" marB="0" anchor="b"/>
                </a:tc>
                <a:tc>
                  <a:txBody>
                    <a:bodyPr/>
                    <a:lstStyle/>
                    <a:p>
                      <a:pPr algn="r" fontAlgn="b"/>
                      <a:r>
                        <a:rPr lang="en-US" sz="1100" b="0" i="0" u="none" strike="noStrike">
                          <a:effectLst/>
                          <a:latin typeface="Arial"/>
                        </a:rPr>
                        <a:t>0.028</a:t>
                      </a:r>
                    </a:p>
                  </a:txBody>
                  <a:tcPr marL="9525" marR="9525" marT="9525" marB="0" anchor="b"/>
                </a:tc>
                <a:tc>
                  <a:txBody>
                    <a:bodyPr/>
                    <a:lstStyle/>
                    <a:p>
                      <a:pPr algn="r" fontAlgn="b"/>
                      <a:r>
                        <a:rPr lang="en-US" sz="1100" b="0" i="0" u="none" strike="noStrike">
                          <a:effectLst/>
                          <a:latin typeface="Arial"/>
                        </a:rPr>
                        <a:t>7.856</a:t>
                      </a:r>
                    </a:p>
                  </a:txBody>
                  <a:tcPr marL="9525" marR="9525" marT="9525" marB="0" anchor="b"/>
                </a:tc>
                <a:tc>
                  <a:txBody>
                    <a:bodyPr/>
                    <a:lstStyle/>
                    <a:p>
                      <a:pPr algn="r" fontAlgn="b"/>
                      <a:r>
                        <a:rPr lang="en-US" sz="1100" b="0" i="0" u="none" strike="noStrike">
                          <a:effectLst/>
                          <a:latin typeface="Arial"/>
                        </a:rPr>
                        <a:t>9.766</a:t>
                      </a:r>
                    </a:p>
                  </a:txBody>
                  <a:tcPr marL="9525" marR="9525" marT="9525" marB="0" anchor="b"/>
                </a:tc>
                <a:tc>
                  <a:txBody>
                    <a:bodyPr/>
                    <a:lstStyle/>
                    <a:p>
                      <a:pPr algn="r" fontAlgn="b"/>
                      <a:r>
                        <a:rPr lang="en-US" sz="1100" b="0" i="0" u="none" strike="noStrike">
                          <a:effectLst/>
                          <a:latin typeface="Arial"/>
                        </a:rPr>
                        <a:t>19.56%</a:t>
                      </a:r>
                    </a:p>
                  </a:txBody>
                  <a:tcPr marL="9525" marR="9525" marT="9525" marB="0" anchor="b"/>
                </a:tc>
              </a:tr>
              <a:tr h="341301">
                <a:tc>
                  <a:txBody>
                    <a:bodyPr/>
                    <a:lstStyle/>
                    <a:p>
                      <a:pPr algn="l" fontAlgn="b"/>
                      <a:r>
                        <a:rPr lang="en-US" sz="1100" b="0" i="0" u="none" strike="noStrike">
                          <a:effectLst/>
                          <a:latin typeface="Arial"/>
                        </a:rPr>
                        <a:t>BMW 120d</a:t>
                      </a:r>
                    </a:p>
                  </a:txBody>
                  <a:tcPr marL="9525" marR="9525" marT="9525" marB="0" anchor="b"/>
                </a:tc>
                <a:tc>
                  <a:txBody>
                    <a:bodyPr/>
                    <a:lstStyle/>
                    <a:p>
                      <a:pPr algn="r" fontAlgn="b"/>
                      <a:r>
                        <a:rPr lang="en-US" sz="1100" b="0" i="0" u="none" strike="noStrike">
                          <a:effectLst/>
                          <a:latin typeface="Arial"/>
                        </a:rPr>
                        <a:t>4000</a:t>
                      </a:r>
                    </a:p>
                  </a:txBody>
                  <a:tcPr marL="9525" marR="9525" marT="9525" marB="0" anchor="b"/>
                </a:tc>
                <a:tc>
                  <a:txBody>
                    <a:bodyPr/>
                    <a:lstStyle/>
                    <a:p>
                      <a:pPr algn="r" fontAlgn="b"/>
                      <a:r>
                        <a:rPr lang="en-US" sz="1100" b="0" i="0" u="none" strike="noStrike" dirty="0">
                          <a:effectLst/>
                          <a:latin typeface="Arial"/>
                        </a:rPr>
                        <a:t>5000</a:t>
                      </a:r>
                    </a:p>
                  </a:txBody>
                  <a:tcPr marL="9525" marR="9525" marT="9525" marB="0" anchor="b"/>
                </a:tc>
                <a:tc>
                  <a:txBody>
                    <a:bodyPr/>
                    <a:lstStyle/>
                    <a:p>
                      <a:pPr algn="r" fontAlgn="b"/>
                      <a:r>
                        <a:rPr lang="en-US" sz="1100" b="0" i="0" u="none" strike="noStrike" dirty="0">
                          <a:effectLst/>
                          <a:latin typeface="Arial"/>
                        </a:rPr>
                        <a:t>103.056</a:t>
                      </a:r>
                    </a:p>
                  </a:txBody>
                  <a:tcPr marL="9525" marR="9525" marT="9525" marB="0" anchor="b"/>
                </a:tc>
                <a:tc>
                  <a:txBody>
                    <a:bodyPr/>
                    <a:lstStyle/>
                    <a:p>
                      <a:pPr algn="r" fontAlgn="b"/>
                      <a:r>
                        <a:rPr lang="en-US" sz="1100" b="0" i="0" u="none" strike="noStrike">
                          <a:effectLst/>
                          <a:latin typeface="Arial"/>
                        </a:rPr>
                        <a:t>0.033</a:t>
                      </a:r>
                    </a:p>
                  </a:txBody>
                  <a:tcPr marL="9525" marR="9525" marT="9525" marB="0" anchor="b"/>
                </a:tc>
                <a:tc>
                  <a:txBody>
                    <a:bodyPr/>
                    <a:lstStyle/>
                    <a:p>
                      <a:pPr algn="r" fontAlgn="b"/>
                      <a:r>
                        <a:rPr lang="en-US" sz="1100" b="0" i="0" u="none" strike="noStrike">
                          <a:effectLst/>
                          <a:latin typeface="Arial"/>
                        </a:rPr>
                        <a:t>6.618</a:t>
                      </a:r>
                    </a:p>
                  </a:txBody>
                  <a:tcPr marL="9525" marR="9525" marT="9525" marB="0" anchor="b"/>
                </a:tc>
                <a:tc>
                  <a:txBody>
                    <a:bodyPr/>
                    <a:lstStyle/>
                    <a:p>
                      <a:pPr algn="r" fontAlgn="b"/>
                      <a:r>
                        <a:rPr lang="en-US" sz="1100" b="0" i="0" u="none" strike="noStrike">
                          <a:effectLst/>
                          <a:latin typeface="Arial"/>
                        </a:rPr>
                        <a:t>8.133</a:t>
                      </a:r>
                    </a:p>
                  </a:txBody>
                  <a:tcPr marL="9525" marR="9525" marT="9525" marB="0" anchor="b"/>
                </a:tc>
                <a:tc>
                  <a:txBody>
                    <a:bodyPr/>
                    <a:lstStyle/>
                    <a:p>
                      <a:pPr algn="r" fontAlgn="b"/>
                      <a:r>
                        <a:rPr lang="en-US" sz="1100" b="0" i="0" u="none" strike="noStrike">
                          <a:effectLst/>
                          <a:latin typeface="Arial"/>
                        </a:rPr>
                        <a:t>18.63%</a:t>
                      </a:r>
                    </a:p>
                  </a:txBody>
                  <a:tcPr marL="9525" marR="9525" marT="9525" marB="0" anchor="b"/>
                </a:tc>
              </a:tr>
              <a:tr h="341301">
                <a:tc>
                  <a:txBody>
                    <a:bodyPr/>
                    <a:lstStyle/>
                    <a:p>
                      <a:pPr algn="l" fontAlgn="b"/>
                      <a:r>
                        <a:rPr lang="en-US" sz="1100" b="0" i="0" u="none" strike="noStrike">
                          <a:effectLst/>
                          <a:latin typeface="Arial"/>
                        </a:rPr>
                        <a:t>Honda Insight</a:t>
                      </a:r>
                    </a:p>
                  </a:txBody>
                  <a:tcPr marL="9525" marR="9525" marT="9525" marB="0" anchor="b"/>
                </a:tc>
                <a:tc>
                  <a:txBody>
                    <a:bodyPr/>
                    <a:lstStyle/>
                    <a:p>
                      <a:pPr algn="r" fontAlgn="b"/>
                      <a:r>
                        <a:rPr lang="en-US" sz="1100" b="0" i="0" u="none" strike="noStrike">
                          <a:effectLst/>
                          <a:latin typeface="Arial"/>
                        </a:rPr>
                        <a:t>5700</a:t>
                      </a:r>
                    </a:p>
                  </a:txBody>
                  <a:tcPr marL="9525" marR="9525" marT="9525" marB="0" anchor="b"/>
                </a:tc>
                <a:tc>
                  <a:txBody>
                    <a:bodyPr/>
                    <a:lstStyle/>
                    <a:p>
                      <a:pPr algn="r" fontAlgn="b"/>
                      <a:r>
                        <a:rPr lang="en-US" sz="1100" b="0" i="0" u="none" strike="noStrike">
                          <a:effectLst/>
                          <a:latin typeface="Arial"/>
                        </a:rPr>
                        <a:t>6000</a:t>
                      </a:r>
                    </a:p>
                  </a:txBody>
                  <a:tcPr marL="9525" marR="9525" marT="9525" marB="0" anchor="b"/>
                </a:tc>
                <a:tc>
                  <a:txBody>
                    <a:bodyPr/>
                    <a:lstStyle/>
                    <a:p>
                      <a:pPr algn="r" fontAlgn="b"/>
                      <a:r>
                        <a:rPr lang="en-US" sz="1100" b="0" i="0" u="none" strike="noStrike" dirty="0">
                          <a:effectLst/>
                          <a:latin typeface="Arial"/>
                        </a:rPr>
                        <a:t>40.279</a:t>
                      </a:r>
                    </a:p>
                  </a:txBody>
                  <a:tcPr marL="9525" marR="9525" marT="9525" marB="0" anchor="b"/>
                </a:tc>
                <a:tc>
                  <a:txBody>
                    <a:bodyPr/>
                    <a:lstStyle/>
                    <a:p>
                      <a:pPr algn="r" fontAlgn="b"/>
                      <a:r>
                        <a:rPr lang="en-US" sz="1100" b="0" i="0" u="none" strike="noStrike" dirty="0">
                          <a:effectLst/>
                          <a:latin typeface="Arial"/>
                        </a:rPr>
                        <a:t>0.022</a:t>
                      </a:r>
                    </a:p>
                  </a:txBody>
                  <a:tcPr marL="9525" marR="9525" marT="9525" marB="0" anchor="b"/>
                </a:tc>
                <a:tc>
                  <a:txBody>
                    <a:bodyPr/>
                    <a:lstStyle/>
                    <a:p>
                      <a:pPr algn="r" fontAlgn="b"/>
                      <a:r>
                        <a:rPr lang="en-US" sz="1100" b="0" i="0" u="none" strike="noStrike" dirty="0">
                          <a:effectLst/>
                          <a:latin typeface="Arial"/>
                        </a:rPr>
                        <a:t>9.813</a:t>
                      </a:r>
                    </a:p>
                  </a:txBody>
                  <a:tcPr marL="9525" marR="9525" marT="9525" marB="0" anchor="b"/>
                </a:tc>
                <a:tc>
                  <a:txBody>
                    <a:bodyPr/>
                    <a:lstStyle/>
                    <a:p>
                      <a:pPr algn="r" fontAlgn="b"/>
                      <a:r>
                        <a:rPr lang="en-US" sz="1100" b="0" i="0" u="none" strike="noStrike">
                          <a:effectLst/>
                          <a:latin typeface="Arial"/>
                        </a:rPr>
                        <a:t>13.116</a:t>
                      </a:r>
                    </a:p>
                  </a:txBody>
                  <a:tcPr marL="9525" marR="9525" marT="9525" marB="0" anchor="b"/>
                </a:tc>
                <a:tc>
                  <a:txBody>
                    <a:bodyPr/>
                    <a:lstStyle/>
                    <a:p>
                      <a:pPr algn="r" fontAlgn="b"/>
                      <a:r>
                        <a:rPr lang="en-US" sz="1100" b="0" i="0" u="none" strike="noStrike">
                          <a:effectLst/>
                          <a:latin typeface="Arial"/>
                        </a:rPr>
                        <a:t>25.19%</a:t>
                      </a:r>
                    </a:p>
                  </a:txBody>
                  <a:tcPr marL="9525" marR="9525" marT="9525" marB="0" anchor="b"/>
                </a:tc>
              </a:tr>
              <a:tr h="341301">
                <a:tc>
                  <a:txBody>
                    <a:bodyPr/>
                    <a:lstStyle/>
                    <a:p>
                      <a:pPr algn="l" fontAlgn="b"/>
                      <a:r>
                        <a:rPr lang="en-US" sz="1100" b="0" i="0" u="none" strike="noStrike">
                          <a:effectLst/>
                          <a:latin typeface="Arial"/>
                        </a:rPr>
                        <a:t>Subaru Impreza WRX Sti</a:t>
                      </a:r>
                    </a:p>
                  </a:txBody>
                  <a:tcPr marL="9525" marR="9525" marT="9525" marB="0" anchor="b"/>
                </a:tc>
                <a:tc>
                  <a:txBody>
                    <a:bodyPr/>
                    <a:lstStyle/>
                    <a:p>
                      <a:pPr algn="r" fontAlgn="b"/>
                      <a:r>
                        <a:rPr lang="en-US" sz="1100" b="0" i="0" u="none" strike="noStrike">
                          <a:effectLst/>
                          <a:latin typeface="Arial"/>
                        </a:rPr>
                        <a:t>6000</a:t>
                      </a:r>
                    </a:p>
                  </a:txBody>
                  <a:tcPr marL="9525" marR="9525" marT="9525" marB="0" anchor="b"/>
                </a:tc>
                <a:tc>
                  <a:txBody>
                    <a:bodyPr/>
                    <a:lstStyle/>
                    <a:p>
                      <a:pPr algn="r" fontAlgn="b"/>
                      <a:r>
                        <a:rPr lang="en-US" sz="1100" b="0" i="0" u="none" strike="noStrike">
                          <a:effectLst/>
                          <a:latin typeface="Arial"/>
                        </a:rPr>
                        <a:t>8000</a:t>
                      </a:r>
                    </a:p>
                  </a:txBody>
                  <a:tcPr marL="9525" marR="9525" marT="9525" marB="0" anchor="b"/>
                </a:tc>
                <a:tc>
                  <a:txBody>
                    <a:bodyPr/>
                    <a:lstStyle/>
                    <a:p>
                      <a:pPr algn="r" fontAlgn="b"/>
                      <a:r>
                        <a:rPr lang="en-US" sz="1100" b="0" i="0" u="none" strike="noStrike">
                          <a:effectLst/>
                          <a:latin typeface="Arial"/>
                        </a:rPr>
                        <a:t>175.838</a:t>
                      </a:r>
                    </a:p>
                  </a:txBody>
                  <a:tcPr marL="9525" marR="9525" marT="9525" marB="0" anchor="b"/>
                </a:tc>
                <a:tc>
                  <a:txBody>
                    <a:bodyPr/>
                    <a:lstStyle/>
                    <a:p>
                      <a:pPr algn="r" fontAlgn="b"/>
                      <a:r>
                        <a:rPr lang="en-US" sz="1100" b="0" i="0" u="none" strike="noStrike" dirty="0">
                          <a:effectLst/>
                          <a:latin typeface="Arial"/>
                        </a:rPr>
                        <a:t>0.055</a:t>
                      </a:r>
                    </a:p>
                  </a:txBody>
                  <a:tcPr marL="9525" marR="9525" marT="9525" marB="0" anchor="b"/>
                </a:tc>
                <a:tc>
                  <a:txBody>
                    <a:bodyPr/>
                    <a:lstStyle/>
                    <a:p>
                      <a:pPr algn="r" fontAlgn="b"/>
                      <a:r>
                        <a:rPr lang="en-US" sz="1100" b="0" i="0" u="none" strike="noStrike">
                          <a:effectLst/>
                          <a:latin typeface="Arial"/>
                        </a:rPr>
                        <a:t>3.947</a:t>
                      </a:r>
                    </a:p>
                  </a:txBody>
                  <a:tcPr marL="9525" marR="9525" marT="9525" marB="0" anchor="b"/>
                </a:tc>
                <a:tc>
                  <a:txBody>
                    <a:bodyPr/>
                    <a:lstStyle/>
                    <a:p>
                      <a:pPr algn="r" fontAlgn="b"/>
                      <a:r>
                        <a:rPr lang="en-US" sz="1100" b="0" i="0" u="none" strike="noStrike">
                          <a:effectLst/>
                          <a:latin typeface="Arial"/>
                        </a:rPr>
                        <a:t>4.266</a:t>
                      </a:r>
                    </a:p>
                  </a:txBody>
                  <a:tcPr marL="9525" marR="9525" marT="9525" marB="0" anchor="b"/>
                </a:tc>
                <a:tc>
                  <a:txBody>
                    <a:bodyPr/>
                    <a:lstStyle/>
                    <a:p>
                      <a:pPr algn="r" fontAlgn="b"/>
                      <a:r>
                        <a:rPr lang="en-US" sz="1100" b="0" i="0" u="none" strike="noStrike" dirty="0">
                          <a:effectLst/>
                          <a:latin typeface="Arial"/>
                        </a:rPr>
                        <a:t>7.47%</a:t>
                      </a:r>
                    </a:p>
                  </a:txBody>
                  <a:tcPr marL="9525" marR="9525" marT="9525" marB="0" anchor="b"/>
                </a:tc>
              </a:tr>
              <a:tr h="341301">
                <a:tc>
                  <a:txBody>
                    <a:bodyPr/>
                    <a:lstStyle/>
                    <a:p>
                      <a:pPr algn="l" fontAlgn="b"/>
                      <a:r>
                        <a:rPr lang="en-US" sz="1100" b="0" i="0" u="none" strike="noStrike">
                          <a:effectLst/>
                          <a:latin typeface="Arial"/>
                        </a:rPr>
                        <a:t>Caterham Fireblade</a:t>
                      </a:r>
                    </a:p>
                  </a:txBody>
                  <a:tcPr marL="9525" marR="9525" marT="9525" marB="0" anchor="b"/>
                </a:tc>
                <a:tc>
                  <a:txBody>
                    <a:bodyPr/>
                    <a:lstStyle/>
                    <a:p>
                      <a:pPr algn="r" fontAlgn="b"/>
                      <a:r>
                        <a:rPr lang="en-US" sz="1100" b="0" i="0" u="none" strike="noStrike">
                          <a:effectLst/>
                          <a:latin typeface="Arial"/>
                        </a:rPr>
                        <a:t>10450</a:t>
                      </a:r>
                    </a:p>
                  </a:txBody>
                  <a:tcPr marL="9525" marR="9525" marT="9525" marB="0" anchor="b"/>
                </a:tc>
                <a:tc>
                  <a:txBody>
                    <a:bodyPr/>
                    <a:lstStyle/>
                    <a:p>
                      <a:pPr algn="r" fontAlgn="b"/>
                      <a:r>
                        <a:rPr lang="en-US" sz="1100" b="0" i="0" u="none" strike="noStrike">
                          <a:effectLst/>
                          <a:latin typeface="Arial"/>
                        </a:rPr>
                        <a:t>11500</a:t>
                      </a:r>
                    </a:p>
                  </a:txBody>
                  <a:tcPr marL="9525" marR="9525" marT="9525" marB="0" anchor="b"/>
                </a:tc>
                <a:tc>
                  <a:txBody>
                    <a:bodyPr/>
                    <a:lstStyle/>
                    <a:p>
                      <a:pPr algn="r" fontAlgn="b"/>
                      <a:r>
                        <a:rPr lang="en-US" sz="1100" b="0" i="0" u="none" strike="noStrike">
                          <a:effectLst/>
                          <a:latin typeface="Arial"/>
                        </a:rPr>
                        <a:t>77.57</a:t>
                      </a:r>
                    </a:p>
                  </a:txBody>
                  <a:tcPr marL="9525" marR="9525" marT="9525" marB="0" anchor="b"/>
                </a:tc>
                <a:tc>
                  <a:txBody>
                    <a:bodyPr/>
                    <a:lstStyle/>
                    <a:p>
                      <a:pPr algn="r" fontAlgn="b"/>
                      <a:r>
                        <a:rPr lang="en-US" sz="1100" b="0" i="0" u="none" strike="noStrike" dirty="0">
                          <a:effectLst/>
                          <a:latin typeface="Arial"/>
                        </a:rPr>
                        <a:t>0.095</a:t>
                      </a:r>
                    </a:p>
                  </a:txBody>
                  <a:tcPr marL="9525" marR="9525" marT="9525" marB="0" anchor="b"/>
                </a:tc>
                <a:tc>
                  <a:txBody>
                    <a:bodyPr/>
                    <a:lstStyle/>
                    <a:p>
                      <a:pPr algn="r" fontAlgn="b"/>
                      <a:r>
                        <a:rPr lang="en-US" sz="1100" b="0" i="0" u="none" strike="noStrike" dirty="0">
                          <a:effectLst/>
                          <a:latin typeface="Arial"/>
                        </a:rPr>
                        <a:t>2.293</a:t>
                      </a:r>
                    </a:p>
                  </a:txBody>
                  <a:tcPr marL="9525" marR="9525" marT="9525" marB="0" anchor="b"/>
                </a:tc>
                <a:tc>
                  <a:txBody>
                    <a:bodyPr/>
                    <a:lstStyle/>
                    <a:p>
                      <a:pPr algn="r" fontAlgn="b"/>
                      <a:r>
                        <a:rPr lang="en-US" sz="1100" b="0" i="0" u="none" strike="noStrike">
                          <a:effectLst/>
                          <a:latin typeface="Arial"/>
                        </a:rPr>
                        <a:t>7.9</a:t>
                      </a:r>
                    </a:p>
                  </a:txBody>
                  <a:tcPr marL="9525" marR="9525" marT="9525" marB="0" anchor="b"/>
                </a:tc>
                <a:tc>
                  <a:txBody>
                    <a:bodyPr/>
                    <a:lstStyle/>
                    <a:p>
                      <a:pPr algn="r" fontAlgn="b"/>
                      <a:r>
                        <a:rPr lang="en-US" sz="1100" b="0" i="0" u="none" strike="noStrike">
                          <a:effectLst/>
                          <a:latin typeface="Arial"/>
                        </a:rPr>
                        <a:t>70.98%</a:t>
                      </a:r>
                    </a:p>
                  </a:txBody>
                  <a:tcPr marL="9525" marR="9525" marT="9525" marB="0" anchor="b"/>
                </a:tc>
              </a:tr>
              <a:tr h="341301">
                <a:tc>
                  <a:txBody>
                    <a:bodyPr/>
                    <a:lstStyle/>
                    <a:p>
                      <a:pPr algn="l" fontAlgn="b"/>
                      <a:r>
                        <a:rPr lang="en-US" sz="1100" b="0" i="0" u="none" strike="noStrike">
                          <a:effectLst/>
                          <a:latin typeface="Arial"/>
                        </a:rPr>
                        <a:t>Ruf RGT (Porsche 911)</a:t>
                      </a:r>
                    </a:p>
                  </a:txBody>
                  <a:tcPr marL="9525" marR="9525" marT="9525" marB="0" anchor="b"/>
                </a:tc>
                <a:tc>
                  <a:txBody>
                    <a:bodyPr/>
                    <a:lstStyle/>
                    <a:p>
                      <a:pPr algn="r" fontAlgn="b"/>
                      <a:r>
                        <a:rPr lang="en-US" sz="1100" b="0" i="0" u="none" strike="noStrike">
                          <a:effectLst/>
                          <a:latin typeface="Arial"/>
                        </a:rPr>
                        <a:t>7700</a:t>
                      </a:r>
                    </a:p>
                  </a:txBody>
                  <a:tcPr marL="9525" marR="9525" marT="9525" marB="0" anchor="b"/>
                </a:tc>
                <a:tc>
                  <a:txBody>
                    <a:bodyPr/>
                    <a:lstStyle/>
                    <a:p>
                      <a:pPr algn="r" fontAlgn="b"/>
                      <a:r>
                        <a:rPr lang="en-US" sz="1100" b="0" i="0" u="none" strike="noStrike">
                          <a:effectLst/>
                          <a:latin typeface="Arial"/>
                        </a:rPr>
                        <a:t>7750</a:t>
                      </a:r>
                    </a:p>
                  </a:txBody>
                  <a:tcPr marL="9525" marR="9525" marT="9525" marB="0" anchor="b"/>
                </a:tc>
                <a:tc>
                  <a:txBody>
                    <a:bodyPr/>
                    <a:lstStyle/>
                    <a:p>
                      <a:pPr algn="r" fontAlgn="b"/>
                      <a:r>
                        <a:rPr lang="en-US" sz="1100" b="0" i="0" u="none" strike="noStrike">
                          <a:effectLst/>
                          <a:latin typeface="Arial"/>
                        </a:rPr>
                        <a:t>197.026</a:t>
                      </a:r>
                    </a:p>
                  </a:txBody>
                  <a:tcPr marL="9525" marR="9525" marT="9525" marB="0" anchor="b"/>
                </a:tc>
                <a:tc>
                  <a:txBody>
                    <a:bodyPr/>
                    <a:lstStyle/>
                    <a:p>
                      <a:pPr algn="r" fontAlgn="b"/>
                      <a:r>
                        <a:rPr lang="en-US" sz="1100" b="0" i="0" u="none" strike="noStrike">
                          <a:effectLst/>
                          <a:latin typeface="Arial"/>
                        </a:rPr>
                        <a:t>0.067</a:t>
                      </a:r>
                    </a:p>
                  </a:txBody>
                  <a:tcPr marL="9525" marR="9525" marT="9525" marB="0" anchor="b"/>
                </a:tc>
                <a:tc>
                  <a:txBody>
                    <a:bodyPr/>
                    <a:lstStyle/>
                    <a:p>
                      <a:pPr algn="r" fontAlgn="b"/>
                      <a:r>
                        <a:rPr lang="en-US" sz="1100" b="0" i="0" u="none" strike="noStrike" dirty="0">
                          <a:effectLst/>
                          <a:latin typeface="Arial"/>
                        </a:rPr>
                        <a:t>3.254</a:t>
                      </a:r>
                    </a:p>
                  </a:txBody>
                  <a:tcPr marL="9525" marR="9525" marT="9525" marB="0" anchor="b"/>
                </a:tc>
                <a:tc>
                  <a:txBody>
                    <a:bodyPr/>
                    <a:lstStyle/>
                    <a:p>
                      <a:pPr algn="r" fontAlgn="b"/>
                      <a:r>
                        <a:rPr lang="en-US" sz="1100" b="0" i="0" u="none" strike="noStrike">
                          <a:effectLst/>
                          <a:latin typeface="Arial"/>
                        </a:rPr>
                        <a:t>4.283</a:t>
                      </a:r>
                    </a:p>
                  </a:txBody>
                  <a:tcPr marL="9525" marR="9525" marT="9525" marB="0" anchor="b"/>
                </a:tc>
                <a:tc>
                  <a:txBody>
                    <a:bodyPr/>
                    <a:lstStyle/>
                    <a:p>
                      <a:pPr algn="r" fontAlgn="b"/>
                      <a:r>
                        <a:rPr lang="en-US" sz="1100" b="0" i="0" u="none" strike="noStrike">
                          <a:effectLst/>
                          <a:latin typeface="Arial"/>
                        </a:rPr>
                        <a:t>24.03%</a:t>
                      </a:r>
                    </a:p>
                  </a:txBody>
                  <a:tcPr marL="9525" marR="9525" marT="9525" marB="0" anchor="b"/>
                </a:tc>
              </a:tr>
              <a:tr h="341301">
                <a:tc>
                  <a:txBody>
                    <a:bodyPr/>
                    <a:lstStyle/>
                    <a:p>
                      <a:pPr algn="l" fontAlgn="b"/>
                      <a:r>
                        <a:rPr lang="en-US" sz="1100" b="0" i="0" u="none" strike="noStrike" dirty="0">
                          <a:effectLst/>
                          <a:latin typeface="Arial"/>
                        </a:rPr>
                        <a:t>Toyota </a:t>
                      </a:r>
                      <a:r>
                        <a:rPr lang="en-US" sz="1100" b="0" i="0" u="none" strike="noStrike" dirty="0" smtClean="0">
                          <a:effectLst/>
                          <a:latin typeface="Arial"/>
                        </a:rPr>
                        <a:t>Triathlon </a:t>
                      </a:r>
                      <a:r>
                        <a:rPr lang="en-US" sz="1100" b="0" i="0" u="none" strike="noStrike" dirty="0">
                          <a:effectLst/>
                          <a:latin typeface="Arial"/>
                        </a:rPr>
                        <a:t>Race Car</a:t>
                      </a:r>
                    </a:p>
                  </a:txBody>
                  <a:tcPr marL="9525" marR="9525" marT="9525" marB="0" anchor="b"/>
                </a:tc>
                <a:tc>
                  <a:txBody>
                    <a:bodyPr/>
                    <a:lstStyle/>
                    <a:p>
                      <a:pPr algn="r" fontAlgn="b"/>
                      <a:r>
                        <a:rPr lang="en-US" sz="1100" b="0" i="0" u="none" strike="noStrike" dirty="0">
                          <a:effectLst/>
                          <a:latin typeface="Arial"/>
                        </a:rPr>
                        <a:t>??</a:t>
                      </a:r>
                    </a:p>
                  </a:txBody>
                  <a:tcPr marL="9525" marR="9525" marT="9525" marB="0" anchor="b"/>
                </a:tc>
                <a:tc>
                  <a:txBody>
                    <a:bodyPr/>
                    <a:lstStyle/>
                    <a:p>
                      <a:pPr algn="r" fontAlgn="b"/>
                      <a:r>
                        <a:rPr lang="en-US" sz="1100" b="0" i="0" u="none" strike="noStrike" dirty="0">
                          <a:effectLst/>
                          <a:latin typeface="Arial"/>
                        </a:rPr>
                        <a:t>7000</a:t>
                      </a:r>
                    </a:p>
                  </a:txBody>
                  <a:tcPr marL="9525" marR="9525" marT="9525" marB="0" anchor="b"/>
                </a:tc>
                <a:tc>
                  <a:txBody>
                    <a:bodyPr/>
                    <a:lstStyle/>
                    <a:p>
                      <a:pPr algn="r" fontAlgn="ctr"/>
                      <a:r>
                        <a:rPr lang="en-US" sz="1100" b="0" i="0" u="none" strike="noStrike" dirty="0" smtClean="0">
                          <a:effectLst/>
                          <a:latin typeface="Arial"/>
                        </a:rPr>
                        <a:t>??</a:t>
                      </a:r>
                      <a:endParaRPr lang="en-US" sz="1100" b="0" i="0" u="none" strike="noStrike" dirty="0">
                        <a:effectLst/>
                        <a:latin typeface="Arial"/>
                      </a:endParaRPr>
                    </a:p>
                  </a:txBody>
                  <a:tcPr marL="9525" marR="9525" marT="9525" marB="0" anchor="b"/>
                </a:tc>
                <a:tc>
                  <a:txBody>
                    <a:bodyPr/>
                    <a:lstStyle/>
                    <a:p>
                      <a:pPr algn="r" fontAlgn="b"/>
                      <a:r>
                        <a:rPr lang="en-US" sz="1100" b="0" i="0" u="none" strike="noStrike" dirty="0" smtClean="0">
                          <a:effectLst/>
                          <a:latin typeface="Arial"/>
                        </a:rPr>
                        <a:t>??</a:t>
                      </a:r>
                      <a:endParaRPr lang="en-US" sz="1100" b="0" i="0" u="none" strike="noStrike" dirty="0">
                        <a:effectLst/>
                        <a:latin typeface="Arial"/>
                      </a:endParaRPr>
                    </a:p>
                  </a:txBody>
                  <a:tcPr marL="9525" marR="9525" marT="9525" marB="0" anchor="b"/>
                </a:tc>
                <a:tc>
                  <a:txBody>
                    <a:bodyPr/>
                    <a:lstStyle/>
                    <a:p>
                      <a:pPr algn="r" fontAlgn="ctr"/>
                      <a:r>
                        <a:rPr lang="en-US" sz="1100" b="0" i="0" u="none" strike="noStrike" dirty="0" smtClean="0">
                          <a:effectLst/>
                          <a:latin typeface="Arial"/>
                        </a:rPr>
                        <a:t>??</a:t>
                      </a:r>
                      <a:endParaRPr lang="en-US" sz="1100" b="0" i="0" u="none" strike="noStrike" dirty="0">
                        <a:effectLst/>
                        <a:latin typeface="Arial"/>
                      </a:endParaRPr>
                    </a:p>
                  </a:txBody>
                  <a:tcPr marL="9525" marR="9525" marT="9525" marB="0" anchor="b"/>
                </a:tc>
                <a:tc>
                  <a:txBody>
                    <a:bodyPr/>
                    <a:lstStyle/>
                    <a:p>
                      <a:pPr algn="r" fontAlgn="b"/>
                      <a:r>
                        <a:rPr lang="en-US" sz="1100" b="0" i="0" u="none" strike="noStrike" dirty="0">
                          <a:effectLst/>
                          <a:latin typeface="Arial"/>
                        </a:rPr>
                        <a:t>6.75</a:t>
                      </a:r>
                    </a:p>
                  </a:txBody>
                  <a:tcPr marL="9525" marR="9525" marT="9525" marB="0" anchor="b"/>
                </a:tc>
                <a:tc>
                  <a:txBody>
                    <a:bodyPr/>
                    <a:lstStyle/>
                    <a:p>
                      <a:pPr algn="r" fontAlgn="ctr"/>
                      <a:r>
                        <a:rPr lang="en-US" sz="1100" b="0" i="0" u="none" strike="noStrike" dirty="0" smtClean="0">
                          <a:effectLst/>
                          <a:latin typeface="Arial"/>
                        </a:rPr>
                        <a:t>??</a:t>
                      </a:r>
                      <a:endParaRPr lang="en-US" sz="1100" b="0" i="0" u="none" strike="noStrike" dirty="0">
                        <a:effectLst/>
                        <a:latin typeface="Arial"/>
                      </a:endParaRPr>
                    </a:p>
                  </a:txBody>
                  <a:tcPr marL="9525" marR="9525" marT="9525" marB="0" anchor="b"/>
                </a:tc>
              </a:tr>
              <a:tr h="341301">
                <a:tc>
                  <a:txBody>
                    <a:bodyPr/>
                    <a:lstStyle/>
                    <a:p>
                      <a:pPr algn="l" fontAlgn="b"/>
                      <a:r>
                        <a:rPr lang="en-US" sz="1100" b="0" i="0" u="none" strike="noStrike">
                          <a:effectLst/>
                          <a:latin typeface="Arial"/>
                        </a:rPr>
                        <a:t>Ford RS200</a:t>
                      </a:r>
                    </a:p>
                  </a:txBody>
                  <a:tcPr marL="9525" marR="9525" marT="9525" marB="0" anchor="b"/>
                </a:tc>
                <a:tc>
                  <a:txBody>
                    <a:bodyPr/>
                    <a:lstStyle/>
                    <a:p>
                      <a:pPr algn="r" fontAlgn="b"/>
                      <a:r>
                        <a:rPr lang="en-US" sz="1100" b="0" i="0" u="none" strike="noStrike">
                          <a:effectLst/>
                          <a:latin typeface="Arial"/>
                        </a:rPr>
                        <a:t>6750</a:t>
                      </a:r>
                    </a:p>
                  </a:txBody>
                  <a:tcPr marL="9525" marR="9525" marT="9525" marB="0" anchor="b"/>
                </a:tc>
                <a:tc>
                  <a:txBody>
                    <a:bodyPr/>
                    <a:lstStyle/>
                    <a:p>
                      <a:pPr algn="r" fontAlgn="b"/>
                      <a:r>
                        <a:rPr lang="en-US" sz="1100" b="0" i="0" u="none" strike="noStrike">
                          <a:effectLst/>
                          <a:latin typeface="Arial"/>
                        </a:rPr>
                        <a:t>8500</a:t>
                      </a:r>
                    </a:p>
                  </a:txBody>
                  <a:tcPr marL="9525" marR="9525" marT="9525" marB="0" anchor="b"/>
                </a:tc>
                <a:tc>
                  <a:txBody>
                    <a:bodyPr/>
                    <a:lstStyle/>
                    <a:p>
                      <a:pPr algn="r" fontAlgn="b"/>
                      <a:r>
                        <a:rPr lang="en-US" sz="1100" b="0" i="0" u="none" strike="noStrike">
                          <a:effectLst/>
                          <a:latin typeface="Arial"/>
                        </a:rPr>
                        <a:t>154.658</a:t>
                      </a:r>
                    </a:p>
                  </a:txBody>
                  <a:tcPr marL="9525" marR="9525" marT="9525" marB="0" anchor="b"/>
                </a:tc>
                <a:tc>
                  <a:txBody>
                    <a:bodyPr/>
                    <a:lstStyle/>
                    <a:p>
                      <a:pPr algn="r" fontAlgn="b"/>
                      <a:r>
                        <a:rPr lang="en-US" sz="1100" b="0" i="0" u="none" strike="noStrike" dirty="0" smtClean="0">
                          <a:effectLst/>
                          <a:latin typeface="Arial"/>
                        </a:rPr>
                        <a:t>0.059</a:t>
                      </a:r>
                      <a:endParaRPr lang="en-US" sz="1100" b="0" i="0" u="none" strike="noStrike" dirty="0">
                        <a:effectLst/>
                        <a:latin typeface="Arial"/>
                      </a:endParaRPr>
                    </a:p>
                  </a:txBody>
                  <a:tcPr marL="9525" marR="9525" marT="9525" marB="0" anchor="b"/>
                </a:tc>
                <a:tc>
                  <a:txBody>
                    <a:bodyPr/>
                    <a:lstStyle/>
                    <a:p>
                      <a:pPr algn="r" fontAlgn="b"/>
                      <a:r>
                        <a:rPr lang="en-US" sz="1100" b="0" i="0" u="none" strike="noStrike" dirty="0">
                          <a:effectLst/>
                          <a:latin typeface="Arial"/>
                        </a:rPr>
                        <a:t>3.678</a:t>
                      </a:r>
                    </a:p>
                  </a:txBody>
                  <a:tcPr marL="9525" marR="9525" marT="9525" marB="0" anchor="b"/>
                </a:tc>
                <a:tc>
                  <a:txBody>
                    <a:bodyPr/>
                    <a:lstStyle/>
                    <a:p>
                      <a:pPr algn="r" fontAlgn="b"/>
                      <a:r>
                        <a:rPr lang="en-US" sz="1100" b="0" i="0" u="none" strike="noStrike" dirty="0">
                          <a:effectLst/>
                          <a:latin typeface="Arial"/>
                        </a:rPr>
                        <a:t>5.85</a:t>
                      </a:r>
                    </a:p>
                  </a:txBody>
                  <a:tcPr marL="9525" marR="9525" marT="9525" marB="0" anchor="b"/>
                </a:tc>
                <a:tc>
                  <a:txBody>
                    <a:bodyPr/>
                    <a:lstStyle/>
                    <a:p>
                      <a:pPr algn="r" fontAlgn="b"/>
                      <a:r>
                        <a:rPr lang="en-US" sz="1100" b="0" i="0" u="none" strike="noStrike">
                          <a:effectLst/>
                          <a:latin typeface="Arial"/>
                        </a:rPr>
                        <a:t>37.14%</a:t>
                      </a:r>
                    </a:p>
                  </a:txBody>
                  <a:tcPr marL="9525" marR="9525" marT="9525" marB="0" anchor="b"/>
                </a:tc>
              </a:tr>
              <a:tr h="341301">
                <a:tc>
                  <a:txBody>
                    <a:bodyPr/>
                    <a:lstStyle/>
                    <a:p>
                      <a:pPr algn="l" fontAlgn="b"/>
                      <a:r>
                        <a:rPr lang="en-US" sz="1100" b="0" i="0" u="none" strike="noStrike">
                          <a:effectLst/>
                          <a:latin typeface="Arial"/>
                        </a:rPr>
                        <a:t>Mazda RX 8</a:t>
                      </a:r>
                    </a:p>
                  </a:txBody>
                  <a:tcPr marL="9525" marR="9525" marT="9525" marB="0" anchor="b"/>
                </a:tc>
                <a:tc>
                  <a:txBody>
                    <a:bodyPr/>
                    <a:lstStyle/>
                    <a:p>
                      <a:pPr algn="r" fontAlgn="b"/>
                      <a:r>
                        <a:rPr lang="en-US" sz="1100" b="0" i="0" u="none" strike="noStrike">
                          <a:effectLst/>
                          <a:latin typeface="Arial"/>
                        </a:rPr>
                        <a:t>8500</a:t>
                      </a:r>
                    </a:p>
                  </a:txBody>
                  <a:tcPr marL="9525" marR="9525" marT="9525" marB="0" anchor="b"/>
                </a:tc>
                <a:tc>
                  <a:txBody>
                    <a:bodyPr/>
                    <a:lstStyle/>
                    <a:p>
                      <a:pPr algn="r" fontAlgn="b"/>
                      <a:r>
                        <a:rPr lang="en-US" sz="1100" b="0" i="0" u="none" strike="noStrike">
                          <a:effectLst/>
                          <a:latin typeface="Arial"/>
                        </a:rPr>
                        <a:t>9000</a:t>
                      </a:r>
                    </a:p>
                  </a:txBody>
                  <a:tcPr marL="9525" marR="9525" marT="9525" marB="0" anchor="b"/>
                </a:tc>
                <a:tc>
                  <a:txBody>
                    <a:bodyPr/>
                    <a:lstStyle/>
                    <a:p>
                      <a:pPr algn="r" fontAlgn="b"/>
                      <a:r>
                        <a:rPr lang="en-US" sz="1100" b="0" i="0" u="none" strike="noStrike">
                          <a:effectLst/>
                          <a:latin typeface="Arial"/>
                        </a:rPr>
                        <a:t>133.854</a:t>
                      </a:r>
                    </a:p>
                  </a:txBody>
                  <a:tcPr marL="9525" marR="9525" marT="9525" marB="0" anchor="b"/>
                </a:tc>
                <a:tc>
                  <a:txBody>
                    <a:bodyPr/>
                    <a:lstStyle/>
                    <a:p>
                      <a:pPr algn="r" fontAlgn="b"/>
                      <a:r>
                        <a:rPr lang="en-US" sz="1100" b="0" i="0" u="none" strike="noStrike" dirty="0">
                          <a:effectLst/>
                          <a:latin typeface="Arial"/>
                        </a:rPr>
                        <a:t>0.046</a:t>
                      </a:r>
                    </a:p>
                  </a:txBody>
                  <a:tcPr marL="9525" marR="9525" marT="9525" marB="0" anchor="b"/>
                </a:tc>
                <a:tc>
                  <a:txBody>
                    <a:bodyPr/>
                    <a:lstStyle/>
                    <a:p>
                      <a:pPr algn="r" fontAlgn="b"/>
                      <a:r>
                        <a:rPr lang="en-US" sz="1100" b="0" i="0" u="none" strike="noStrike">
                          <a:effectLst/>
                          <a:latin typeface="Arial"/>
                        </a:rPr>
                        <a:t>4.717</a:t>
                      </a:r>
                    </a:p>
                  </a:txBody>
                  <a:tcPr marL="9525" marR="9525" marT="9525" marB="0" anchor="b"/>
                </a:tc>
                <a:tc>
                  <a:txBody>
                    <a:bodyPr/>
                    <a:lstStyle/>
                    <a:p>
                      <a:pPr algn="r" fontAlgn="b"/>
                      <a:r>
                        <a:rPr lang="en-US" sz="1100" b="0" i="0" u="none" strike="noStrike" dirty="0">
                          <a:effectLst/>
                          <a:latin typeface="Arial"/>
                        </a:rPr>
                        <a:t>5.75</a:t>
                      </a:r>
                    </a:p>
                  </a:txBody>
                  <a:tcPr marL="9525" marR="9525" marT="9525" marB="0" anchor="b"/>
                </a:tc>
                <a:tc>
                  <a:txBody>
                    <a:bodyPr/>
                    <a:lstStyle/>
                    <a:p>
                      <a:pPr algn="r" fontAlgn="b"/>
                      <a:r>
                        <a:rPr lang="en-US" sz="1100" b="0" i="0" u="none" strike="noStrike">
                          <a:effectLst/>
                          <a:latin typeface="Arial"/>
                        </a:rPr>
                        <a:t>17.96%</a:t>
                      </a:r>
                    </a:p>
                  </a:txBody>
                  <a:tcPr marL="9525" marR="9525" marT="9525" marB="0" anchor="b"/>
                </a:tc>
              </a:tr>
              <a:tr h="341301">
                <a:tc>
                  <a:txBody>
                    <a:bodyPr/>
                    <a:lstStyle/>
                    <a:p>
                      <a:pPr algn="l" fontAlgn="b"/>
                      <a:r>
                        <a:rPr lang="en-US" sz="1100" b="0" i="0" u="none" strike="noStrike">
                          <a:effectLst/>
                          <a:latin typeface="Arial"/>
                        </a:rPr>
                        <a:t>Nissan 240 ZG</a:t>
                      </a:r>
                    </a:p>
                  </a:txBody>
                  <a:tcPr marL="9525" marR="9525" marT="9525" marB="0" anchor="b"/>
                </a:tc>
                <a:tc>
                  <a:txBody>
                    <a:bodyPr/>
                    <a:lstStyle/>
                    <a:p>
                      <a:pPr algn="r" fontAlgn="b"/>
                      <a:r>
                        <a:rPr lang="en-US" sz="1100" b="0" i="0" u="none" strike="noStrike">
                          <a:effectLst/>
                          <a:latin typeface="Arial"/>
                        </a:rPr>
                        <a:t>5600</a:t>
                      </a:r>
                    </a:p>
                  </a:txBody>
                  <a:tcPr marL="9525" marR="9525" marT="9525" marB="0" anchor="b"/>
                </a:tc>
                <a:tc>
                  <a:txBody>
                    <a:bodyPr/>
                    <a:lstStyle/>
                    <a:p>
                      <a:pPr algn="r" fontAlgn="b"/>
                      <a:r>
                        <a:rPr lang="en-US" sz="1100" b="0" i="0" u="none" strike="noStrike">
                          <a:effectLst/>
                          <a:latin typeface="Arial"/>
                        </a:rPr>
                        <a:t>7000</a:t>
                      </a:r>
                    </a:p>
                  </a:txBody>
                  <a:tcPr marL="9525" marR="9525" marT="9525" marB="0" anchor="b"/>
                </a:tc>
                <a:tc>
                  <a:txBody>
                    <a:bodyPr/>
                    <a:lstStyle/>
                    <a:p>
                      <a:pPr algn="r" fontAlgn="b"/>
                      <a:r>
                        <a:rPr lang="en-US" sz="1100" b="0" i="0" u="none" strike="noStrike">
                          <a:effectLst/>
                          <a:latin typeface="Arial"/>
                        </a:rPr>
                        <a:t>90.546</a:t>
                      </a:r>
                    </a:p>
                  </a:txBody>
                  <a:tcPr marL="9525" marR="9525" marT="9525" marB="0" anchor="b"/>
                </a:tc>
                <a:tc>
                  <a:txBody>
                    <a:bodyPr/>
                    <a:lstStyle/>
                    <a:p>
                      <a:pPr algn="r" fontAlgn="b"/>
                      <a:r>
                        <a:rPr lang="en-US" sz="1100" b="0" i="0" u="none" strike="noStrike">
                          <a:effectLst/>
                          <a:latin typeface="Arial"/>
                        </a:rPr>
                        <a:t>0.041</a:t>
                      </a:r>
                    </a:p>
                  </a:txBody>
                  <a:tcPr marL="9525" marR="9525" marT="9525" marB="0" anchor="b"/>
                </a:tc>
                <a:tc>
                  <a:txBody>
                    <a:bodyPr/>
                    <a:lstStyle/>
                    <a:p>
                      <a:pPr algn="r" fontAlgn="b"/>
                      <a:r>
                        <a:rPr lang="en-US" sz="1100" b="0" i="0" u="none" strike="noStrike">
                          <a:effectLst/>
                          <a:latin typeface="Arial"/>
                        </a:rPr>
                        <a:t>5.377</a:t>
                      </a:r>
                    </a:p>
                  </a:txBody>
                  <a:tcPr marL="9525" marR="9525" marT="9525" marB="0" anchor="b"/>
                </a:tc>
                <a:tc>
                  <a:txBody>
                    <a:bodyPr/>
                    <a:lstStyle/>
                    <a:p>
                      <a:pPr algn="r" fontAlgn="b"/>
                      <a:r>
                        <a:rPr lang="en-US" sz="1100" b="0" i="0" u="none" strike="noStrike" dirty="0">
                          <a:effectLst/>
                          <a:latin typeface="Arial"/>
                        </a:rPr>
                        <a:t>7.783</a:t>
                      </a:r>
                    </a:p>
                  </a:txBody>
                  <a:tcPr marL="9525" marR="9525" marT="9525" marB="0" anchor="b"/>
                </a:tc>
                <a:tc>
                  <a:txBody>
                    <a:bodyPr/>
                    <a:lstStyle/>
                    <a:p>
                      <a:pPr algn="r" fontAlgn="b"/>
                      <a:r>
                        <a:rPr lang="en-US" sz="1100" b="0" i="0" u="none" strike="noStrike">
                          <a:effectLst/>
                          <a:latin typeface="Arial"/>
                        </a:rPr>
                        <a:t>30.92%</a:t>
                      </a:r>
                    </a:p>
                  </a:txBody>
                  <a:tcPr marL="9525" marR="9525" marT="9525" marB="0" anchor="b"/>
                </a:tc>
              </a:tr>
              <a:tr h="341301">
                <a:tc>
                  <a:txBody>
                    <a:bodyPr/>
                    <a:lstStyle/>
                    <a:p>
                      <a:pPr algn="l" fontAlgn="b"/>
                      <a:r>
                        <a:rPr lang="en-US" sz="1100" b="0" i="0" u="none" strike="noStrike">
                          <a:effectLst/>
                          <a:latin typeface="Arial"/>
                        </a:rPr>
                        <a:t>Honda Civic Type R</a:t>
                      </a:r>
                    </a:p>
                  </a:txBody>
                  <a:tcPr marL="9525" marR="9525" marT="9525" marB="0" anchor="b"/>
                </a:tc>
                <a:tc>
                  <a:txBody>
                    <a:bodyPr/>
                    <a:lstStyle/>
                    <a:p>
                      <a:pPr algn="r" fontAlgn="b"/>
                      <a:r>
                        <a:rPr lang="en-US" sz="1100" b="0" i="0" u="none" strike="noStrike">
                          <a:effectLst/>
                          <a:latin typeface="Arial"/>
                        </a:rPr>
                        <a:t>8000</a:t>
                      </a:r>
                    </a:p>
                  </a:txBody>
                  <a:tcPr marL="9525" marR="9525" marT="9525" marB="0" anchor="b"/>
                </a:tc>
                <a:tc>
                  <a:txBody>
                    <a:bodyPr/>
                    <a:lstStyle/>
                    <a:p>
                      <a:pPr algn="r" fontAlgn="b"/>
                      <a:r>
                        <a:rPr lang="en-US" sz="1100" b="0" i="0" u="none" strike="noStrike">
                          <a:effectLst/>
                          <a:latin typeface="Arial"/>
                        </a:rPr>
                        <a:t>8500</a:t>
                      </a:r>
                    </a:p>
                  </a:txBody>
                  <a:tcPr marL="9525" marR="9525" marT="9525" marB="0" anchor="b"/>
                </a:tc>
                <a:tc>
                  <a:txBody>
                    <a:bodyPr/>
                    <a:lstStyle/>
                    <a:p>
                      <a:pPr algn="r" fontAlgn="b"/>
                      <a:r>
                        <a:rPr lang="en-US" sz="1100" b="0" i="0" u="none" strike="noStrike">
                          <a:effectLst/>
                          <a:latin typeface="Arial"/>
                        </a:rPr>
                        <a:t>115.703</a:t>
                      </a:r>
                    </a:p>
                  </a:txBody>
                  <a:tcPr marL="9525" marR="9525" marT="9525" marB="0" anchor="b"/>
                </a:tc>
                <a:tc>
                  <a:txBody>
                    <a:bodyPr/>
                    <a:lstStyle/>
                    <a:p>
                      <a:pPr algn="r" fontAlgn="b"/>
                      <a:r>
                        <a:rPr lang="en-US" sz="1100" b="0" i="0" u="none" strike="noStrike">
                          <a:effectLst/>
                          <a:latin typeface="Arial"/>
                        </a:rPr>
                        <a:t>0.044</a:t>
                      </a:r>
                    </a:p>
                  </a:txBody>
                  <a:tcPr marL="9525" marR="9525" marT="9525" marB="0" anchor="b"/>
                </a:tc>
                <a:tc>
                  <a:txBody>
                    <a:bodyPr/>
                    <a:lstStyle/>
                    <a:p>
                      <a:pPr algn="r" fontAlgn="b"/>
                      <a:r>
                        <a:rPr lang="en-US" sz="1100" b="0" i="0" u="none" strike="noStrike">
                          <a:effectLst/>
                          <a:latin typeface="Arial"/>
                        </a:rPr>
                        <a:t>4.957</a:t>
                      </a:r>
                    </a:p>
                  </a:txBody>
                  <a:tcPr marL="9525" marR="9525" marT="9525" marB="0" anchor="b"/>
                </a:tc>
                <a:tc>
                  <a:txBody>
                    <a:bodyPr/>
                    <a:lstStyle/>
                    <a:p>
                      <a:pPr algn="r" fontAlgn="b"/>
                      <a:r>
                        <a:rPr lang="en-US" sz="1100" b="0" i="0" u="none" strike="noStrike" dirty="0">
                          <a:effectLst/>
                          <a:latin typeface="Arial"/>
                        </a:rPr>
                        <a:t>8.183</a:t>
                      </a:r>
                    </a:p>
                  </a:txBody>
                  <a:tcPr marL="9525" marR="9525" marT="9525" marB="0" anchor="b"/>
                </a:tc>
                <a:tc>
                  <a:txBody>
                    <a:bodyPr/>
                    <a:lstStyle/>
                    <a:p>
                      <a:pPr algn="r" fontAlgn="b"/>
                      <a:r>
                        <a:rPr lang="en-US" sz="1100" b="0" i="0" u="none" strike="noStrike" dirty="0">
                          <a:effectLst/>
                          <a:latin typeface="Arial"/>
                        </a:rPr>
                        <a:t>39.42%</a:t>
                      </a:r>
                    </a:p>
                  </a:txBody>
                  <a:tcPr marL="9525" marR="9525" marT="9525" marB="0" anchor="b"/>
                </a:tc>
              </a:tr>
              <a:tr h="341301">
                <a:tc>
                  <a:txBody>
                    <a:bodyPr/>
                    <a:lstStyle/>
                    <a:p>
                      <a:pPr algn="l" fontAlgn="b"/>
                      <a:r>
                        <a:rPr lang="en-US" sz="1100" b="0" i="0" u="none" strike="noStrike" dirty="0">
                          <a:effectLst/>
                          <a:latin typeface="Arial"/>
                        </a:rPr>
                        <a:t>Dodge Ram Truck</a:t>
                      </a:r>
                    </a:p>
                  </a:txBody>
                  <a:tcPr marL="9525" marR="9525" marT="9525" marB="0" anchor="b"/>
                </a:tc>
                <a:tc>
                  <a:txBody>
                    <a:bodyPr/>
                    <a:lstStyle/>
                    <a:p>
                      <a:pPr algn="r" fontAlgn="b"/>
                      <a:r>
                        <a:rPr lang="en-US" sz="1100" b="0" i="0" u="none" strike="noStrike">
                          <a:effectLst/>
                          <a:latin typeface="Arial"/>
                        </a:rPr>
                        <a:t>5400</a:t>
                      </a:r>
                    </a:p>
                  </a:txBody>
                  <a:tcPr marL="9525" marR="9525" marT="9525" marB="0" anchor="b"/>
                </a:tc>
                <a:tc>
                  <a:txBody>
                    <a:bodyPr/>
                    <a:lstStyle/>
                    <a:p>
                      <a:pPr algn="r" fontAlgn="b"/>
                      <a:r>
                        <a:rPr lang="en-US" sz="1100" b="0" i="0" u="none" strike="noStrike">
                          <a:effectLst/>
                          <a:latin typeface="Arial"/>
                        </a:rPr>
                        <a:t>5750</a:t>
                      </a:r>
                    </a:p>
                  </a:txBody>
                  <a:tcPr marL="9525" marR="9525" marT="9525" marB="0" anchor="b"/>
                </a:tc>
                <a:tc>
                  <a:txBody>
                    <a:bodyPr/>
                    <a:lstStyle/>
                    <a:p>
                      <a:pPr algn="r" fontAlgn="b"/>
                      <a:r>
                        <a:rPr lang="en-US" sz="1100" b="0" i="0" u="none" strike="noStrike">
                          <a:effectLst/>
                          <a:latin typeface="Arial"/>
                        </a:rPr>
                        <a:t>188.654</a:t>
                      </a:r>
                    </a:p>
                  </a:txBody>
                  <a:tcPr marL="9525" marR="9525" marT="9525" marB="0" anchor="b"/>
                </a:tc>
                <a:tc>
                  <a:txBody>
                    <a:bodyPr/>
                    <a:lstStyle/>
                    <a:p>
                      <a:pPr algn="r" fontAlgn="b"/>
                      <a:r>
                        <a:rPr lang="en-US" sz="1100" b="0" i="0" u="none" strike="noStrike">
                          <a:effectLst/>
                          <a:latin typeface="Arial"/>
                        </a:rPr>
                        <a:t>0.036</a:t>
                      </a:r>
                    </a:p>
                  </a:txBody>
                  <a:tcPr marL="9525" marR="9525" marT="9525" marB="0" anchor="b"/>
                </a:tc>
                <a:tc>
                  <a:txBody>
                    <a:bodyPr/>
                    <a:lstStyle/>
                    <a:p>
                      <a:pPr algn="r" fontAlgn="b"/>
                      <a:r>
                        <a:rPr lang="en-US" sz="1100" b="0" i="0" u="none" strike="noStrike">
                          <a:effectLst/>
                          <a:latin typeface="Arial"/>
                        </a:rPr>
                        <a:t>6.106</a:t>
                      </a:r>
                    </a:p>
                  </a:txBody>
                  <a:tcPr marL="9525" marR="9525" marT="9525" marB="0" anchor="b"/>
                </a:tc>
                <a:tc>
                  <a:txBody>
                    <a:bodyPr/>
                    <a:lstStyle/>
                    <a:p>
                      <a:pPr algn="r" fontAlgn="b"/>
                      <a:r>
                        <a:rPr lang="en-US" sz="1100" b="0" i="0" u="none" strike="noStrike">
                          <a:effectLst/>
                          <a:latin typeface="Arial"/>
                        </a:rPr>
                        <a:t>7.816</a:t>
                      </a:r>
                    </a:p>
                  </a:txBody>
                  <a:tcPr marL="9525" marR="9525" marT="9525" marB="0" anchor="b"/>
                </a:tc>
                <a:tc>
                  <a:txBody>
                    <a:bodyPr/>
                    <a:lstStyle/>
                    <a:p>
                      <a:pPr algn="r" fontAlgn="b"/>
                      <a:r>
                        <a:rPr lang="en-US" sz="1100" b="0" i="0" u="none" strike="noStrike" dirty="0">
                          <a:effectLst/>
                          <a:latin typeface="Arial"/>
                        </a:rPr>
                        <a:t>21.87%</a:t>
                      </a:r>
                    </a:p>
                  </a:txBody>
                  <a:tcPr marL="9525" marR="9525" marT="9525" marB="0" anchor="b"/>
                </a:tc>
              </a:tr>
            </a:tbl>
          </a:graphicData>
        </a:graphic>
      </p:graphicFrame>
      <p:sp>
        <p:nvSpPr>
          <p:cNvPr id="5" name="Title 4"/>
          <p:cNvSpPr>
            <a:spLocks noGrp="1"/>
          </p:cNvSpPr>
          <p:nvPr>
            <p:ph type="title"/>
          </p:nvPr>
        </p:nvSpPr>
        <p:spPr>
          <a:xfrm>
            <a:off x="4304371" y="22194"/>
            <a:ext cx="4534829" cy="838200"/>
          </a:xfrm>
        </p:spPr>
        <p:txBody>
          <a:bodyPr/>
          <a:lstStyle/>
          <a:p>
            <a:r>
              <a:rPr lang="en-US" dirty="0" smtClean="0"/>
              <a:t>Revised Values</a:t>
            </a:r>
            <a:endParaRPr lang="en-US" dirty="0"/>
          </a:p>
        </p:txBody>
      </p:sp>
      <p:sp>
        <p:nvSpPr>
          <p:cNvPr id="8" name="Slide Number Placeholder 7"/>
          <p:cNvSpPr>
            <a:spLocks noGrp="1"/>
          </p:cNvSpPr>
          <p:nvPr>
            <p:ph type="sldNum" sz="quarter" idx="11"/>
          </p:nvPr>
        </p:nvSpPr>
        <p:spPr/>
        <p:txBody>
          <a:bodyPr/>
          <a:lstStyle/>
          <a:p>
            <a:fld id="{A3C853D9-4DE0-4A26-B906-695C8063B4D6}" type="slidenum">
              <a:rPr lang="en-US" smtClean="0"/>
              <a:pPr/>
              <a:t>51</a:t>
            </a:fld>
            <a:endParaRPr lang="en-US"/>
          </a:p>
        </p:txBody>
      </p:sp>
      <p:sp>
        <p:nvSpPr>
          <p:cNvPr id="2" name="TextBox 1"/>
          <p:cNvSpPr txBox="1"/>
          <p:nvPr/>
        </p:nvSpPr>
        <p:spPr>
          <a:xfrm>
            <a:off x="3810000" y="6533496"/>
            <a:ext cx="3886200" cy="230832"/>
          </a:xfrm>
          <a:prstGeom prst="rect">
            <a:avLst/>
          </a:prstGeom>
          <a:noFill/>
        </p:spPr>
        <p:txBody>
          <a:bodyPr wrap="square" rtlCol="0">
            <a:spAutoFit/>
          </a:bodyPr>
          <a:lstStyle/>
          <a:p>
            <a:r>
              <a:rPr lang="en-US" sz="900" dirty="0" smtClean="0"/>
              <a:t>* </a:t>
            </a:r>
            <a:r>
              <a:rPr lang="en-US" sz="900" dirty="0" err="1" smtClean="0"/>
              <a:t>Matlab</a:t>
            </a:r>
            <a:r>
              <a:rPr lang="en-US" sz="900" dirty="0" smtClean="0"/>
              <a:t> Script to generate average HP at the end of the PowerPoint</a:t>
            </a:r>
            <a:endParaRPr lang="en-US" sz="900" dirty="0"/>
          </a:p>
        </p:txBody>
      </p:sp>
    </p:spTree>
    <p:extLst>
      <p:ext uri="{BB962C8B-B14F-4D97-AF65-F5344CB8AC3E}">
        <p14:creationId xmlns:p14="http://schemas.microsoft.com/office/powerpoint/2010/main" val="29367444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5590" y="923693"/>
            <a:ext cx="6705600" cy="6324600"/>
          </a:xfrm>
        </p:spPr>
        <p:txBody>
          <a:bodyPr/>
          <a:lstStyle/>
          <a:p>
            <a:r>
              <a:rPr lang="en-US" sz="2400" dirty="0" smtClean="0"/>
              <a:t>Still off!</a:t>
            </a:r>
          </a:p>
          <a:p>
            <a:r>
              <a:rPr lang="en-US" sz="2400" dirty="0" smtClean="0"/>
              <a:t>Some other reasons for bad results</a:t>
            </a:r>
          </a:p>
          <a:p>
            <a:pPr lvl="1"/>
            <a:r>
              <a:rPr lang="en-US" sz="2000" dirty="0" smtClean="0"/>
              <a:t>Weight Transfer</a:t>
            </a:r>
          </a:p>
          <a:p>
            <a:pPr lvl="1"/>
            <a:r>
              <a:rPr lang="en-US" sz="2000" dirty="0" smtClean="0"/>
              <a:t>Inertia to move the wheels</a:t>
            </a:r>
          </a:p>
          <a:p>
            <a:pPr lvl="1"/>
            <a:r>
              <a:rPr lang="en-US" sz="2000" dirty="0" err="1" smtClean="0"/>
              <a:t>Wheelspin</a:t>
            </a:r>
            <a:r>
              <a:rPr lang="en-US" sz="2000" dirty="0"/>
              <a:t> </a:t>
            </a:r>
            <a:r>
              <a:rPr lang="en-US" sz="2000" dirty="0" smtClean="0"/>
              <a:t>– This was minimized using Traction Control</a:t>
            </a:r>
          </a:p>
          <a:p>
            <a:pPr lvl="1"/>
            <a:r>
              <a:rPr lang="en-US" sz="2000" dirty="0" err="1" smtClean="0"/>
              <a:t>Gearchanges</a:t>
            </a:r>
            <a:endParaRPr lang="en-US" sz="2000" dirty="0" smtClean="0"/>
          </a:p>
          <a:p>
            <a:pPr lvl="2"/>
            <a:r>
              <a:rPr lang="en-US" sz="1800" dirty="0" smtClean="0"/>
              <a:t>Some cars needed 3 shifts to reach 60 mi/</a:t>
            </a:r>
            <a:r>
              <a:rPr lang="en-US" sz="1800" dirty="0" err="1" smtClean="0"/>
              <a:t>hr</a:t>
            </a:r>
            <a:endParaRPr lang="en-US" sz="1800" dirty="0"/>
          </a:p>
          <a:p>
            <a:pPr lvl="2"/>
            <a:r>
              <a:rPr lang="en-US" sz="1800" dirty="0" smtClean="0"/>
              <a:t>A fast shift for a manual transmission car is  0.250 seconds (http</a:t>
            </a:r>
            <a:r>
              <a:rPr lang="en-US" sz="1800" dirty="0"/>
              <a:t>://</a:t>
            </a:r>
            <a:r>
              <a:rPr lang="en-US" sz="1800" dirty="0" smtClean="0"/>
              <a:t>www.zeroshift.com/pdf/SPORT%20COMPACT%20CAR%20ARTICLE%2012-12-05.pdf)</a:t>
            </a:r>
          </a:p>
          <a:p>
            <a:pPr lvl="1"/>
            <a:r>
              <a:rPr lang="en-US" sz="2000" dirty="0" smtClean="0"/>
              <a:t>Optimal Launch – Each car would  benefit from testing different RPM levels to launch from</a:t>
            </a:r>
          </a:p>
          <a:p>
            <a:pPr lvl="2"/>
            <a:endParaRPr lang="en-US" sz="1800" dirty="0" smtClean="0"/>
          </a:p>
          <a:p>
            <a:pPr lvl="1"/>
            <a:endParaRPr lang="en-US" sz="2000" dirty="0"/>
          </a:p>
        </p:txBody>
      </p:sp>
      <p:sp>
        <p:nvSpPr>
          <p:cNvPr id="3" name="Title 2"/>
          <p:cNvSpPr>
            <a:spLocks noGrp="1"/>
          </p:cNvSpPr>
          <p:nvPr>
            <p:ph type="title"/>
          </p:nvPr>
        </p:nvSpPr>
        <p:spPr>
          <a:xfrm>
            <a:off x="3947532" y="0"/>
            <a:ext cx="4891668" cy="838200"/>
          </a:xfrm>
        </p:spPr>
        <p:txBody>
          <a:bodyPr/>
          <a:lstStyle/>
          <a:p>
            <a:r>
              <a:rPr lang="en-US" dirty="0" smtClean="0"/>
              <a:t>Better But…</a:t>
            </a:r>
            <a:endParaRPr lang="en-US" dirty="0"/>
          </a:p>
        </p:txBody>
      </p:sp>
      <p:sp>
        <p:nvSpPr>
          <p:cNvPr id="4" name="Slide Number Placeholder 3"/>
          <p:cNvSpPr>
            <a:spLocks noGrp="1"/>
          </p:cNvSpPr>
          <p:nvPr>
            <p:ph type="sldNum" sz="quarter" idx="11"/>
          </p:nvPr>
        </p:nvSpPr>
        <p:spPr/>
        <p:txBody>
          <a:bodyPr/>
          <a:lstStyle/>
          <a:p>
            <a:fld id="{A3C853D9-4DE0-4A26-B906-695C8063B4D6}" type="slidenum">
              <a:rPr lang="en-US" smtClean="0"/>
              <a:pPr/>
              <a:t>52</a:t>
            </a:fld>
            <a:endParaRPr lang="en-US"/>
          </a:p>
        </p:txBody>
      </p:sp>
    </p:spTree>
    <p:extLst>
      <p:ext uri="{BB962C8B-B14F-4D97-AF65-F5344CB8AC3E}">
        <p14:creationId xmlns:p14="http://schemas.microsoft.com/office/powerpoint/2010/main" val="378515009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equation used to calculate can be used as a rough estimate for 0-60 times</a:t>
            </a:r>
          </a:p>
          <a:p>
            <a:r>
              <a:rPr lang="en-US" dirty="0"/>
              <a:t>Correction factors for weight distribution, wheels that are powered, etc. could be developed to provide more accurate solutions.</a:t>
            </a:r>
          </a:p>
          <a:p>
            <a:endParaRPr lang="en-US" dirty="0"/>
          </a:p>
        </p:txBody>
      </p:sp>
      <p:sp>
        <p:nvSpPr>
          <p:cNvPr id="3" name="Title 2"/>
          <p:cNvSpPr>
            <a:spLocks noGrp="1"/>
          </p:cNvSpPr>
          <p:nvPr>
            <p:ph type="title"/>
          </p:nvPr>
        </p:nvSpPr>
        <p:spPr>
          <a:xfrm>
            <a:off x="4125951" y="76200"/>
            <a:ext cx="4637049" cy="609600"/>
          </a:xfrm>
        </p:spPr>
        <p:txBody>
          <a:bodyPr/>
          <a:lstStyle/>
          <a:p>
            <a:r>
              <a:rPr lang="en-US" dirty="0" smtClean="0"/>
              <a:t>Conclusions</a:t>
            </a:r>
            <a:endParaRPr lang="en-US" dirty="0"/>
          </a:p>
        </p:txBody>
      </p:sp>
      <p:sp>
        <p:nvSpPr>
          <p:cNvPr id="4" name="Slide Number Placeholder 3"/>
          <p:cNvSpPr>
            <a:spLocks noGrp="1"/>
          </p:cNvSpPr>
          <p:nvPr>
            <p:ph type="sldNum" sz="quarter" idx="11"/>
          </p:nvPr>
        </p:nvSpPr>
        <p:spPr/>
        <p:txBody>
          <a:bodyPr/>
          <a:lstStyle/>
          <a:p>
            <a:fld id="{A3C853D9-4DE0-4A26-B906-695C8063B4D6}" type="slidenum">
              <a:rPr lang="en-US" smtClean="0"/>
              <a:pPr/>
              <a:t>53</a:t>
            </a:fld>
            <a:endParaRPr lang="en-US"/>
          </a:p>
        </p:txBody>
      </p:sp>
    </p:spTree>
    <p:extLst>
      <p:ext uri="{BB962C8B-B14F-4D97-AF65-F5344CB8AC3E}">
        <p14:creationId xmlns:p14="http://schemas.microsoft.com/office/powerpoint/2010/main" val="65311894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52547" y="76200"/>
            <a:ext cx="6586654" cy="685800"/>
          </a:xfrm>
        </p:spPr>
        <p:txBody>
          <a:bodyPr>
            <a:normAutofit fontScale="90000"/>
          </a:bodyPr>
          <a:lstStyle/>
          <a:p>
            <a:r>
              <a:rPr lang="en-US" dirty="0" smtClean="0"/>
              <a:t>MATLAB Code For Engine</a:t>
            </a:r>
            <a:endParaRPr lang="en-US" dirty="0"/>
          </a:p>
        </p:txBody>
      </p:sp>
      <p:sp>
        <p:nvSpPr>
          <p:cNvPr id="4" name="TextBox 3"/>
          <p:cNvSpPr txBox="1"/>
          <p:nvPr/>
        </p:nvSpPr>
        <p:spPr>
          <a:xfrm>
            <a:off x="-32551" y="152400"/>
            <a:ext cx="5257800" cy="6463308"/>
          </a:xfrm>
          <a:prstGeom prst="rect">
            <a:avLst/>
          </a:prstGeom>
          <a:noFill/>
        </p:spPr>
        <p:txBody>
          <a:bodyPr wrap="square" rtlCol="0">
            <a:spAutoFit/>
          </a:bodyPr>
          <a:lstStyle/>
          <a:p>
            <a:r>
              <a:rPr lang="en-US" sz="900" dirty="0"/>
              <a:t>%% Michael </a:t>
            </a:r>
            <a:r>
              <a:rPr lang="en-US" sz="900" dirty="0" err="1"/>
              <a:t>Beeney</a:t>
            </a:r>
            <a:r>
              <a:rPr lang="en-US" sz="900" dirty="0"/>
              <a:t> </a:t>
            </a:r>
          </a:p>
          <a:p>
            <a:r>
              <a:rPr lang="en-US" sz="900" dirty="0"/>
              <a:t>% ME 452 Project</a:t>
            </a:r>
          </a:p>
          <a:p>
            <a:r>
              <a:rPr lang="en-US" sz="900" dirty="0"/>
              <a:t>% 4-20-2011</a:t>
            </a:r>
          </a:p>
          <a:p>
            <a:r>
              <a:rPr lang="en-US" sz="900" dirty="0"/>
              <a:t> </a:t>
            </a:r>
          </a:p>
          <a:p>
            <a:r>
              <a:rPr lang="en-US" sz="900" dirty="0"/>
              <a:t>close all</a:t>
            </a:r>
          </a:p>
          <a:p>
            <a:r>
              <a:rPr lang="en-US" sz="900" dirty="0"/>
              <a:t>clear all</a:t>
            </a:r>
          </a:p>
          <a:p>
            <a:r>
              <a:rPr lang="en-US" sz="900" dirty="0" err="1"/>
              <a:t>clc</a:t>
            </a:r>
            <a:endParaRPr lang="en-US" sz="900" dirty="0"/>
          </a:p>
          <a:p>
            <a:r>
              <a:rPr lang="en-US" sz="900" dirty="0"/>
              <a:t> </a:t>
            </a:r>
          </a:p>
          <a:p>
            <a:r>
              <a:rPr lang="en-US" sz="900" dirty="0"/>
              <a:t>% 0 -60 times, need average power</a:t>
            </a:r>
          </a:p>
          <a:p>
            <a:r>
              <a:rPr lang="en-US" sz="900" dirty="0"/>
              <a:t> </a:t>
            </a:r>
          </a:p>
          <a:p>
            <a:r>
              <a:rPr lang="en-US" sz="900" dirty="0"/>
              <a:t>redline = 6000</a:t>
            </a:r>
          </a:p>
          <a:p>
            <a:r>
              <a:rPr lang="en-US" sz="900" dirty="0" err="1"/>
              <a:t>omega_max</a:t>
            </a:r>
            <a:r>
              <a:rPr lang="en-US" sz="900" dirty="0"/>
              <a:t> = 5700</a:t>
            </a:r>
          </a:p>
          <a:p>
            <a:r>
              <a:rPr lang="en-US" sz="900" dirty="0" err="1"/>
              <a:t>P_max</a:t>
            </a:r>
            <a:r>
              <a:rPr lang="en-US" sz="900" dirty="0"/>
              <a:t> = 69</a:t>
            </a:r>
          </a:p>
          <a:p>
            <a:r>
              <a:rPr lang="en-US" sz="900" dirty="0"/>
              <a:t>%% constants for gas engine</a:t>
            </a:r>
          </a:p>
          <a:p>
            <a:r>
              <a:rPr lang="en-US" sz="900" dirty="0"/>
              <a:t> </a:t>
            </a:r>
          </a:p>
          <a:p>
            <a:r>
              <a:rPr lang="en-US" sz="900" dirty="0"/>
              <a:t>% P_0 = 0;</a:t>
            </a:r>
          </a:p>
          <a:p>
            <a:r>
              <a:rPr lang="en-US" sz="900" dirty="0"/>
              <a:t>% P_1 = .6*</a:t>
            </a:r>
            <a:r>
              <a:rPr lang="en-US" sz="900" dirty="0" err="1"/>
              <a:t>P_max</a:t>
            </a:r>
            <a:r>
              <a:rPr lang="en-US" sz="900" dirty="0"/>
              <a:t>/</a:t>
            </a:r>
            <a:r>
              <a:rPr lang="en-US" sz="900" dirty="0" err="1"/>
              <a:t>omega_max</a:t>
            </a:r>
            <a:r>
              <a:rPr lang="en-US" sz="900" dirty="0"/>
              <a:t>;</a:t>
            </a:r>
          </a:p>
          <a:p>
            <a:r>
              <a:rPr lang="en-US" sz="900" dirty="0"/>
              <a:t>% P_2 = 1.4*</a:t>
            </a:r>
            <a:r>
              <a:rPr lang="en-US" sz="900" dirty="0" err="1"/>
              <a:t>P_max</a:t>
            </a:r>
            <a:r>
              <a:rPr lang="en-US" sz="900" dirty="0"/>
              <a:t>/(omega_max^2);</a:t>
            </a:r>
          </a:p>
          <a:p>
            <a:r>
              <a:rPr lang="en-US" sz="900" dirty="0"/>
              <a:t>% P_3 = -1*</a:t>
            </a:r>
            <a:r>
              <a:rPr lang="en-US" sz="900" dirty="0" err="1"/>
              <a:t>P_max</a:t>
            </a:r>
            <a:r>
              <a:rPr lang="en-US" sz="900" dirty="0"/>
              <a:t>/(omega_max^3);</a:t>
            </a:r>
          </a:p>
          <a:p>
            <a:r>
              <a:rPr lang="en-US" sz="900" dirty="0"/>
              <a:t> </a:t>
            </a:r>
          </a:p>
          <a:p>
            <a:r>
              <a:rPr lang="en-US" sz="900" dirty="0"/>
              <a:t>%% Constants for diesel and hybrid cars</a:t>
            </a:r>
          </a:p>
          <a:p>
            <a:r>
              <a:rPr lang="en-US" sz="900" dirty="0"/>
              <a:t> </a:t>
            </a:r>
          </a:p>
          <a:p>
            <a:r>
              <a:rPr lang="en-US" sz="900" dirty="0"/>
              <a:t>P_0 = 0;</a:t>
            </a:r>
          </a:p>
          <a:p>
            <a:r>
              <a:rPr lang="en-US" sz="900" dirty="0"/>
              <a:t>P_1 = .87*</a:t>
            </a:r>
            <a:r>
              <a:rPr lang="en-US" sz="900" dirty="0" err="1"/>
              <a:t>P_max</a:t>
            </a:r>
            <a:r>
              <a:rPr lang="en-US" sz="900" dirty="0"/>
              <a:t>/</a:t>
            </a:r>
            <a:r>
              <a:rPr lang="en-US" sz="900" dirty="0" err="1"/>
              <a:t>omega_max</a:t>
            </a:r>
            <a:r>
              <a:rPr lang="en-US" sz="900" dirty="0"/>
              <a:t>;</a:t>
            </a:r>
          </a:p>
          <a:p>
            <a:r>
              <a:rPr lang="en-US" sz="900" dirty="0"/>
              <a:t>P_2 = 1.13*</a:t>
            </a:r>
            <a:r>
              <a:rPr lang="en-US" sz="900" dirty="0" err="1"/>
              <a:t>P_max</a:t>
            </a:r>
            <a:r>
              <a:rPr lang="en-US" sz="900" dirty="0"/>
              <a:t>/(omega_max^2);</a:t>
            </a:r>
          </a:p>
          <a:p>
            <a:r>
              <a:rPr lang="en-US" sz="900" dirty="0"/>
              <a:t>P_3 = -1*</a:t>
            </a:r>
            <a:r>
              <a:rPr lang="en-US" sz="900" dirty="0" err="1"/>
              <a:t>P_max</a:t>
            </a:r>
            <a:r>
              <a:rPr lang="en-US" sz="900" dirty="0"/>
              <a:t>/(omega_max^3);</a:t>
            </a:r>
          </a:p>
          <a:p>
            <a:r>
              <a:rPr lang="en-US" sz="900" dirty="0"/>
              <a:t> </a:t>
            </a:r>
          </a:p>
          <a:p>
            <a:r>
              <a:rPr lang="en-US" sz="900" dirty="0"/>
              <a:t>%% </a:t>
            </a:r>
            <a:r>
              <a:rPr lang="en-US" sz="900" dirty="0" err="1"/>
              <a:t>calcs</a:t>
            </a:r>
            <a:endParaRPr lang="en-US" sz="900" dirty="0"/>
          </a:p>
          <a:p>
            <a:r>
              <a:rPr lang="en-US" sz="900" dirty="0"/>
              <a:t> </a:t>
            </a:r>
          </a:p>
          <a:p>
            <a:r>
              <a:rPr lang="en-US" sz="900" dirty="0" err="1"/>
              <a:t>P_e</a:t>
            </a:r>
            <a:r>
              <a:rPr lang="en-US" sz="900" dirty="0"/>
              <a:t> = zeros(1,redline);</a:t>
            </a:r>
          </a:p>
          <a:p>
            <a:r>
              <a:rPr lang="en-US" sz="900" dirty="0" err="1"/>
              <a:t>omega_x</a:t>
            </a:r>
            <a:r>
              <a:rPr lang="en-US" sz="900" dirty="0"/>
              <a:t> = zeros(1,redline);</a:t>
            </a:r>
          </a:p>
          <a:p>
            <a:r>
              <a:rPr lang="en-US" sz="900" dirty="0"/>
              <a:t>for n = 1:redline</a:t>
            </a:r>
          </a:p>
          <a:p>
            <a:r>
              <a:rPr lang="en-US" sz="900" dirty="0"/>
              <a:t>omega = n;</a:t>
            </a:r>
          </a:p>
          <a:p>
            <a:r>
              <a:rPr lang="en-US" sz="900" dirty="0" err="1"/>
              <a:t>omega_x</a:t>
            </a:r>
            <a:r>
              <a:rPr lang="en-US" sz="900" dirty="0"/>
              <a:t>(n) = n;</a:t>
            </a:r>
          </a:p>
          <a:p>
            <a:r>
              <a:rPr lang="pt-BR" sz="900" dirty="0"/>
              <a:t>P_e(n) = P_0 + P_1*omega + P_2*(omega^2) + P_3*(omega^3);</a:t>
            </a:r>
          </a:p>
          <a:p>
            <a:r>
              <a:rPr lang="en-US" sz="900" dirty="0"/>
              <a:t>end</a:t>
            </a:r>
          </a:p>
          <a:p>
            <a:r>
              <a:rPr lang="en-US" sz="900" dirty="0"/>
              <a:t> </a:t>
            </a:r>
          </a:p>
          <a:p>
            <a:r>
              <a:rPr lang="en-US" sz="900" dirty="0" err="1"/>
              <a:t>P_avg</a:t>
            </a:r>
            <a:r>
              <a:rPr lang="en-US" sz="900" dirty="0"/>
              <a:t> = mean(</a:t>
            </a:r>
            <a:r>
              <a:rPr lang="en-US" sz="900" dirty="0" err="1"/>
              <a:t>P_e</a:t>
            </a:r>
            <a:r>
              <a:rPr lang="en-US" sz="900" dirty="0"/>
              <a:t>)</a:t>
            </a:r>
          </a:p>
          <a:p>
            <a:r>
              <a:rPr lang="en-US" sz="900" dirty="0"/>
              <a:t> </a:t>
            </a:r>
          </a:p>
          <a:p>
            <a:r>
              <a:rPr lang="en-US" sz="900" dirty="0"/>
              <a:t>%% plot</a:t>
            </a:r>
          </a:p>
          <a:p>
            <a:r>
              <a:rPr lang="en-US" sz="900" dirty="0"/>
              <a:t>figure</a:t>
            </a:r>
          </a:p>
          <a:p>
            <a:r>
              <a:rPr lang="en-US" sz="900" dirty="0"/>
              <a:t>plot(</a:t>
            </a:r>
            <a:r>
              <a:rPr lang="en-US" sz="900" dirty="0" err="1"/>
              <a:t>omega_x</a:t>
            </a:r>
            <a:r>
              <a:rPr lang="en-US" sz="900" dirty="0"/>
              <a:t>, </a:t>
            </a:r>
            <a:r>
              <a:rPr lang="en-US" sz="900" dirty="0" err="1"/>
              <a:t>P_e,'k</a:t>
            </a:r>
            <a:r>
              <a:rPr lang="en-US" sz="900" dirty="0"/>
              <a:t>')</a:t>
            </a:r>
          </a:p>
          <a:p>
            <a:r>
              <a:rPr lang="en-US" sz="900" dirty="0"/>
              <a:t>title('</a:t>
            </a:r>
            <a:r>
              <a:rPr lang="en-US" sz="900" dirty="0" err="1"/>
              <a:t>Dyno</a:t>
            </a:r>
            <a:r>
              <a:rPr lang="en-US" sz="900" dirty="0"/>
              <a:t> Plot estimate')</a:t>
            </a:r>
          </a:p>
          <a:p>
            <a:r>
              <a:rPr lang="en-US" sz="900" dirty="0" err="1"/>
              <a:t>xlabel</a:t>
            </a:r>
            <a:r>
              <a:rPr lang="en-US" sz="900" dirty="0"/>
              <a:t>('\</a:t>
            </a:r>
            <a:r>
              <a:rPr lang="en-US" sz="900" dirty="0" err="1"/>
              <a:t>omega_n</a:t>
            </a:r>
            <a:r>
              <a:rPr lang="en-US" sz="900" dirty="0"/>
              <a:t>, Engine speed, RPM')</a:t>
            </a:r>
          </a:p>
          <a:p>
            <a:r>
              <a:rPr lang="en-US" sz="900" dirty="0" err="1"/>
              <a:t>ylabel</a:t>
            </a:r>
            <a:r>
              <a:rPr lang="en-US" sz="900" dirty="0"/>
              <a:t>('POWAHHH Horsepower')</a:t>
            </a:r>
          </a:p>
          <a:p>
            <a:endParaRPr lang="en-US" sz="900" dirty="0"/>
          </a:p>
        </p:txBody>
      </p:sp>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419600" y="685800"/>
            <a:ext cx="447675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1"/>
          </p:nvPr>
        </p:nvSpPr>
        <p:spPr/>
        <p:txBody>
          <a:bodyPr/>
          <a:lstStyle/>
          <a:p>
            <a:fld id="{A3C853D9-4DE0-4A26-B906-695C8063B4D6}" type="slidenum">
              <a:rPr lang="en-US" smtClean="0"/>
              <a:pPr/>
              <a:t>54</a:t>
            </a:fld>
            <a:endParaRPr lang="en-US"/>
          </a:p>
        </p:txBody>
      </p:sp>
    </p:spTree>
    <p:extLst>
      <p:ext uri="{BB962C8B-B14F-4D97-AF65-F5344CB8AC3E}">
        <p14:creationId xmlns:p14="http://schemas.microsoft.com/office/powerpoint/2010/main" val="147043202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pPr eaLnBrk="1" hangingPunct="1"/>
            <a:r>
              <a:rPr lang="en-US" smtClean="0"/>
              <a:t>Automotive Vehicle Dynamics</a:t>
            </a:r>
          </a:p>
        </p:txBody>
      </p:sp>
      <p:sp>
        <p:nvSpPr>
          <p:cNvPr id="5123" name="Rectangle 3"/>
          <p:cNvSpPr>
            <a:spLocks noGrp="1" noChangeArrowheads="1"/>
          </p:cNvSpPr>
          <p:nvPr>
            <p:ph type="subTitle" idx="1"/>
          </p:nvPr>
        </p:nvSpPr>
        <p:spPr>
          <a:xfrm>
            <a:off x="1371600" y="3886200"/>
            <a:ext cx="6400800" cy="2273300"/>
          </a:xfrm>
        </p:spPr>
        <p:txBody>
          <a:bodyPr/>
          <a:lstStyle/>
          <a:p>
            <a:pPr eaLnBrk="1" hangingPunct="1">
              <a:lnSpc>
                <a:spcPct val="80000"/>
              </a:lnSpc>
            </a:pPr>
            <a:r>
              <a:rPr lang="en-US" sz="1800" b="1" smtClean="0">
                <a:solidFill>
                  <a:schemeClr val="tx1"/>
                </a:solidFill>
              </a:rPr>
              <a:t>Dynamometers</a:t>
            </a:r>
            <a:endParaRPr lang="en-US" sz="800" smtClean="0">
              <a:solidFill>
                <a:srgbClr val="898989"/>
              </a:solidFill>
            </a:endParaRPr>
          </a:p>
          <a:p>
            <a:pPr eaLnBrk="1" hangingPunct="1">
              <a:lnSpc>
                <a:spcPct val="80000"/>
              </a:lnSpc>
            </a:pPr>
            <a:endParaRPr lang="en-US" sz="800" smtClean="0">
              <a:solidFill>
                <a:srgbClr val="898989"/>
              </a:solidFill>
            </a:endParaRPr>
          </a:p>
          <a:p>
            <a:pPr eaLnBrk="1" hangingPunct="1">
              <a:lnSpc>
                <a:spcPct val="80000"/>
              </a:lnSpc>
            </a:pPr>
            <a:r>
              <a:rPr lang="en-US" sz="1300" smtClean="0">
                <a:solidFill>
                  <a:srgbClr val="898989"/>
                </a:solidFill>
              </a:rPr>
              <a:t>Sean Brennan</a:t>
            </a:r>
          </a:p>
          <a:p>
            <a:pPr eaLnBrk="1" hangingPunct="1">
              <a:lnSpc>
                <a:spcPct val="80000"/>
              </a:lnSpc>
            </a:pPr>
            <a:r>
              <a:rPr lang="en-US" sz="1100" smtClean="0">
                <a:solidFill>
                  <a:srgbClr val="898989"/>
                </a:solidFill>
              </a:rPr>
              <a:t>Department of Mechanical and Nuclear Engineering</a:t>
            </a:r>
          </a:p>
          <a:p>
            <a:pPr eaLnBrk="1" hangingPunct="1">
              <a:lnSpc>
                <a:spcPct val="80000"/>
              </a:lnSpc>
            </a:pPr>
            <a:r>
              <a:rPr lang="en-US" sz="1100" smtClean="0">
                <a:solidFill>
                  <a:srgbClr val="898989"/>
                </a:solidFill>
              </a:rPr>
              <a:t>Penn State University</a:t>
            </a:r>
          </a:p>
          <a:p>
            <a:pPr eaLnBrk="1" hangingPunct="1">
              <a:lnSpc>
                <a:spcPct val="80000"/>
              </a:lnSpc>
            </a:pPr>
            <a:r>
              <a:rPr lang="en-US" sz="1100" smtClean="0">
                <a:solidFill>
                  <a:srgbClr val="898989"/>
                </a:solidFill>
              </a:rPr>
              <a:t>sbrennan@psu.edu</a:t>
            </a:r>
          </a:p>
          <a:p>
            <a:pPr eaLnBrk="1" hangingPunct="1">
              <a:lnSpc>
                <a:spcPct val="80000"/>
              </a:lnSpc>
            </a:pPr>
            <a:endParaRPr lang="en-US" sz="800" smtClean="0">
              <a:solidFill>
                <a:srgbClr val="898989"/>
              </a:solidFill>
            </a:endParaRPr>
          </a:p>
          <a:p>
            <a:pPr eaLnBrk="1" hangingPunct="1">
              <a:lnSpc>
                <a:spcPct val="80000"/>
              </a:lnSpc>
            </a:pPr>
            <a:endParaRPr lang="en-US" sz="800" smtClean="0">
              <a:solidFill>
                <a:srgbClr val="898989"/>
              </a:solidFill>
            </a:endParaRPr>
          </a:p>
          <a:p>
            <a:pPr eaLnBrk="1" hangingPunct="1">
              <a:lnSpc>
                <a:spcPct val="80000"/>
              </a:lnSpc>
            </a:pPr>
            <a:r>
              <a:rPr lang="en-US" sz="800" smtClean="0">
                <a:solidFill>
                  <a:srgbClr val="898989"/>
                </a:solidFill>
              </a:rPr>
              <a:t>Copyright </a:t>
            </a:r>
            <a:r>
              <a:rPr lang="en-US" sz="800" smtClean="0">
                <a:solidFill>
                  <a:srgbClr val="898989"/>
                </a:solidFill>
                <a:cs typeface="Times New Roman" pitchFamily="18" charset="0"/>
              </a:rPr>
              <a:t>© 2010  Sean Brennan</a:t>
            </a:r>
          </a:p>
          <a:p>
            <a:pPr eaLnBrk="1" hangingPunct="1">
              <a:lnSpc>
                <a:spcPct val="80000"/>
              </a:lnSpc>
            </a:pPr>
            <a:endParaRPr lang="en-US" sz="800" smtClean="0">
              <a:solidFill>
                <a:srgbClr val="898989"/>
              </a:solidFill>
            </a:endParaRPr>
          </a:p>
          <a:p>
            <a:pPr eaLnBrk="1" hangingPunct="1">
              <a:lnSpc>
                <a:spcPct val="80000"/>
              </a:lnSpc>
            </a:pPr>
            <a:r>
              <a:rPr lang="en-US" sz="800" smtClean="0">
                <a:solidFill>
                  <a:srgbClr val="898989"/>
                </a:solidFill>
              </a:rPr>
              <a:t>Created By Andrew Troutman, Spring 2011</a:t>
            </a:r>
          </a:p>
          <a:p>
            <a:pPr eaLnBrk="1" hangingPunct="1">
              <a:lnSpc>
                <a:spcPct val="80000"/>
              </a:lnSpc>
            </a:pPr>
            <a:endParaRPr lang="en-US" sz="800" smtClean="0">
              <a:solidFill>
                <a:srgbClr val="898989"/>
              </a:solidFill>
            </a:endParaRPr>
          </a:p>
        </p:txBody>
      </p:sp>
      <p:pic>
        <p:nvPicPr>
          <p:cNvPr id="5124" name="Picture 8" descr="http://i00.i.aliimg.com/photo/v0/106051676/Mainline_Dynolog_Dynamometers.jpg"/>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524500" y="460375"/>
            <a:ext cx="2871788" cy="191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10" descr="http://www.wk2jeeps.com/engine/3.6_liter_pentastar_graph_01.jpg"/>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39725" y="384175"/>
            <a:ext cx="3468688"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76501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201613" y="0"/>
            <a:ext cx="7772400" cy="930275"/>
          </a:xfrm>
        </p:spPr>
        <p:txBody>
          <a:bodyPr/>
          <a:lstStyle/>
          <a:p>
            <a:pPr algn="l"/>
            <a:r>
              <a:rPr lang="en-US" smtClean="0"/>
              <a:t>What’s a Dynamometer?</a:t>
            </a:r>
          </a:p>
        </p:txBody>
      </p:sp>
      <p:sp>
        <p:nvSpPr>
          <p:cNvPr id="6147" name="Subtitle 2"/>
          <p:cNvSpPr>
            <a:spLocks noGrp="1"/>
          </p:cNvSpPr>
          <p:nvPr>
            <p:ph type="subTitle" idx="1"/>
          </p:nvPr>
        </p:nvSpPr>
        <p:spPr>
          <a:xfrm>
            <a:off x="763588" y="1219200"/>
            <a:ext cx="6932612" cy="5638800"/>
          </a:xfrm>
        </p:spPr>
        <p:txBody>
          <a:bodyPr/>
          <a:lstStyle/>
          <a:p>
            <a:pPr marL="514350" indent="-514350" algn="l">
              <a:buFont typeface="Calibri" pitchFamily="34" charset="0"/>
              <a:buAutoNum type="arabicPeriod"/>
            </a:pPr>
            <a:endParaRPr lang="en-US" sz="1000" smtClean="0">
              <a:solidFill>
                <a:schemeClr val="tx1"/>
              </a:solidFill>
            </a:endParaRPr>
          </a:p>
          <a:p>
            <a:pPr marL="514350" indent="-514350"/>
            <a:endParaRPr lang="en-US" smtClean="0">
              <a:solidFill>
                <a:schemeClr val="tx1"/>
              </a:solidFill>
            </a:endParaRPr>
          </a:p>
          <a:p>
            <a:pPr marL="971550" lvl="1" indent="-514350" algn="l"/>
            <a:r>
              <a:rPr lang="en-US" smtClean="0">
                <a:solidFill>
                  <a:schemeClr val="tx1"/>
                </a:solidFill>
              </a:rPr>
              <a:t>	</a:t>
            </a:r>
          </a:p>
          <a:p>
            <a:pPr marL="514350" indent="-514350"/>
            <a:endParaRPr lang="en-US" sz="2200" smtClean="0">
              <a:solidFill>
                <a:schemeClr val="tx1"/>
              </a:solidFill>
            </a:endParaRPr>
          </a:p>
        </p:txBody>
      </p:sp>
      <p:sp>
        <p:nvSpPr>
          <p:cNvPr id="4" name="Title 1"/>
          <p:cNvSpPr txBox="1">
            <a:spLocks/>
          </p:cNvSpPr>
          <p:nvPr/>
        </p:nvSpPr>
        <p:spPr>
          <a:xfrm>
            <a:off x="685800" y="2971800"/>
            <a:ext cx="7772400" cy="1470025"/>
          </a:xfrm>
          <a:prstGeom prst="rect">
            <a:avLst/>
          </a:prstGeom>
        </p:spPr>
        <p:txBody>
          <a:bodyPr anchor="ctr">
            <a:normAutofit/>
          </a:bodyPr>
          <a:lstStyle/>
          <a:p>
            <a:pPr fontAlgn="auto">
              <a:spcAft>
                <a:spcPts val="0"/>
              </a:spcAft>
              <a:defRPr/>
            </a:pPr>
            <a:endParaRPr lang="en-US" sz="4400" dirty="0">
              <a:latin typeface="+mj-lt"/>
              <a:ea typeface="+mj-ea"/>
              <a:cs typeface="+mj-cs"/>
            </a:endParaRPr>
          </a:p>
        </p:txBody>
      </p:sp>
      <p:sp>
        <p:nvSpPr>
          <p:cNvPr id="6149" name="TextBox 1"/>
          <p:cNvSpPr txBox="1">
            <a:spLocks noChangeArrowheads="1"/>
          </p:cNvSpPr>
          <p:nvPr/>
        </p:nvSpPr>
        <p:spPr bwMode="auto">
          <a:xfrm>
            <a:off x="377825" y="1012825"/>
            <a:ext cx="83058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algn="ctr" eaLnBrk="1" hangingPunct="1"/>
            <a:r>
              <a:rPr lang="en-US"/>
              <a:t>Definition: Any of several instruments used to measure mechanical power</a:t>
            </a:r>
          </a:p>
          <a:p>
            <a:pPr algn="ctr" eaLnBrk="1" hangingPunct="1"/>
            <a:endParaRPr lang="en-US"/>
          </a:p>
          <a:p>
            <a:pPr algn="ctr" eaLnBrk="1" hangingPunct="1"/>
            <a:r>
              <a:rPr lang="en-US"/>
              <a:t>In vehicle dynamics, we are interested in how much power and torque a vehicle can output and at what engine speed</a:t>
            </a:r>
          </a:p>
        </p:txBody>
      </p:sp>
      <p:pic>
        <p:nvPicPr>
          <p:cNvPr id="6150"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98425" y="3287713"/>
            <a:ext cx="4262438"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1" name="TextBox 2"/>
          <p:cNvSpPr txBox="1">
            <a:spLocks noChangeArrowheads="1"/>
          </p:cNvSpPr>
          <p:nvPr/>
        </p:nvSpPr>
        <p:spPr bwMode="auto">
          <a:xfrm>
            <a:off x="4530725" y="4284663"/>
            <a:ext cx="4243388"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a:t>HP and Torque plots are usually plotted together with RPM plotted on the x-axis</a:t>
            </a:r>
          </a:p>
        </p:txBody>
      </p:sp>
    </p:spTree>
    <p:extLst>
      <p:ext uri="{BB962C8B-B14F-4D97-AF65-F5344CB8AC3E}">
        <p14:creationId xmlns:p14="http://schemas.microsoft.com/office/powerpoint/2010/main" val="112230450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ctrTitle"/>
          </p:nvPr>
        </p:nvSpPr>
        <p:spPr>
          <a:xfrm>
            <a:off x="685800" y="0"/>
            <a:ext cx="7772400" cy="1470025"/>
          </a:xfrm>
        </p:spPr>
        <p:txBody>
          <a:bodyPr/>
          <a:lstStyle/>
          <a:p>
            <a:pPr algn="l"/>
            <a:r>
              <a:rPr lang="en-US" smtClean="0"/>
              <a:t>Dynamometer Types</a:t>
            </a:r>
          </a:p>
        </p:txBody>
      </p:sp>
      <p:sp>
        <p:nvSpPr>
          <p:cNvPr id="7171" name="Subtitle 2"/>
          <p:cNvSpPr>
            <a:spLocks noGrp="1"/>
          </p:cNvSpPr>
          <p:nvPr>
            <p:ph type="subTitle" idx="1"/>
          </p:nvPr>
        </p:nvSpPr>
        <p:spPr>
          <a:xfrm>
            <a:off x="763588" y="1219200"/>
            <a:ext cx="6932612" cy="5638800"/>
          </a:xfrm>
        </p:spPr>
        <p:txBody>
          <a:bodyPr/>
          <a:lstStyle/>
          <a:p>
            <a:pPr marL="514350" indent="-514350" algn="l">
              <a:buFont typeface="Calibri" pitchFamily="34" charset="0"/>
              <a:buAutoNum type="arabicPeriod"/>
            </a:pPr>
            <a:r>
              <a:rPr lang="en-US" smtClean="0">
                <a:solidFill>
                  <a:schemeClr val="tx1"/>
                </a:solidFill>
              </a:rPr>
              <a:t>Steady-State</a:t>
            </a:r>
          </a:p>
          <a:p>
            <a:pPr marL="514350" indent="-514350" algn="l">
              <a:buFont typeface="Calibri" pitchFamily="34" charset="0"/>
              <a:buAutoNum type="arabicPeriod"/>
            </a:pPr>
            <a:r>
              <a:rPr lang="en-US" smtClean="0">
                <a:solidFill>
                  <a:schemeClr val="tx1"/>
                </a:solidFill>
              </a:rPr>
              <a:t>Inertial</a:t>
            </a:r>
          </a:p>
          <a:p>
            <a:pPr marL="514350" indent="-514350" algn="l">
              <a:buFont typeface="Calibri" pitchFamily="34" charset="0"/>
              <a:buAutoNum type="arabicPeriod"/>
            </a:pPr>
            <a:endParaRPr lang="en-US" sz="1000" smtClean="0">
              <a:solidFill>
                <a:schemeClr val="tx1"/>
              </a:solidFill>
            </a:endParaRPr>
          </a:p>
          <a:p>
            <a:pPr marL="514350" indent="-514350"/>
            <a:endParaRPr lang="en-US" smtClean="0">
              <a:solidFill>
                <a:schemeClr val="tx1"/>
              </a:solidFill>
            </a:endParaRPr>
          </a:p>
          <a:p>
            <a:pPr marL="971550" lvl="1" indent="-514350" algn="l"/>
            <a:r>
              <a:rPr lang="en-US" smtClean="0">
                <a:solidFill>
                  <a:schemeClr val="tx1"/>
                </a:solidFill>
              </a:rPr>
              <a:t>	</a:t>
            </a:r>
          </a:p>
          <a:p>
            <a:pPr marL="514350" indent="-514350"/>
            <a:endParaRPr lang="en-US" sz="2200" smtClean="0">
              <a:solidFill>
                <a:schemeClr val="tx1"/>
              </a:solidFill>
            </a:endParaRPr>
          </a:p>
        </p:txBody>
      </p:sp>
      <p:sp>
        <p:nvSpPr>
          <p:cNvPr id="4" name="Title 1"/>
          <p:cNvSpPr txBox="1">
            <a:spLocks/>
          </p:cNvSpPr>
          <p:nvPr/>
        </p:nvSpPr>
        <p:spPr>
          <a:xfrm>
            <a:off x="685800" y="2971800"/>
            <a:ext cx="7772400" cy="1470025"/>
          </a:xfrm>
          <a:prstGeom prst="rect">
            <a:avLst/>
          </a:prstGeom>
        </p:spPr>
        <p:txBody>
          <a:bodyPr anchor="ctr">
            <a:normAutofit/>
          </a:bodyPr>
          <a:lstStyle/>
          <a:p>
            <a:pPr fontAlgn="auto">
              <a:spcAft>
                <a:spcPts val="0"/>
              </a:spcAft>
              <a:defRPr/>
            </a:pPr>
            <a:endParaRPr lang="en-US" sz="4400" dirty="0">
              <a:latin typeface="+mj-lt"/>
              <a:ea typeface="+mj-ea"/>
              <a:cs typeface="+mj-cs"/>
            </a:endParaRPr>
          </a:p>
        </p:txBody>
      </p:sp>
      <p:pic>
        <p:nvPicPr>
          <p:cNvPr id="7173" name="Picture 7" descr="C:\Users\desktop\Desktop\dyno_1920_1440_edit.jpg"/>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20700" y="3116263"/>
            <a:ext cx="3846513" cy="295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8"/>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629150" y="1270000"/>
            <a:ext cx="4010025" cy="310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371648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ctrTitle"/>
          </p:nvPr>
        </p:nvSpPr>
        <p:spPr>
          <a:xfrm>
            <a:off x="685800" y="0"/>
            <a:ext cx="7772400" cy="1470025"/>
          </a:xfrm>
        </p:spPr>
        <p:txBody>
          <a:bodyPr/>
          <a:lstStyle/>
          <a:p>
            <a:pPr algn="l"/>
            <a:r>
              <a:rPr lang="en-US" smtClean="0"/>
              <a:t>Steady State Dynamometer</a:t>
            </a:r>
          </a:p>
        </p:txBody>
      </p:sp>
      <p:sp>
        <p:nvSpPr>
          <p:cNvPr id="12291" name="Subtitle 2"/>
          <p:cNvSpPr>
            <a:spLocks noGrp="1"/>
          </p:cNvSpPr>
          <p:nvPr>
            <p:ph type="subTitle" idx="1"/>
          </p:nvPr>
        </p:nvSpPr>
        <p:spPr>
          <a:xfrm>
            <a:off x="317500" y="1219200"/>
            <a:ext cx="8585200" cy="5638800"/>
          </a:xfrm>
        </p:spPr>
        <p:txBody>
          <a:bodyPr/>
          <a:lstStyle/>
          <a:p>
            <a:pPr algn="l">
              <a:defRPr/>
            </a:pPr>
            <a:r>
              <a:rPr lang="en-US" dirty="0" smtClean="0">
                <a:solidFill>
                  <a:schemeClr val="tx1"/>
                </a:solidFill>
              </a:rPr>
              <a:t>Dissipates vehicle power through heat creation and/or electricity generation</a:t>
            </a:r>
          </a:p>
          <a:p>
            <a:pPr algn="l">
              <a:defRPr/>
            </a:pPr>
            <a:endParaRPr lang="en-US" dirty="0">
              <a:solidFill>
                <a:schemeClr val="tx1"/>
              </a:solidFill>
            </a:endParaRPr>
          </a:p>
          <a:p>
            <a:pPr algn="l">
              <a:defRPr/>
            </a:pPr>
            <a:r>
              <a:rPr lang="en-US" sz="2400" dirty="0" smtClean="0">
                <a:solidFill>
                  <a:schemeClr val="tx1"/>
                </a:solidFill>
              </a:rPr>
              <a:t>Pros: </a:t>
            </a:r>
          </a:p>
          <a:p>
            <a:pPr marL="342900" indent="-342900" algn="l">
              <a:buFont typeface="Arial" pitchFamily="34" charset="0"/>
              <a:buChar char="•"/>
              <a:defRPr/>
            </a:pPr>
            <a:r>
              <a:rPr lang="en-US" sz="2400" dirty="0" smtClean="0">
                <a:solidFill>
                  <a:schemeClr val="tx1"/>
                </a:solidFill>
              </a:rPr>
              <a:t>Power and torque data can be gathered at steady state speeds</a:t>
            </a:r>
          </a:p>
          <a:p>
            <a:pPr marL="342900" indent="-342900" algn="l">
              <a:buFont typeface="Arial" pitchFamily="34" charset="0"/>
              <a:buChar char="•"/>
              <a:defRPr/>
            </a:pPr>
            <a:r>
              <a:rPr lang="en-US" sz="2400" dirty="0" smtClean="0">
                <a:solidFill>
                  <a:schemeClr val="tx1"/>
                </a:solidFill>
              </a:rPr>
              <a:t> Can handle large vehicles</a:t>
            </a:r>
            <a:endParaRPr lang="en-US" sz="2400" dirty="0">
              <a:solidFill>
                <a:schemeClr val="tx1"/>
              </a:solidFill>
            </a:endParaRPr>
          </a:p>
          <a:p>
            <a:pPr algn="l">
              <a:defRPr/>
            </a:pPr>
            <a:r>
              <a:rPr lang="en-US" sz="2400" dirty="0" smtClean="0">
                <a:solidFill>
                  <a:schemeClr val="tx1"/>
                </a:solidFill>
              </a:rPr>
              <a:t>Cons: </a:t>
            </a:r>
          </a:p>
          <a:p>
            <a:pPr marL="342900" indent="-342900" algn="l">
              <a:buFont typeface="Arial" pitchFamily="34" charset="0"/>
              <a:buChar char="•"/>
              <a:defRPr/>
            </a:pPr>
            <a:r>
              <a:rPr lang="en-US" sz="2400" dirty="0" smtClean="0">
                <a:solidFill>
                  <a:schemeClr val="tx1"/>
                </a:solidFill>
              </a:rPr>
              <a:t>Expensive and Complex</a:t>
            </a:r>
            <a:endParaRPr lang="en-US" sz="2400" dirty="0">
              <a:solidFill>
                <a:schemeClr val="tx1"/>
              </a:solidFill>
            </a:endParaRPr>
          </a:p>
          <a:p>
            <a:pPr algn="l">
              <a:defRPr/>
            </a:pPr>
            <a:endParaRPr lang="en-US" dirty="0" smtClean="0">
              <a:solidFill>
                <a:schemeClr val="tx1"/>
              </a:solidFill>
            </a:endParaRPr>
          </a:p>
          <a:p>
            <a:pPr marL="514350" indent="-514350">
              <a:defRPr/>
            </a:pPr>
            <a:endParaRPr lang="en-US" sz="2200" dirty="0" smtClean="0">
              <a:solidFill>
                <a:schemeClr val="tx1"/>
              </a:solidFill>
            </a:endParaRPr>
          </a:p>
        </p:txBody>
      </p:sp>
      <p:sp>
        <p:nvSpPr>
          <p:cNvPr id="4" name="Title 1"/>
          <p:cNvSpPr txBox="1">
            <a:spLocks/>
          </p:cNvSpPr>
          <p:nvPr/>
        </p:nvSpPr>
        <p:spPr>
          <a:xfrm>
            <a:off x="685800" y="2971800"/>
            <a:ext cx="7772400" cy="1470025"/>
          </a:xfrm>
          <a:prstGeom prst="rect">
            <a:avLst/>
          </a:prstGeom>
        </p:spPr>
        <p:txBody>
          <a:bodyPr anchor="ctr">
            <a:normAutofit/>
          </a:bodyPr>
          <a:lstStyle/>
          <a:p>
            <a:pPr fontAlgn="auto">
              <a:spcAft>
                <a:spcPts val="0"/>
              </a:spcAft>
              <a:defRPr/>
            </a:pPr>
            <a:endParaRPr lang="en-US" sz="4400" dirty="0">
              <a:latin typeface="+mj-lt"/>
              <a:ea typeface="+mj-ea"/>
              <a:cs typeface="+mj-cs"/>
            </a:endParaRPr>
          </a:p>
        </p:txBody>
      </p:sp>
    </p:spTree>
    <p:extLst>
      <p:ext uri="{BB962C8B-B14F-4D97-AF65-F5344CB8AC3E}">
        <p14:creationId xmlns:p14="http://schemas.microsoft.com/office/powerpoint/2010/main" val="94558720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19100" y="77788"/>
            <a:ext cx="8229600" cy="874712"/>
          </a:xfrm>
        </p:spPr>
        <p:txBody>
          <a:bodyPr/>
          <a:lstStyle/>
          <a:p>
            <a:pPr algn="l"/>
            <a:r>
              <a:rPr lang="en-US" smtClean="0"/>
              <a:t>S.S. Dynamometer Dynamics</a:t>
            </a:r>
          </a:p>
        </p:txBody>
      </p:sp>
      <p:pic>
        <p:nvPicPr>
          <p:cNvPr id="9219" name="Content Placeholder 3"/>
          <p:cNvPicPr>
            <a:picLocks noGrp="1" noChangeAspect="1"/>
          </p:cNvPicPr>
          <p:nvPr>
            <p:ph idx="1"/>
          </p:nvPr>
        </p:nvPicPr>
        <p:blipFill>
          <a:blip r:embed="rId3" cstate="print">
            <a:extLst>
              <a:ext uri="{28A0092B-C50C-407E-A947-70E740481C1C}">
                <a14:useLocalDpi xmlns:a14="http://schemas.microsoft.com/office/drawing/2010/main"/>
              </a:ext>
            </a:extLst>
          </a:blip>
          <a:srcRect/>
          <a:stretch>
            <a:fillRect/>
          </a:stretch>
        </p:blipFill>
        <p:spPr>
          <a:xfrm>
            <a:off x="0" y="1260475"/>
            <a:ext cx="3981450" cy="4525963"/>
          </a:xfrm>
        </p:spPr>
      </p:pic>
      <p:sp>
        <p:nvSpPr>
          <p:cNvPr id="9220" name="TextBox 4"/>
          <p:cNvSpPr txBox="1">
            <a:spLocks noChangeArrowheads="1"/>
          </p:cNvSpPr>
          <p:nvPr/>
        </p:nvSpPr>
        <p:spPr bwMode="auto">
          <a:xfrm>
            <a:off x="4813300" y="3683000"/>
            <a:ext cx="354488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l-GR" sz="1800"/>
              <a:t>ω</a:t>
            </a:r>
            <a:r>
              <a:rPr lang="en-US" sz="1800" baseline="-25000"/>
              <a:t>R</a:t>
            </a:r>
            <a:r>
              <a:rPr lang="en-US" sz="1800"/>
              <a:t>, </a:t>
            </a:r>
            <a:r>
              <a:rPr lang="el-GR" sz="1800"/>
              <a:t>ω</a:t>
            </a:r>
            <a:r>
              <a:rPr lang="en-US" sz="1800" baseline="-25000"/>
              <a:t>M</a:t>
            </a:r>
            <a:r>
              <a:rPr lang="en-US" sz="1800"/>
              <a:t> – Angular Velocities</a:t>
            </a:r>
          </a:p>
          <a:p>
            <a:pPr eaLnBrk="1" hangingPunct="1"/>
            <a:r>
              <a:rPr lang="en-US" sz="1800"/>
              <a:t> </a:t>
            </a:r>
            <a:r>
              <a:rPr lang="el-GR" sz="1800"/>
              <a:t>α</a:t>
            </a:r>
            <a:r>
              <a:rPr lang="en-US" sz="1800" baseline="-25000"/>
              <a:t>R</a:t>
            </a:r>
            <a:r>
              <a:rPr lang="en-US" sz="1800"/>
              <a:t>, </a:t>
            </a:r>
            <a:r>
              <a:rPr lang="el-GR" sz="1800"/>
              <a:t>α</a:t>
            </a:r>
            <a:r>
              <a:rPr lang="en-US" sz="1800" baseline="-25000"/>
              <a:t>M</a:t>
            </a:r>
            <a:r>
              <a:rPr lang="en-US" sz="1800"/>
              <a:t> – Angular Accelerations</a:t>
            </a:r>
          </a:p>
          <a:p>
            <a:pPr eaLnBrk="1" hangingPunct="1"/>
            <a:r>
              <a:rPr lang="el-GR" sz="1800"/>
              <a:t>τ</a:t>
            </a:r>
            <a:r>
              <a:rPr lang="en-US" sz="1800" baseline="-25000"/>
              <a:t>R</a:t>
            </a:r>
            <a:r>
              <a:rPr lang="en-US" sz="1800"/>
              <a:t>, </a:t>
            </a:r>
            <a:r>
              <a:rPr lang="el-GR" sz="1800"/>
              <a:t>τ</a:t>
            </a:r>
            <a:r>
              <a:rPr lang="en-US" sz="1800" baseline="-25000"/>
              <a:t>M</a:t>
            </a:r>
            <a:r>
              <a:rPr lang="en-US" sz="1800"/>
              <a:t> – Torques</a:t>
            </a:r>
          </a:p>
          <a:p>
            <a:pPr eaLnBrk="1" hangingPunct="1"/>
            <a:r>
              <a:rPr lang="en-US" sz="1800"/>
              <a:t>J</a:t>
            </a:r>
            <a:r>
              <a:rPr lang="en-US" sz="1800" baseline="-25000"/>
              <a:t>R</a:t>
            </a:r>
            <a:r>
              <a:rPr lang="en-US" sz="1800"/>
              <a:t>, J</a:t>
            </a:r>
            <a:r>
              <a:rPr lang="en-US" sz="1800" baseline="-25000"/>
              <a:t>M</a:t>
            </a:r>
            <a:r>
              <a:rPr lang="en-US" sz="1800"/>
              <a:t> – Rotational Inertias</a:t>
            </a:r>
          </a:p>
          <a:p>
            <a:pPr eaLnBrk="1" hangingPunct="1"/>
            <a:r>
              <a:rPr lang="en-US" sz="1800"/>
              <a:t>B</a:t>
            </a:r>
            <a:r>
              <a:rPr lang="en-US" sz="1800" baseline="-25000"/>
              <a:t>R</a:t>
            </a:r>
            <a:r>
              <a:rPr lang="en-US" sz="1800"/>
              <a:t>, B</a:t>
            </a:r>
            <a:r>
              <a:rPr lang="en-US" sz="1800" baseline="-25000"/>
              <a:t>M</a:t>
            </a:r>
            <a:r>
              <a:rPr lang="en-US" sz="1800"/>
              <a:t> – Rotational Viscous Friction</a:t>
            </a:r>
          </a:p>
          <a:p>
            <a:pPr eaLnBrk="1" hangingPunct="1"/>
            <a:r>
              <a:rPr lang="en-US" sz="1800"/>
              <a:t>T</a:t>
            </a:r>
            <a:r>
              <a:rPr lang="en-US" sz="1800" baseline="-25000"/>
              <a:t>R</a:t>
            </a:r>
            <a:r>
              <a:rPr lang="en-US" sz="1800"/>
              <a:t>, T</a:t>
            </a:r>
            <a:r>
              <a:rPr lang="en-US" sz="1800" baseline="-25000"/>
              <a:t>M</a:t>
            </a:r>
            <a:r>
              <a:rPr lang="en-US" sz="1800"/>
              <a:t> – Kinetic Friction Torques</a:t>
            </a:r>
          </a:p>
          <a:p>
            <a:pPr eaLnBrk="1" hangingPunct="1"/>
            <a:r>
              <a:rPr lang="en-US" sz="1800"/>
              <a:t>N</a:t>
            </a:r>
            <a:r>
              <a:rPr lang="en-US" sz="1800" baseline="-25000"/>
              <a:t>R</a:t>
            </a:r>
            <a:r>
              <a:rPr lang="en-US" sz="1800"/>
              <a:t>, N</a:t>
            </a:r>
            <a:r>
              <a:rPr lang="en-US" sz="1800" baseline="-25000"/>
              <a:t>M</a:t>
            </a:r>
            <a:r>
              <a:rPr lang="en-US" sz="1800"/>
              <a:t> – # of Gear Teeth</a:t>
            </a:r>
          </a:p>
        </p:txBody>
      </p:sp>
      <p:sp>
        <p:nvSpPr>
          <p:cNvPr id="13" name="Arc 12"/>
          <p:cNvSpPr/>
          <p:nvPr/>
        </p:nvSpPr>
        <p:spPr>
          <a:xfrm>
            <a:off x="1066800" y="2938463"/>
            <a:ext cx="947738" cy="992187"/>
          </a:xfrm>
          <a:prstGeom prst="arc">
            <a:avLst>
              <a:gd name="adj1" fmla="val 427196"/>
              <a:gd name="adj2" fmla="val 4919533"/>
            </a:avLst>
          </a:prstGeom>
          <a:noFill/>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15" name="Straight Connector 14"/>
          <p:cNvCxnSpPr>
            <a:stCxn id="13" idx="2"/>
          </p:cNvCxnSpPr>
          <p:nvPr/>
        </p:nvCxnSpPr>
        <p:spPr>
          <a:xfrm flipV="1">
            <a:off x="1609725" y="3846513"/>
            <a:ext cx="96838" cy="793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09725" y="3930650"/>
            <a:ext cx="11588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a:off x="765175" y="4610100"/>
            <a:ext cx="538163" cy="500063"/>
          </a:xfrm>
          <a:prstGeom prst="arc">
            <a:avLst>
              <a:gd name="adj1" fmla="val 1720523"/>
              <a:gd name="adj2" fmla="val 8768448"/>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7" name="Arc 26"/>
          <p:cNvSpPr/>
          <p:nvPr/>
        </p:nvSpPr>
        <p:spPr>
          <a:xfrm>
            <a:off x="796925" y="4298950"/>
            <a:ext cx="474663" cy="500063"/>
          </a:xfrm>
          <a:prstGeom prst="arc">
            <a:avLst>
              <a:gd name="adj1" fmla="val 13722093"/>
              <a:gd name="adj2" fmla="val 18541639"/>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29" name="Straight Connector 28"/>
          <p:cNvCxnSpPr/>
          <p:nvPr/>
        </p:nvCxnSpPr>
        <p:spPr>
          <a:xfrm flipH="1">
            <a:off x="868363" y="4298950"/>
            <a:ext cx="28575" cy="619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7" idx="0"/>
          </p:cNvCxnSpPr>
          <p:nvPr/>
        </p:nvCxnSpPr>
        <p:spPr>
          <a:xfrm>
            <a:off x="873125" y="4364038"/>
            <a:ext cx="619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8" idx="2"/>
          </p:cNvCxnSpPr>
          <p:nvPr/>
        </p:nvCxnSpPr>
        <p:spPr>
          <a:xfrm>
            <a:off x="815975" y="5006975"/>
            <a:ext cx="14288" cy="698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815975" y="5006975"/>
            <a:ext cx="82550" cy="34925"/>
          </a:xfrm>
          <a:prstGeom prst="line">
            <a:avLst/>
          </a:prstGeom>
        </p:spPr>
        <p:style>
          <a:lnRef idx="1">
            <a:schemeClr val="accent1"/>
          </a:lnRef>
          <a:fillRef idx="0">
            <a:schemeClr val="accent1"/>
          </a:fillRef>
          <a:effectRef idx="0">
            <a:schemeClr val="accent1"/>
          </a:effectRef>
          <a:fontRef idx="minor">
            <a:schemeClr val="tx1"/>
          </a:fontRef>
        </p:style>
      </p:cxnSp>
      <p:sp>
        <p:nvSpPr>
          <p:cNvPr id="40" name="Arc 39"/>
          <p:cNvSpPr/>
          <p:nvPr/>
        </p:nvSpPr>
        <p:spPr>
          <a:xfrm>
            <a:off x="3328988" y="4329113"/>
            <a:ext cx="473075" cy="500062"/>
          </a:xfrm>
          <a:prstGeom prst="arc">
            <a:avLst>
              <a:gd name="adj1" fmla="val 13722093"/>
              <a:gd name="adj2" fmla="val 18541639"/>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41" name="Straight Connector 40"/>
          <p:cNvCxnSpPr/>
          <p:nvPr/>
        </p:nvCxnSpPr>
        <p:spPr>
          <a:xfrm flipH="1">
            <a:off x="3400425" y="4329113"/>
            <a:ext cx="28575" cy="619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40" idx="0"/>
          </p:cNvCxnSpPr>
          <p:nvPr/>
        </p:nvCxnSpPr>
        <p:spPr>
          <a:xfrm flipV="1">
            <a:off x="3405188" y="4391025"/>
            <a:ext cx="73025" cy="4763"/>
          </a:xfrm>
          <a:prstGeom prst="line">
            <a:avLst/>
          </a:prstGeom>
        </p:spPr>
        <p:style>
          <a:lnRef idx="1">
            <a:schemeClr val="accent1"/>
          </a:lnRef>
          <a:fillRef idx="0">
            <a:schemeClr val="accent1"/>
          </a:fillRef>
          <a:effectRef idx="0">
            <a:schemeClr val="accent1"/>
          </a:effectRef>
          <a:fontRef idx="minor">
            <a:schemeClr val="tx1"/>
          </a:fontRef>
        </p:style>
      </p:cxnSp>
      <p:sp>
        <p:nvSpPr>
          <p:cNvPr id="46" name="Arc 45"/>
          <p:cNvSpPr/>
          <p:nvPr/>
        </p:nvSpPr>
        <p:spPr>
          <a:xfrm>
            <a:off x="3297238" y="4464050"/>
            <a:ext cx="504825" cy="469900"/>
          </a:xfrm>
          <a:prstGeom prst="arc">
            <a:avLst>
              <a:gd name="adj1" fmla="val 1720523"/>
              <a:gd name="adj2" fmla="val 8768448"/>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47" name="Straight Connector 46"/>
          <p:cNvCxnSpPr>
            <a:stCxn id="46" idx="2"/>
          </p:cNvCxnSpPr>
          <p:nvPr/>
        </p:nvCxnSpPr>
        <p:spPr>
          <a:xfrm>
            <a:off x="3344863" y="4837113"/>
            <a:ext cx="17462" cy="63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348038" y="4841875"/>
            <a:ext cx="82550" cy="36513"/>
          </a:xfrm>
          <a:prstGeom prst="line">
            <a:avLst/>
          </a:prstGeom>
        </p:spPr>
        <p:style>
          <a:lnRef idx="1">
            <a:schemeClr val="accent1"/>
          </a:lnRef>
          <a:fillRef idx="0">
            <a:schemeClr val="accent1"/>
          </a:fillRef>
          <a:effectRef idx="0">
            <a:schemeClr val="accent1"/>
          </a:effectRef>
          <a:fontRef idx="minor">
            <a:schemeClr val="tx1"/>
          </a:fontRef>
        </p:style>
      </p:cxnSp>
      <p:sp>
        <p:nvSpPr>
          <p:cNvPr id="9236" name="TextBox 51"/>
          <p:cNvSpPr txBox="1">
            <a:spLocks noChangeArrowheads="1"/>
          </p:cNvSpPr>
          <p:nvPr/>
        </p:nvSpPr>
        <p:spPr bwMode="auto">
          <a:xfrm>
            <a:off x="3656013" y="1922463"/>
            <a:ext cx="52466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2000"/>
              <a:t>This is a steady state dynamometer that dissipates power by generating electricity and heat</a:t>
            </a:r>
          </a:p>
        </p:txBody>
      </p:sp>
    </p:spTree>
    <p:extLst>
      <p:ext uri="{BB962C8B-B14F-4D97-AF65-F5344CB8AC3E}">
        <p14:creationId xmlns:p14="http://schemas.microsoft.com/office/powerpoint/2010/main" val="65805452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919163" y="1239838"/>
            <a:ext cx="7305675"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3" name="Title 1"/>
          <p:cNvSpPr>
            <a:spLocks noGrp="1"/>
          </p:cNvSpPr>
          <p:nvPr>
            <p:ph type="title"/>
          </p:nvPr>
        </p:nvSpPr>
        <p:spPr>
          <a:xfrm>
            <a:off x="419100" y="77788"/>
            <a:ext cx="8229600" cy="874712"/>
          </a:xfrm>
        </p:spPr>
        <p:txBody>
          <a:bodyPr/>
          <a:lstStyle/>
          <a:p>
            <a:pPr algn="l"/>
            <a:r>
              <a:rPr lang="en-US" smtClean="0"/>
              <a:t>S.S. Dynamometer Dynamics</a:t>
            </a:r>
          </a:p>
        </p:txBody>
      </p:sp>
      <p:sp>
        <p:nvSpPr>
          <p:cNvPr id="5" name="TextBox 4"/>
          <p:cNvSpPr txBox="1"/>
          <p:nvPr/>
        </p:nvSpPr>
        <p:spPr>
          <a:xfrm>
            <a:off x="1515184" y="4101947"/>
            <a:ext cx="6113633" cy="2862322"/>
          </a:xfrm>
          <a:prstGeom prst="rect">
            <a:avLst/>
          </a:prstGeom>
          <a:noFill/>
        </p:spPr>
        <p:txBody>
          <a:bodyPr numCol="2">
            <a:spAutoFit/>
          </a:bodyPr>
          <a:lstStyle/>
          <a:p>
            <a:pPr>
              <a:defRPr/>
            </a:pPr>
            <a:r>
              <a:rPr lang="en-US" sz="1800" dirty="0" err="1"/>
              <a:t>E</a:t>
            </a:r>
            <a:r>
              <a:rPr lang="en-US" sz="1800" baseline="-25000" dirty="0" err="1"/>
              <a:t>a</a:t>
            </a:r>
            <a:r>
              <a:rPr lang="en-US" sz="1800" dirty="0"/>
              <a:t> – Armature Voltage</a:t>
            </a:r>
          </a:p>
          <a:p>
            <a:pPr>
              <a:defRPr/>
            </a:pPr>
            <a:r>
              <a:rPr lang="en-US" sz="1800" dirty="0"/>
              <a:t>L</a:t>
            </a:r>
            <a:r>
              <a:rPr lang="en-US" sz="1800" baseline="-25000" dirty="0"/>
              <a:t>a</a:t>
            </a:r>
            <a:r>
              <a:rPr lang="en-US" sz="1800" dirty="0"/>
              <a:t> – Armature Inductance</a:t>
            </a:r>
          </a:p>
          <a:p>
            <a:pPr>
              <a:defRPr/>
            </a:pPr>
            <a:r>
              <a:rPr lang="en-US" sz="1800" dirty="0"/>
              <a:t>R</a:t>
            </a:r>
            <a:r>
              <a:rPr lang="en-US" sz="1800" baseline="-25000" dirty="0"/>
              <a:t>a</a:t>
            </a:r>
            <a:r>
              <a:rPr lang="en-US" sz="1800" dirty="0"/>
              <a:t> – Armature Resistance</a:t>
            </a:r>
          </a:p>
          <a:p>
            <a:pPr>
              <a:defRPr/>
            </a:pPr>
            <a:r>
              <a:rPr lang="en-US" sz="1800" dirty="0"/>
              <a:t>K</a:t>
            </a:r>
            <a:r>
              <a:rPr lang="en-US" sz="1800" baseline="-25000" dirty="0"/>
              <a:t>i</a:t>
            </a:r>
            <a:r>
              <a:rPr lang="en-US" sz="1800" dirty="0"/>
              <a:t> – Torque Constant</a:t>
            </a:r>
          </a:p>
          <a:p>
            <a:pPr>
              <a:defRPr/>
            </a:pPr>
            <a:r>
              <a:rPr lang="en-US" sz="1800" dirty="0" err="1"/>
              <a:t>T</a:t>
            </a:r>
            <a:r>
              <a:rPr lang="en-US" sz="1800" baseline="-25000" dirty="0" err="1"/>
              <a:t>k</a:t>
            </a:r>
            <a:r>
              <a:rPr lang="en-US" sz="1800" dirty="0"/>
              <a:t> – Kinetic Friction Torque</a:t>
            </a:r>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a:p>
            <a:pPr>
              <a:defRPr/>
            </a:pPr>
            <a:r>
              <a:rPr lang="en-US" sz="1800" dirty="0" err="1"/>
              <a:t>V</a:t>
            </a:r>
            <a:r>
              <a:rPr lang="en-US" sz="1800" baseline="-25000" dirty="0" err="1"/>
              <a:t>m</a:t>
            </a:r>
            <a:r>
              <a:rPr lang="en-US" sz="1800" dirty="0"/>
              <a:t> – Motor Angular Velocity </a:t>
            </a:r>
          </a:p>
          <a:p>
            <a:pPr>
              <a:defRPr/>
            </a:pPr>
            <a:r>
              <a:rPr lang="en-US" sz="1800" dirty="0" err="1"/>
              <a:t>B</a:t>
            </a:r>
            <a:r>
              <a:rPr lang="en-US" sz="1800" baseline="-25000" dirty="0" err="1"/>
              <a:t>m</a:t>
            </a:r>
            <a:r>
              <a:rPr lang="en-US" sz="1800" dirty="0"/>
              <a:t> – Viscous Motor Coefficient</a:t>
            </a:r>
          </a:p>
          <a:p>
            <a:pPr>
              <a:defRPr/>
            </a:pPr>
            <a:r>
              <a:rPr lang="en-US" sz="1800" dirty="0" err="1"/>
              <a:t>J</a:t>
            </a:r>
            <a:r>
              <a:rPr lang="en-US" sz="1800" baseline="-25000" dirty="0" err="1"/>
              <a:t>m</a:t>
            </a:r>
            <a:r>
              <a:rPr lang="en-US" sz="1800" dirty="0"/>
              <a:t> – Motor Rotational Inertia</a:t>
            </a:r>
          </a:p>
          <a:p>
            <a:pPr>
              <a:defRPr/>
            </a:pPr>
            <a:r>
              <a:rPr lang="en-US" sz="1800" dirty="0"/>
              <a:t>K</a:t>
            </a:r>
            <a:r>
              <a:rPr lang="en-US" sz="1800" baseline="-25000" dirty="0"/>
              <a:t>b</a:t>
            </a:r>
            <a:r>
              <a:rPr lang="en-US" sz="1800" dirty="0"/>
              <a:t> – Back EMF Constant</a:t>
            </a:r>
          </a:p>
          <a:p>
            <a:pPr>
              <a:defRPr/>
            </a:pPr>
            <a:r>
              <a:rPr lang="en-US" sz="1800" dirty="0"/>
              <a:t>T</a:t>
            </a:r>
            <a:r>
              <a:rPr lang="en-US" sz="1800" baseline="-25000" dirty="0"/>
              <a:t>m</a:t>
            </a:r>
            <a:r>
              <a:rPr lang="en-US" sz="1800" dirty="0"/>
              <a:t> – Motor Torque</a:t>
            </a:r>
          </a:p>
        </p:txBody>
      </p:sp>
      <p:sp>
        <p:nvSpPr>
          <p:cNvPr id="10245" name="Content Placeholder 2"/>
          <p:cNvSpPr>
            <a:spLocks noGrp="1"/>
          </p:cNvSpPr>
          <p:nvPr>
            <p:ph idx="1"/>
          </p:nvPr>
        </p:nvSpPr>
        <p:spPr>
          <a:xfrm>
            <a:off x="441325" y="920750"/>
            <a:ext cx="8229600" cy="863600"/>
          </a:xfrm>
        </p:spPr>
        <p:txBody>
          <a:bodyPr/>
          <a:lstStyle/>
          <a:p>
            <a:pPr marL="0" indent="0">
              <a:buFont typeface="Arial" charset="0"/>
              <a:buNone/>
            </a:pPr>
            <a:r>
              <a:rPr lang="en-US" sz="1800" smtClean="0"/>
              <a:t>DC Motor Model:*</a:t>
            </a:r>
          </a:p>
        </p:txBody>
      </p:sp>
      <p:sp>
        <p:nvSpPr>
          <p:cNvPr id="10246" name="TextBox 5"/>
          <p:cNvSpPr txBox="1">
            <a:spLocks noChangeArrowheads="1"/>
          </p:cNvSpPr>
          <p:nvPr/>
        </p:nvSpPr>
        <p:spPr bwMode="auto">
          <a:xfrm>
            <a:off x="673100" y="5861050"/>
            <a:ext cx="815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a:t>*</a:t>
            </a:r>
            <a:r>
              <a:rPr lang="en-US" sz="1800"/>
              <a:t>This model can be used in reverse to predict output voltage given the motor torque  </a:t>
            </a:r>
          </a:p>
        </p:txBody>
      </p:sp>
      <p:sp>
        <p:nvSpPr>
          <p:cNvPr id="10247" name="TextBox 6"/>
          <p:cNvSpPr txBox="1">
            <a:spLocks noChangeArrowheads="1"/>
          </p:cNvSpPr>
          <p:nvPr/>
        </p:nvSpPr>
        <p:spPr bwMode="auto">
          <a:xfrm>
            <a:off x="8224838" y="5722938"/>
            <a:ext cx="5365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200"/>
              <a:t>[1]</a:t>
            </a:r>
          </a:p>
        </p:txBody>
      </p:sp>
    </p:spTree>
    <p:extLst>
      <p:ext uri="{BB962C8B-B14F-4D97-AF65-F5344CB8AC3E}">
        <p14:creationId xmlns:p14="http://schemas.microsoft.com/office/powerpoint/2010/main" val="97075993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ctrTitle"/>
          </p:nvPr>
        </p:nvSpPr>
        <p:spPr>
          <a:xfrm>
            <a:off x="685800" y="0"/>
            <a:ext cx="7772400" cy="1470025"/>
          </a:xfrm>
        </p:spPr>
        <p:txBody>
          <a:bodyPr/>
          <a:lstStyle/>
          <a:p>
            <a:pPr algn="l"/>
            <a:r>
              <a:rPr lang="en-US" smtClean="0"/>
              <a:t>Inertial Dynamometer</a:t>
            </a:r>
          </a:p>
        </p:txBody>
      </p:sp>
      <p:sp>
        <p:nvSpPr>
          <p:cNvPr id="12291" name="Subtitle 2"/>
          <p:cNvSpPr>
            <a:spLocks noGrp="1"/>
          </p:cNvSpPr>
          <p:nvPr>
            <p:ph type="subTitle" idx="1"/>
          </p:nvPr>
        </p:nvSpPr>
        <p:spPr>
          <a:xfrm>
            <a:off x="314325" y="1219200"/>
            <a:ext cx="8515350" cy="5638800"/>
          </a:xfrm>
        </p:spPr>
        <p:txBody>
          <a:bodyPr/>
          <a:lstStyle/>
          <a:p>
            <a:pPr algn="l">
              <a:defRPr/>
            </a:pPr>
            <a:r>
              <a:rPr lang="en-US" dirty="0" smtClean="0">
                <a:solidFill>
                  <a:schemeClr val="tx1"/>
                </a:solidFill>
              </a:rPr>
              <a:t>Vehicle’s power is used to accelerate an inertial mass</a:t>
            </a:r>
          </a:p>
          <a:p>
            <a:pPr algn="l">
              <a:defRPr/>
            </a:pPr>
            <a:endParaRPr lang="en-US" dirty="0">
              <a:solidFill>
                <a:schemeClr val="tx1"/>
              </a:solidFill>
            </a:endParaRPr>
          </a:p>
          <a:p>
            <a:pPr algn="l">
              <a:defRPr/>
            </a:pPr>
            <a:r>
              <a:rPr lang="en-US" sz="2400" dirty="0" smtClean="0">
                <a:solidFill>
                  <a:schemeClr val="tx1"/>
                </a:solidFill>
              </a:rPr>
              <a:t>Pros: </a:t>
            </a:r>
          </a:p>
          <a:p>
            <a:pPr marL="342900" indent="-342900" algn="l">
              <a:buFont typeface="Arial" pitchFamily="34" charset="0"/>
              <a:buChar char="•"/>
              <a:defRPr/>
            </a:pPr>
            <a:r>
              <a:rPr lang="en-US" sz="2400" dirty="0" smtClean="0">
                <a:solidFill>
                  <a:schemeClr val="tx1"/>
                </a:solidFill>
              </a:rPr>
              <a:t>Cheap and Simple</a:t>
            </a:r>
            <a:endParaRPr lang="en-US" sz="2400" dirty="0">
              <a:solidFill>
                <a:schemeClr val="tx1"/>
              </a:solidFill>
            </a:endParaRPr>
          </a:p>
          <a:p>
            <a:pPr algn="l">
              <a:defRPr/>
            </a:pPr>
            <a:r>
              <a:rPr lang="en-US" sz="2400" dirty="0" smtClean="0">
                <a:solidFill>
                  <a:schemeClr val="tx1"/>
                </a:solidFill>
              </a:rPr>
              <a:t>Cons: </a:t>
            </a:r>
          </a:p>
          <a:p>
            <a:pPr marL="342900" indent="-342900" algn="l">
              <a:buFont typeface="Arial" pitchFamily="34" charset="0"/>
              <a:buChar char="•"/>
              <a:defRPr/>
            </a:pPr>
            <a:r>
              <a:rPr lang="en-US" sz="2400" dirty="0" smtClean="0">
                <a:solidFill>
                  <a:schemeClr val="tx1"/>
                </a:solidFill>
              </a:rPr>
              <a:t>Can only gather data while the vehicle is accelerating so vehicle must be run full throttle to test until maximum speed</a:t>
            </a:r>
          </a:p>
          <a:p>
            <a:pPr marL="342900" indent="-342900" algn="l">
              <a:buFont typeface="Arial" pitchFamily="34" charset="0"/>
              <a:buChar char="•"/>
              <a:defRPr/>
            </a:pPr>
            <a:r>
              <a:rPr lang="en-US" sz="2400" dirty="0" smtClean="0">
                <a:solidFill>
                  <a:schemeClr val="tx1"/>
                </a:solidFill>
              </a:rPr>
              <a:t> Small Vehicles (Generally less than 20 HP)</a:t>
            </a:r>
          </a:p>
          <a:p>
            <a:pPr marL="971550" lvl="1" indent="-514350" algn="l">
              <a:defRPr/>
            </a:pPr>
            <a:r>
              <a:rPr lang="en-US" dirty="0" smtClean="0">
                <a:solidFill>
                  <a:schemeClr val="tx1"/>
                </a:solidFill>
              </a:rPr>
              <a:t>	</a:t>
            </a:r>
          </a:p>
          <a:p>
            <a:pPr marL="514350" indent="-514350">
              <a:defRPr/>
            </a:pPr>
            <a:endParaRPr lang="en-US" sz="2200" dirty="0" smtClean="0">
              <a:solidFill>
                <a:schemeClr val="tx1"/>
              </a:solidFill>
            </a:endParaRPr>
          </a:p>
        </p:txBody>
      </p:sp>
      <p:sp>
        <p:nvSpPr>
          <p:cNvPr id="4" name="Title 1"/>
          <p:cNvSpPr txBox="1">
            <a:spLocks/>
          </p:cNvSpPr>
          <p:nvPr/>
        </p:nvSpPr>
        <p:spPr>
          <a:xfrm>
            <a:off x="685800" y="2971800"/>
            <a:ext cx="7772400" cy="1470025"/>
          </a:xfrm>
          <a:prstGeom prst="rect">
            <a:avLst/>
          </a:prstGeom>
        </p:spPr>
        <p:txBody>
          <a:bodyPr anchor="ctr">
            <a:normAutofit/>
          </a:bodyPr>
          <a:lstStyle/>
          <a:p>
            <a:pPr fontAlgn="auto">
              <a:spcAft>
                <a:spcPts val="0"/>
              </a:spcAft>
              <a:defRPr/>
            </a:pPr>
            <a:endParaRPr lang="en-US" sz="4400" dirty="0">
              <a:latin typeface="+mj-lt"/>
              <a:ea typeface="+mj-ea"/>
              <a:cs typeface="+mj-cs"/>
            </a:endParaRPr>
          </a:p>
        </p:txBody>
      </p:sp>
    </p:spTree>
    <p:extLst>
      <p:ext uri="{BB962C8B-B14F-4D97-AF65-F5344CB8AC3E}">
        <p14:creationId xmlns:p14="http://schemas.microsoft.com/office/powerpoint/2010/main" val="331464424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ctrTitle"/>
          </p:nvPr>
        </p:nvSpPr>
        <p:spPr>
          <a:xfrm>
            <a:off x="685800" y="0"/>
            <a:ext cx="7772400" cy="1470025"/>
          </a:xfrm>
        </p:spPr>
        <p:txBody>
          <a:bodyPr/>
          <a:lstStyle/>
          <a:p>
            <a:pPr algn="l"/>
            <a:r>
              <a:rPr lang="en-US" smtClean="0"/>
              <a:t>Inertial Dynamometer Equations</a:t>
            </a:r>
          </a:p>
        </p:txBody>
      </p:sp>
      <p:sp>
        <p:nvSpPr>
          <p:cNvPr id="12291" name="Subtitle 2"/>
          <p:cNvSpPr>
            <a:spLocks noGrp="1"/>
          </p:cNvSpPr>
          <p:nvPr>
            <p:ph type="subTitle" idx="1"/>
          </p:nvPr>
        </p:nvSpPr>
        <p:spPr>
          <a:xfrm>
            <a:off x="314325" y="1219200"/>
            <a:ext cx="8515350" cy="4795838"/>
          </a:xfrm>
        </p:spPr>
        <p:txBody>
          <a:bodyPr/>
          <a:lstStyle/>
          <a:p>
            <a:pPr marL="971550" lvl="1" indent="-514350" algn="l"/>
            <a:r>
              <a:rPr lang="en-US" sz="2400" b="1" smtClean="0">
                <a:solidFill>
                  <a:schemeClr val="tx1"/>
                </a:solidFill>
              </a:rPr>
              <a:t>J </a:t>
            </a:r>
            <a:r>
              <a:rPr lang="el-GR" sz="2400" b="1" smtClean="0">
                <a:solidFill>
                  <a:schemeClr val="tx1"/>
                </a:solidFill>
              </a:rPr>
              <a:t>α</a:t>
            </a:r>
            <a:r>
              <a:rPr lang="en-US" sz="2400" b="1" smtClean="0">
                <a:solidFill>
                  <a:schemeClr val="tx1"/>
                </a:solidFill>
              </a:rPr>
              <a:t> = </a:t>
            </a:r>
            <a:r>
              <a:rPr lang="el-GR" sz="2400" b="1" smtClean="0">
                <a:solidFill>
                  <a:schemeClr val="tx1"/>
                </a:solidFill>
              </a:rPr>
              <a:t>τ</a:t>
            </a:r>
            <a:r>
              <a:rPr lang="en-US" sz="2400" b="1" smtClean="0">
                <a:solidFill>
                  <a:schemeClr val="tx1"/>
                </a:solidFill>
              </a:rPr>
              <a:t>  </a:t>
            </a:r>
            <a:r>
              <a:rPr lang="en-US" sz="2400" smtClean="0">
                <a:solidFill>
                  <a:schemeClr val="tx1"/>
                </a:solidFill>
              </a:rPr>
              <a:t>: </a:t>
            </a:r>
            <a:r>
              <a:rPr lang="en-US" sz="2000" smtClean="0">
                <a:solidFill>
                  <a:schemeClr val="tx1"/>
                </a:solidFill>
              </a:rPr>
              <a:t>Inertia and Angular Acceleration are known. Finds Torque </a:t>
            </a:r>
          </a:p>
          <a:p>
            <a:pPr marL="971550" lvl="1" indent="-514350" algn="l"/>
            <a:endParaRPr lang="en-US" sz="2200" smtClean="0">
              <a:solidFill>
                <a:schemeClr val="tx1"/>
              </a:solidFill>
            </a:endParaRPr>
          </a:p>
          <a:p>
            <a:pPr marL="514350" indent="-514350" algn="l"/>
            <a:r>
              <a:rPr lang="en-US" sz="2400" smtClean="0">
                <a:solidFill>
                  <a:schemeClr val="tx1"/>
                </a:solidFill>
              </a:rPr>
              <a:t>	</a:t>
            </a:r>
            <a:r>
              <a:rPr lang="el-GR" sz="2400" b="1" smtClean="0">
                <a:solidFill>
                  <a:schemeClr val="tx1"/>
                </a:solidFill>
              </a:rPr>
              <a:t>τ </a:t>
            </a:r>
            <a:r>
              <a:rPr lang="en-US" sz="2400" b="1" smtClean="0">
                <a:solidFill>
                  <a:schemeClr val="tx1"/>
                </a:solidFill>
              </a:rPr>
              <a:t> </a:t>
            </a:r>
            <a:r>
              <a:rPr lang="el-GR" sz="2400" b="1" smtClean="0">
                <a:solidFill>
                  <a:schemeClr val="tx1"/>
                </a:solidFill>
              </a:rPr>
              <a:t>ω</a:t>
            </a:r>
            <a:r>
              <a:rPr lang="en-US" sz="2400" b="1" smtClean="0">
                <a:solidFill>
                  <a:schemeClr val="tx1"/>
                </a:solidFill>
              </a:rPr>
              <a:t>= P  </a:t>
            </a:r>
            <a:r>
              <a:rPr lang="en-US" sz="2200" smtClean="0">
                <a:solidFill>
                  <a:schemeClr val="tx1"/>
                </a:solidFill>
              </a:rPr>
              <a:t>: </a:t>
            </a:r>
            <a:r>
              <a:rPr lang="en-US" sz="2000" smtClean="0">
                <a:solidFill>
                  <a:schemeClr val="tx1"/>
                </a:solidFill>
              </a:rPr>
              <a:t>Torque and Angular Velocity are known. Finds Power</a:t>
            </a:r>
          </a:p>
          <a:p>
            <a:pPr marL="514350" indent="-514350" algn="l"/>
            <a:endParaRPr lang="en-US" sz="2000" smtClean="0">
              <a:solidFill>
                <a:schemeClr val="tx1"/>
              </a:solidFill>
            </a:endParaRPr>
          </a:p>
          <a:p>
            <a:pPr marL="514350" indent="-514350" algn="l"/>
            <a:r>
              <a:rPr lang="en-US" sz="2000" smtClean="0">
                <a:solidFill>
                  <a:schemeClr val="tx1"/>
                </a:solidFill>
              </a:rPr>
              <a:t>	1 HP = 550 ft lb</a:t>
            </a:r>
            <a:r>
              <a:rPr lang="en-US" sz="2000" baseline="-25000" smtClean="0">
                <a:solidFill>
                  <a:schemeClr val="tx1"/>
                </a:solidFill>
              </a:rPr>
              <a:t>f</a:t>
            </a:r>
            <a:r>
              <a:rPr lang="en-US" sz="2000" smtClean="0">
                <a:solidFill>
                  <a:schemeClr val="tx1"/>
                </a:solidFill>
              </a:rPr>
              <a:t> /s = 745.7 Watts</a:t>
            </a:r>
          </a:p>
          <a:p>
            <a:pPr marL="514350" indent="-514350" algn="l"/>
            <a:endParaRPr lang="en-US" sz="2000" smtClean="0">
              <a:solidFill>
                <a:schemeClr val="tx1"/>
              </a:solidFill>
            </a:endParaRPr>
          </a:p>
          <a:p>
            <a:pPr marL="514350" indent="-514350" algn="l"/>
            <a:r>
              <a:rPr lang="en-US" sz="2000" smtClean="0">
                <a:solidFill>
                  <a:schemeClr val="tx1"/>
                </a:solidFill>
              </a:rPr>
              <a:t>	J = .5 m r </a:t>
            </a:r>
            <a:r>
              <a:rPr lang="en-US" sz="2000" baseline="30000" smtClean="0">
                <a:solidFill>
                  <a:schemeClr val="tx1"/>
                </a:solidFill>
              </a:rPr>
              <a:t>2</a:t>
            </a:r>
            <a:r>
              <a:rPr lang="en-US" sz="2000" smtClean="0">
                <a:solidFill>
                  <a:schemeClr val="tx1"/>
                </a:solidFill>
              </a:rPr>
              <a:t> : Inertia of Thin Disk</a:t>
            </a:r>
          </a:p>
          <a:p>
            <a:pPr marL="514350" indent="-514350" algn="l"/>
            <a:endParaRPr lang="en-US" sz="2000" baseline="30000" smtClean="0">
              <a:solidFill>
                <a:schemeClr val="tx1"/>
              </a:solidFill>
            </a:endParaRPr>
          </a:p>
          <a:p>
            <a:pPr marL="514350" indent="-514350" algn="l"/>
            <a:endParaRPr lang="en-US" sz="2000" baseline="30000" smtClean="0">
              <a:solidFill>
                <a:schemeClr val="tx1"/>
              </a:solidFill>
            </a:endParaRPr>
          </a:p>
        </p:txBody>
      </p:sp>
      <p:sp>
        <p:nvSpPr>
          <p:cNvPr id="4" name="Title 1"/>
          <p:cNvSpPr txBox="1">
            <a:spLocks/>
          </p:cNvSpPr>
          <p:nvPr/>
        </p:nvSpPr>
        <p:spPr>
          <a:xfrm>
            <a:off x="685800" y="2971800"/>
            <a:ext cx="7772400" cy="1470025"/>
          </a:xfrm>
          <a:prstGeom prst="rect">
            <a:avLst/>
          </a:prstGeom>
        </p:spPr>
        <p:txBody>
          <a:bodyPr anchor="ctr">
            <a:normAutofit/>
          </a:bodyPr>
          <a:lstStyle/>
          <a:p>
            <a:pPr fontAlgn="auto">
              <a:spcAft>
                <a:spcPts val="0"/>
              </a:spcAft>
              <a:defRPr/>
            </a:pPr>
            <a:endParaRPr lang="en-US" sz="4400" dirty="0">
              <a:latin typeface="+mj-lt"/>
              <a:ea typeface="+mj-ea"/>
              <a:cs typeface="+mj-cs"/>
            </a:endParaRPr>
          </a:p>
        </p:txBody>
      </p:sp>
      <p:sp>
        <p:nvSpPr>
          <p:cNvPr id="12293" name="TextBox 2"/>
          <p:cNvSpPr txBox="1">
            <a:spLocks noChangeArrowheads="1"/>
          </p:cNvSpPr>
          <p:nvPr/>
        </p:nvSpPr>
        <p:spPr bwMode="auto">
          <a:xfrm>
            <a:off x="1895475" y="5302250"/>
            <a:ext cx="50927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t>Useful Tip: Inertia is squared through gear ratios so this can be used to magnify the inertia seen by the drive roller</a:t>
            </a:r>
          </a:p>
        </p:txBody>
      </p:sp>
      <p:pic>
        <p:nvPicPr>
          <p:cNvPr id="12294" name="Picture 4"/>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6988175" y="2868613"/>
            <a:ext cx="1778000"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99129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a:xfrm>
            <a:off x="201613" y="-334963"/>
            <a:ext cx="7772400" cy="1470026"/>
          </a:xfrm>
        </p:spPr>
        <p:txBody>
          <a:bodyPr/>
          <a:lstStyle/>
          <a:p>
            <a:pPr algn="l"/>
            <a:r>
              <a:rPr lang="en-US" smtClean="0"/>
              <a:t>Inertial Dynamometer</a:t>
            </a:r>
          </a:p>
        </p:txBody>
      </p:sp>
      <p:sp>
        <p:nvSpPr>
          <p:cNvPr id="12291" name="Subtitle 2"/>
          <p:cNvSpPr>
            <a:spLocks noGrp="1"/>
          </p:cNvSpPr>
          <p:nvPr>
            <p:ph type="subTitle" idx="1"/>
          </p:nvPr>
        </p:nvSpPr>
        <p:spPr>
          <a:xfrm>
            <a:off x="3876675" y="666750"/>
            <a:ext cx="4897438" cy="1230313"/>
          </a:xfrm>
        </p:spPr>
        <p:txBody>
          <a:bodyPr/>
          <a:lstStyle/>
          <a:p>
            <a:pPr algn="l">
              <a:defRPr/>
            </a:pPr>
            <a:r>
              <a:rPr lang="en-US" sz="1800" dirty="0" smtClean="0">
                <a:solidFill>
                  <a:schemeClr val="tx1"/>
                </a:solidFill>
              </a:rPr>
              <a:t>Inertial Dynamometer created by for a PSU ME 440W project (sponsored by the PSU MNE Department) testing a .75 HP electric Eco Vehicle</a:t>
            </a:r>
          </a:p>
          <a:p>
            <a:pPr marL="971550" lvl="1" indent="-514350" algn="l">
              <a:defRPr/>
            </a:pPr>
            <a:r>
              <a:rPr lang="en-US" dirty="0" smtClean="0">
                <a:solidFill>
                  <a:schemeClr val="tx1"/>
                </a:solidFill>
              </a:rPr>
              <a:t>	</a:t>
            </a:r>
          </a:p>
          <a:p>
            <a:pPr marL="514350" indent="-514350">
              <a:defRPr/>
            </a:pPr>
            <a:endParaRPr lang="en-US" sz="2200" dirty="0" smtClean="0">
              <a:solidFill>
                <a:schemeClr val="tx1"/>
              </a:solidFill>
            </a:endParaRPr>
          </a:p>
        </p:txBody>
      </p:sp>
      <p:sp>
        <p:nvSpPr>
          <p:cNvPr id="4" name="Title 1"/>
          <p:cNvSpPr txBox="1">
            <a:spLocks/>
          </p:cNvSpPr>
          <p:nvPr/>
        </p:nvSpPr>
        <p:spPr>
          <a:xfrm>
            <a:off x="685800" y="2971800"/>
            <a:ext cx="7772400" cy="1470025"/>
          </a:xfrm>
          <a:prstGeom prst="rect">
            <a:avLst/>
          </a:prstGeom>
        </p:spPr>
        <p:txBody>
          <a:bodyPr anchor="ctr">
            <a:normAutofit/>
          </a:bodyPr>
          <a:lstStyle/>
          <a:p>
            <a:pPr fontAlgn="auto">
              <a:spcAft>
                <a:spcPts val="0"/>
              </a:spcAft>
              <a:defRPr/>
            </a:pPr>
            <a:endParaRPr lang="en-US" sz="4400" dirty="0">
              <a:latin typeface="+mj-lt"/>
              <a:ea typeface="+mj-ea"/>
              <a:cs typeface="+mj-cs"/>
            </a:endParaRPr>
          </a:p>
        </p:txBody>
      </p:sp>
      <p:pic>
        <p:nvPicPr>
          <p:cNvPr id="13317"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l="18529" t="3499" r="7951" b="1823"/>
          <a:stretch>
            <a:fillRect/>
          </a:stretch>
        </p:blipFill>
        <p:spPr bwMode="auto">
          <a:xfrm>
            <a:off x="258763" y="825500"/>
            <a:ext cx="3497262"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8" name="TextBox 1"/>
          <p:cNvSpPr txBox="1">
            <a:spLocks noChangeArrowheads="1"/>
          </p:cNvSpPr>
          <p:nvPr/>
        </p:nvSpPr>
        <p:spPr bwMode="auto">
          <a:xfrm>
            <a:off x="3906838" y="1774825"/>
            <a:ext cx="45513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t>This low HP dynamometer is capable of testing vehicles from .25 to 5HP and up to speeds of 25 mph; perfect for small, high efficiency and human powered vehicles</a:t>
            </a:r>
          </a:p>
        </p:txBody>
      </p:sp>
      <p:sp>
        <p:nvSpPr>
          <p:cNvPr id="13319" name="TextBox 6"/>
          <p:cNvSpPr txBox="1">
            <a:spLocks noChangeArrowheads="1"/>
          </p:cNvSpPr>
          <p:nvPr/>
        </p:nvSpPr>
        <p:spPr bwMode="auto">
          <a:xfrm>
            <a:off x="3959225" y="3244850"/>
            <a:ext cx="44989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t>Entire system was produced for ~$750, while steady state commercial solutions exceeded ~$3000</a:t>
            </a:r>
          </a:p>
        </p:txBody>
      </p:sp>
      <p:pic>
        <p:nvPicPr>
          <p:cNvPr id="13320" name="Picture 3"/>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58763" y="4356100"/>
            <a:ext cx="3160712" cy="173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21" name="TextBox 2"/>
          <p:cNvSpPr txBox="1">
            <a:spLocks noChangeArrowheads="1"/>
          </p:cNvSpPr>
          <p:nvPr/>
        </p:nvSpPr>
        <p:spPr bwMode="auto">
          <a:xfrm>
            <a:off x="3511550" y="4540250"/>
            <a:ext cx="534193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itchFamily="34" charset="0"/>
              </a:defRPr>
            </a:lvl1pPr>
            <a:lvl2pPr marL="742950" indent="-285750" eaLnBrk="0" hangingPunct="0">
              <a:defRPr sz="2400">
                <a:solidFill>
                  <a:schemeClr val="tx1"/>
                </a:solidFill>
                <a:latin typeface="Calibri" pitchFamily="34" charset="0"/>
              </a:defRPr>
            </a:lvl2pPr>
            <a:lvl3pPr marL="1143000" indent="-228600" eaLnBrk="0" hangingPunct="0">
              <a:defRPr sz="2400">
                <a:solidFill>
                  <a:schemeClr val="tx1"/>
                </a:solidFill>
                <a:latin typeface="Calibri" pitchFamily="34" charset="0"/>
              </a:defRPr>
            </a:lvl3pPr>
            <a:lvl4pPr marL="1600200" indent="-228600" eaLnBrk="0" hangingPunct="0">
              <a:defRPr sz="2400">
                <a:solidFill>
                  <a:schemeClr val="tx1"/>
                </a:solidFill>
                <a:latin typeface="Calibri" pitchFamily="34" charset="0"/>
              </a:defRPr>
            </a:lvl4pPr>
            <a:lvl5pPr marL="2057400" indent="-228600" eaLnBrk="0" hangingPunct="0">
              <a:defRPr sz="2400">
                <a:solidFill>
                  <a:schemeClr val="tx1"/>
                </a:solidFill>
                <a:latin typeface="Calibri" pitchFamily="34" charset="0"/>
              </a:defRPr>
            </a:lvl5pPr>
            <a:lvl6pPr marL="2514600" indent="-228600" eaLnBrk="0" fontAlgn="base" hangingPunct="0">
              <a:spcBef>
                <a:spcPct val="0"/>
              </a:spcBef>
              <a:spcAft>
                <a:spcPct val="0"/>
              </a:spcAft>
              <a:defRPr sz="2400">
                <a:solidFill>
                  <a:schemeClr val="tx1"/>
                </a:solidFill>
                <a:latin typeface="Calibri" pitchFamily="34" charset="0"/>
              </a:defRPr>
            </a:lvl6pPr>
            <a:lvl7pPr marL="2971800" indent="-228600" eaLnBrk="0" fontAlgn="base" hangingPunct="0">
              <a:spcBef>
                <a:spcPct val="0"/>
              </a:spcBef>
              <a:spcAft>
                <a:spcPct val="0"/>
              </a:spcAft>
              <a:defRPr sz="2400">
                <a:solidFill>
                  <a:schemeClr val="tx1"/>
                </a:solidFill>
                <a:latin typeface="Calibri" pitchFamily="34" charset="0"/>
              </a:defRPr>
            </a:lvl7pPr>
            <a:lvl8pPr marL="3429000" indent="-228600" eaLnBrk="0" fontAlgn="base" hangingPunct="0">
              <a:spcBef>
                <a:spcPct val="0"/>
              </a:spcBef>
              <a:spcAft>
                <a:spcPct val="0"/>
              </a:spcAft>
              <a:defRPr sz="2400">
                <a:solidFill>
                  <a:schemeClr val="tx1"/>
                </a:solidFill>
                <a:latin typeface="Calibri" pitchFamily="34" charset="0"/>
              </a:defRPr>
            </a:lvl8pPr>
            <a:lvl9pPr marL="3886200" indent="-228600" eaLnBrk="0" fontAlgn="base" hangingPunct="0">
              <a:spcBef>
                <a:spcPct val="0"/>
              </a:spcBef>
              <a:spcAft>
                <a:spcPct val="0"/>
              </a:spcAft>
              <a:defRPr sz="2400">
                <a:solidFill>
                  <a:schemeClr val="tx1"/>
                </a:solidFill>
                <a:latin typeface="Calibri" pitchFamily="34" charset="0"/>
              </a:defRPr>
            </a:lvl9pPr>
          </a:lstStyle>
          <a:p>
            <a:pPr eaLnBrk="1" hangingPunct="1"/>
            <a:r>
              <a:rPr lang="en-US" sz="1800"/>
              <a:t>Testing the GUI with a small DC motor.  An optical encoder was used to capture angular velocity data, which was then converted to angular acceleration by taking the derivative.  Using the equations in the previous slide allowed for the HP and torque to be found</a:t>
            </a:r>
          </a:p>
        </p:txBody>
      </p:sp>
    </p:spTree>
    <p:extLst>
      <p:ext uri="{BB962C8B-B14F-4D97-AF65-F5344CB8AC3E}">
        <p14:creationId xmlns:p14="http://schemas.microsoft.com/office/powerpoint/2010/main" val="132627866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25450" y="146050"/>
            <a:ext cx="8229600" cy="1143000"/>
          </a:xfrm>
        </p:spPr>
        <p:txBody>
          <a:bodyPr/>
          <a:lstStyle/>
          <a:p>
            <a:pPr algn="l"/>
            <a:r>
              <a:rPr lang="en-US" sz="3200" smtClean="0"/>
              <a:t>The Thomas D. Larson Pennsylvania Transportation Institute Dynamometer</a:t>
            </a:r>
          </a:p>
        </p:txBody>
      </p:sp>
      <p:sp>
        <p:nvSpPr>
          <p:cNvPr id="14339" name="Content Placeholder 2"/>
          <p:cNvSpPr>
            <a:spLocks noGrp="1"/>
          </p:cNvSpPr>
          <p:nvPr>
            <p:ph idx="1"/>
          </p:nvPr>
        </p:nvSpPr>
        <p:spPr>
          <a:xfrm>
            <a:off x="457200" y="1600200"/>
            <a:ext cx="8229600" cy="1944688"/>
          </a:xfrm>
        </p:spPr>
        <p:txBody>
          <a:bodyPr/>
          <a:lstStyle/>
          <a:p>
            <a:pPr>
              <a:lnSpc>
                <a:spcPct val="90000"/>
              </a:lnSpc>
            </a:pPr>
            <a:r>
              <a:rPr lang="en-US" sz="2600" smtClean="0"/>
              <a:t>One of the largest dynamometers in the county is located here at Penn State at the Transportation Institute and is used to test buses, semi-trucks, and large road repair vehicles</a:t>
            </a:r>
          </a:p>
        </p:txBody>
      </p:sp>
      <p:pic>
        <p:nvPicPr>
          <p:cNvPr id="14340" name="Picture 6" descr="http://www.pti.psu.edu/images/Bus%20Testing%20photo%20-%20DSC_0849a.jpg"/>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228850" y="3233738"/>
            <a:ext cx="46863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366490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74638"/>
            <a:ext cx="8229600" cy="746125"/>
          </a:xfrm>
        </p:spPr>
        <p:txBody>
          <a:bodyPr/>
          <a:lstStyle/>
          <a:p>
            <a:r>
              <a:rPr lang="en-US" smtClean="0"/>
              <a:t>References</a:t>
            </a:r>
          </a:p>
        </p:txBody>
      </p:sp>
      <p:sp>
        <p:nvSpPr>
          <p:cNvPr id="16387" name="Content Placeholder 2"/>
          <p:cNvSpPr>
            <a:spLocks noGrp="1"/>
          </p:cNvSpPr>
          <p:nvPr>
            <p:ph idx="1"/>
          </p:nvPr>
        </p:nvSpPr>
        <p:spPr/>
        <p:txBody>
          <a:bodyPr/>
          <a:lstStyle/>
          <a:p>
            <a:pPr marL="0" indent="0">
              <a:buFont typeface="Arial" charset="0"/>
              <a:buNone/>
            </a:pPr>
            <a:r>
              <a:rPr lang="en-US" sz="1400" i="1" smtClean="0"/>
              <a:t>1.    Carmen P. DiGiovine, MS; Rory A. Cooper, PhD; Michael L. Boninger, MD. 2001. Dynamic Calibration of a Wheelchair Dynamometer. Journal of Rehabilitation Research and Development, Vol. 38 No. 1, Pg. 41-55</a:t>
            </a:r>
          </a:p>
        </p:txBody>
      </p:sp>
    </p:spTree>
    <p:extLst>
      <p:ext uri="{BB962C8B-B14F-4D97-AF65-F5344CB8AC3E}">
        <p14:creationId xmlns:p14="http://schemas.microsoft.com/office/powerpoint/2010/main" val="132975585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65756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Artamonov’s</a:t>
            </a:r>
            <a:r>
              <a:rPr lang="en-US" dirty="0" smtClean="0"/>
              <a:t> Engine Performance Predictions</a:t>
            </a:r>
            <a:endParaRPr lang="en-US" dirty="0"/>
          </a:p>
        </p:txBody>
      </p:sp>
      <p:sp>
        <p:nvSpPr>
          <p:cNvPr id="3" name="Subtitle 2"/>
          <p:cNvSpPr>
            <a:spLocks noGrp="1"/>
          </p:cNvSpPr>
          <p:nvPr>
            <p:ph type="subTitle" idx="1"/>
          </p:nvPr>
        </p:nvSpPr>
        <p:spPr/>
        <p:txBody>
          <a:bodyPr/>
          <a:lstStyle/>
          <a:p>
            <a:r>
              <a:rPr lang="en-US" dirty="0" smtClean="0"/>
              <a:t>Matt Geist</a:t>
            </a:r>
          </a:p>
          <a:p>
            <a:r>
              <a:rPr lang="en-US" dirty="0" err="1" smtClean="0"/>
              <a:t>Akaash</a:t>
            </a:r>
            <a:r>
              <a:rPr lang="en-US" dirty="0" smtClean="0"/>
              <a:t> Raja</a:t>
            </a:r>
          </a:p>
          <a:p>
            <a:r>
              <a:rPr lang="en-US" dirty="0" smtClean="0"/>
              <a:t>2012 FSAE Team</a:t>
            </a:r>
          </a:p>
        </p:txBody>
      </p:sp>
      <p:pic>
        <p:nvPicPr>
          <p:cNvPr id="1028" name="Picture 4" descr="Z:\2011\Administrative\Penn State Racing Logo 2.JPG"/>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715000" y="5715000"/>
            <a:ext cx="3048000" cy="1075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2324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Artamonov’s</a:t>
            </a:r>
            <a:r>
              <a:rPr lang="en-US" dirty="0" smtClean="0"/>
              <a:t> Equations</a:t>
            </a:r>
            <a:endParaRPr lang="en-US" dirty="0"/>
          </a:p>
        </p:txBody>
      </p:sp>
      <p:sp>
        <p:nvSpPr>
          <p:cNvPr id="3" name="Content Placeholder 2"/>
          <p:cNvSpPr>
            <a:spLocks noGrp="1"/>
          </p:cNvSpPr>
          <p:nvPr>
            <p:ph idx="1"/>
          </p:nvPr>
        </p:nvSpPr>
        <p:spPr>
          <a:xfrm>
            <a:off x="457200" y="1600201"/>
            <a:ext cx="4343400" cy="3581400"/>
          </a:xfrm>
        </p:spPr>
        <p:txBody>
          <a:bodyPr>
            <a:normAutofit lnSpcReduction="10000"/>
          </a:bodyPr>
          <a:lstStyle/>
          <a:p>
            <a:r>
              <a:rPr lang="en-US" dirty="0" smtClean="0"/>
              <a:t>Used equations to predict horsepower curve of vehicle</a:t>
            </a:r>
          </a:p>
          <a:p>
            <a:r>
              <a:rPr lang="en-US" dirty="0" smtClean="0"/>
              <a:t>Input peak horsepower and ran looped simulation in MATLAB</a:t>
            </a:r>
          </a:p>
          <a:p>
            <a:pPr marL="0" indent="0">
              <a:buNone/>
            </a:pPr>
            <a:endParaRPr lang="en-US" sz="1200"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800600" y="1524000"/>
            <a:ext cx="3810000" cy="1833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750037" y="3323641"/>
            <a:ext cx="3556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TextBox 3"/>
              <p:cNvSpPr txBox="1"/>
              <p:nvPr/>
            </p:nvSpPr>
            <p:spPr>
              <a:xfrm>
                <a:off x="457200" y="4876800"/>
                <a:ext cx="1219200" cy="4692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a:rPr>
                            <m:t>𝑃</m:t>
                          </m:r>
                        </m:e>
                        <m:sub>
                          <m:r>
                            <a:rPr lang="en-US" sz="1200" b="0" i="1" smtClean="0">
                              <a:latin typeface="Cambria Math"/>
                            </a:rPr>
                            <m:t>1</m:t>
                          </m:r>
                        </m:sub>
                      </m:sSub>
                      <m:r>
                        <a:rPr lang="en-US" sz="1200" b="0" i="1" smtClean="0">
                          <a:latin typeface="Cambria Math"/>
                        </a:rPr>
                        <m:t>=.6∗</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a:rPr>
                                <m:t>𝑃</m:t>
                              </m:r>
                            </m:e>
                            <m:sub>
                              <m:r>
                                <a:rPr lang="en-US" sz="1200" b="0" i="1" smtClean="0">
                                  <a:latin typeface="Cambria Math"/>
                                </a:rPr>
                                <m:t>𝑚𝑎𝑥</m:t>
                              </m:r>
                            </m:sub>
                          </m:sSub>
                        </m:num>
                        <m:den>
                          <m:sSub>
                            <m:sSubPr>
                              <m:ctrlPr>
                                <a:rPr lang="en-US" sz="1200" b="0" i="1" smtClean="0">
                                  <a:latin typeface="Cambria Math" panose="02040503050406030204" pitchFamily="18" charset="0"/>
                                </a:rPr>
                              </m:ctrlPr>
                            </m:sSubPr>
                            <m:e>
                              <m:r>
                                <a:rPr lang="en-US" sz="1200" b="0" i="1" smtClean="0">
                                  <a:latin typeface="Cambria Math"/>
                                </a:rPr>
                                <m:t>𝑊</m:t>
                              </m:r>
                            </m:e>
                            <m:sub>
                              <m:r>
                                <a:rPr lang="en-US" sz="1200" b="0" i="1" smtClean="0">
                                  <a:latin typeface="Cambria Math"/>
                                </a:rPr>
                                <m:t>𝑚𝑎𝑥</m:t>
                              </m:r>
                            </m:sub>
                          </m:sSub>
                        </m:den>
                      </m:f>
                    </m:oMath>
                  </m:oMathPara>
                </a14:m>
                <a:endParaRPr lang="en-US" sz="1200" dirty="0"/>
              </a:p>
            </p:txBody>
          </p:sp>
        </mc:Choice>
        <mc:Fallback xmlns="">
          <p:sp>
            <p:nvSpPr>
              <p:cNvPr id="4" name="TextBox 3"/>
              <p:cNvSpPr txBox="1">
                <a:spLocks noRot="1" noChangeAspect="1" noMove="1" noResize="1" noEditPoints="1" noAdjustHandles="1" noChangeArrowheads="1" noChangeShapeType="1" noTextEdit="1"/>
              </p:cNvSpPr>
              <p:nvPr/>
            </p:nvSpPr>
            <p:spPr>
              <a:xfrm>
                <a:off x="457200" y="4876800"/>
                <a:ext cx="1219200" cy="469296"/>
              </a:xfrm>
              <a:prstGeom prst="rect">
                <a:avLst/>
              </a:prstGeom>
              <a:blipFill rotWithShape="1">
                <a:blip r:embed="rId5"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676400" y="4880228"/>
                <a:ext cx="1353127" cy="4860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a:rPr>
                            <m:t>𝑃</m:t>
                          </m:r>
                        </m:e>
                        <m:sub>
                          <m:r>
                            <a:rPr lang="en-US" sz="1200" b="0" i="1" smtClean="0">
                              <a:latin typeface="Cambria Math"/>
                            </a:rPr>
                            <m:t>2</m:t>
                          </m:r>
                        </m:sub>
                      </m:sSub>
                      <m:r>
                        <a:rPr lang="en-US" sz="1200" b="0" i="1" smtClean="0">
                          <a:latin typeface="Cambria Math"/>
                        </a:rPr>
                        <m:t>=1.4∗</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a:rPr>
                                <m:t>𝑃</m:t>
                              </m:r>
                            </m:e>
                            <m:sub>
                              <m:r>
                                <a:rPr lang="en-US" sz="1200" i="1">
                                  <a:latin typeface="Cambria Math"/>
                                </a:rPr>
                                <m:t>𝑚𝑎𝑥</m:t>
                              </m:r>
                            </m:sub>
                          </m:sSub>
                        </m:num>
                        <m:den>
                          <m:sSup>
                            <m:sSupPr>
                              <m:ctrlPr>
                                <a:rPr lang="en-US" sz="1200" i="1" smtClean="0">
                                  <a:latin typeface="Cambria Math" panose="02040503050406030204" pitchFamily="18" charset="0"/>
                                </a:rPr>
                              </m:ctrlPr>
                            </m:sSupPr>
                            <m:e>
                              <m:sSub>
                                <m:sSubPr>
                                  <m:ctrlPr>
                                    <a:rPr lang="en-US" sz="1200" i="1" smtClean="0">
                                      <a:latin typeface="Cambria Math" panose="02040503050406030204" pitchFamily="18" charset="0"/>
                                    </a:rPr>
                                  </m:ctrlPr>
                                </m:sSubPr>
                                <m:e>
                                  <m:r>
                                    <a:rPr lang="en-US" sz="1200" b="0" i="1" smtClean="0">
                                      <a:latin typeface="Cambria Math"/>
                                    </a:rPr>
                                    <m:t>𝑊</m:t>
                                  </m:r>
                                </m:e>
                                <m:sub>
                                  <m:r>
                                    <a:rPr lang="en-US" sz="1200" b="0" i="1" smtClean="0">
                                      <a:latin typeface="Cambria Math"/>
                                    </a:rPr>
                                    <m:t>𝑚𝑎𝑥</m:t>
                                  </m:r>
                                </m:sub>
                              </m:sSub>
                            </m:e>
                            <m:sup>
                              <m:r>
                                <a:rPr lang="en-US" sz="1200" b="0" i="1" smtClean="0">
                                  <a:latin typeface="Cambria Math"/>
                                </a:rPr>
                                <m:t>2</m:t>
                              </m:r>
                            </m:sup>
                          </m:sSup>
                        </m:den>
                      </m:f>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1676400" y="4880228"/>
                <a:ext cx="1353127" cy="486030"/>
              </a:xfrm>
              <a:prstGeom prst="rect">
                <a:avLst/>
              </a:prstGeom>
              <a:blipFill rotWithShape="1">
                <a:blip r:embed="rId6"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57200" y="5486400"/>
                <a:ext cx="657616"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a:rPr>
                            <m:t>𝑃</m:t>
                          </m:r>
                        </m:e>
                        <m:sub>
                          <m:r>
                            <a:rPr lang="en-US" sz="1200" b="0" i="1" smtClean="0">
                              <a:latin typeface="Cambria Math"/>
                            </a:rPr>
                            <m:t>0</m:t>
                          </m:r>
                        </m:sub>
                      </m:sSub>
                      <m:r>
                        <a:rPr lang="en-US" sz="1200" b="0" i="1" smtClean="0">
                          <a:latin typeface="Cambria Math"/>
                        </a:rPr>
                        <m:t>=0</m:t>
                      </m:r>
                    </m:oMath>
                  </m:oMathPara>
                </a14:m>
                <a:endParaRPr lang="en-US" sz="1200" dirty="0"/>
              </a:p>
            </p:txBody>
          </p:sp>
        </mc:Choice>
        <mc:Fallback xmlns="">
          <p:sp>
            <p:nvSpPr>
              <p:cNvPr id="6" name="TextBox 5"/>
              <p:cNvSpPr txBox="1">
                <a:spLocks noRot="1" noChangeAspect="1" noMove="1" noResize="1" noEditPoints="1" noAdjustHandles="1" noChangeArrowheads="1" noChangeShapeType="1" noTextEdit="1"/>
              </p:cNvSpPr>
              <p:nvPr/>
            </p:nvSpPr>
            <p:spPr>
              <a:xfrm>
                <a:off x="457200" y="5486400"/>
                <a:ext cx="657616" cy="276999"/>
              </a:xfrm>
              <a:prstGeom prst="rect">
                <a:avLst/>
              </a:prstGeom>
              <a:blipFill rotWithShape="1">
                <a:blip r:embed="rId7"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676400" y="5405993"/>
                <a:ext cx="1005660" cy="437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a:rPr>
                            <m:t>𝑃</m:t>
                          </m:r>
                        </m:e>
                        <m:sub>
                          <m:r>
                            <a:rPr lang="en-US" sz="1200" b="0" i="1" smtClean="0">
                              <a:latin typeface="Cambria Math"/>
                            </a:rPr>
                            <m:t>3</m:t>
                          </m:r>
                        </m:sub>
                      </m:sSub>
                      <m:r>
                        <a:rPr lang="en-US" sz="1200" b="0" i="1" smtClean="0">
                          <a:latin typeface="Cambria Math"/>
                        </a:rPr>
                        <m:t>=</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a:rPr>
                                <m:t>−</m:t>
                              </m:r>
                              <m:r>
                                <a:rPr lang="en-US" sz="1200" b="0" i="1" smtClean="0">
                                  <a:latin typeface="Cambria Math"/>
                                </a:rPr>
                                <m:t>𝑃</m:t>
                              </m:r>
                            </m:e>
                            <m:sub>
                              <m:r>
                                <a:rPr lang="en-US" sz="1200" b="0" i="1" smtClean="0">
                                  <a:latin typeface="Cambria Math"/>
                                </a:rPr>
                                <m:t>𝑚𝑎𝑥</m:t>
                              </m:r>
                            </m:sub>
                          </m:sSub>
                        </m:num>
                        <m:den>
                          <m:sSup>
                            <m:sSupPr>
                              <m:ctrlPr>
                                <a:rPr lang="en-US" sz="1200" b="0" i="1" smtClean="0">
                                  <a:latin typeface="Cambria Math" panose="02040503050406030204" pitchFamily="18" charset="0"/>
                                </a:rPr>
                              </m:ctrlPr>
                            </m:sSupPr>
                            <m:e>
                              <m:r>
                                <a:rPr lang="en-US" sz="1200" b="0" i="1" smtClean="0">
                                  <a:latin typeface="Cambria Math"/>
                                </a:rPr>
                                <m:t>𝑊</m:t>
                              </m:r>
                            </m:e>
                            <m:sup>
                              <m:r>
                                <a:rPr lang="en-US" sz="1200" b="0" i="1" smtClean="0">
                                  <a:latin typeface="Cambria Math"/>
                                </a:rPr>
                                <m:t>3</m:t>
                              </m:r>
                            </m:sup>
                          </m:sSup>
                        </m:den>
                      </m:f>
                    </m:oMath>
                  </m:oMathPara>
                </a14:m>
                <a:endParaRPr lang="en-US" sz="1200" dirty="0"/>
              </a:p>
            </p:txBody>
          </p:sp>
        </mc:Choice>
        <mc:Fallback xmlns="">
          <p:sp>
            <p:nvSpPr>
              <p:cNvPr id="7" name="TextBox 6"/>
              <p:cNvSpPr txBox="1">
                <a:spLocks noRot="1" noChangeAspect="1" noMove="1" noResize="1" noEditPoints="1" noAdjustHandles="1" noChangeArrowheads="1" noChangeShapeType="1" noTextEdit="1"/>
              </p:cNvSpPr>
              <p:nvPr/>
            </p:nvSpPr>
            <p:spPr>
              <a:xfrm>
                <a:off x="1676400" y="5405993"/>
                <a:ext cx="1005660" cy="437812"/>
              </a:xfrm>
              <a:prstGeom prst="rect">
                <a:avLst/>
              </a:prstGeom>
              <a:blipFill rotWithShape="1">
                <a:blip r:embed="rId8"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75778" y="6019800"/>
                <a:ext cx="41167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𝑊h𝑒𝑟𝑒</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𝑃</m:t>
                          </m:r>
                        </m:e>
                        <m:sub>
                          <m:r>
                            <a:rPr lang="en-US" b="0" i="1" smtClean="0">
                              <a:latin typeface="Cambria Math"/>
                            </a:rPr>
                            <m:t>𝑚𝑎𝑥</m:t>
                          </m:r>
                        </m:sub>
                      </m:sSub>
                      <m:r>
                        <a:rPr lang="en-US" b="0" i="1" smtClean="0">
                          <a:latin typeface="Cambria Math"/>
                        </a:rPr>
                        <m:t>=36</m:t>
                      </m:r>
                      <m:r>
                        <a:rPr lang="en-US" b="0" i="1" smtClean="0">
                          <a:latin typeface="Cambria Math"/>
                        </a:rPr>
                        <m:t>𝐻𝑃</m:t>
                      </m:r>
                      <m:r>
                        <a:rPr lang="en-US" b="0" i="1" smtClean="0">
                          <a:latin typeface="Cambria Math"/>
                        </a:rPr>
                        <m:t> </m:t>
                      </m:r>
                      <m:r>
                        <a:rPr lang="en-US" b="0" i="1" smtClean="0">
                          <a:latin typeface="Cambria Math"/>
                        </a:rPr>
                        <m:t>𝑎𝑛𝑑</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𝑊</m:t>
                          </m:r>
                        </m:e>
                        <m:sub>
                          <m:r>
                            <a:rPr lang="en-US" b="0" i="1" smtClean="0">
                              <a:latin typeface="Cambria Math"/>
                            </a:rPr>
                            <m:t>𝑚𝑎𝑥</m:t>
                          </m:r>
                        </m:sub>
                      </m:sSub>
                      <m:r>
                        <a:rPr lang="en-US" b="0" i="1" smtClean="0">
                          <a:latin typeface="Cambria Math"/>
                        </a:rPr>
                        <m:t>=7.2</m:t>
                      </m:r>
                      <m:r>
                        <a:rPr lang="en-US" b="0" i="1" smtClean="0">
                          <a:latin typeface="Cambria Math"/>
                        </a:rPr>
                        <m:t>𝑘</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75778" y="6019800"/>
                <a:ext cx="4116704" cy="369332"/>
              </a:xfrm>
              <a:prstGeom prst="rect">
                <a:avLst/>
              </a:prstGeom>
              <a:blipFill rotWithShape="1">
                <a:blip r:embed="rId9" cstate="print"/>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151498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Dyno</a:t>
            </a:r>
            <a:r>
              <a:rPr lang="en-US" dirty="0" smtClean="0"/>
              <a:t> Runs with </a:t>
            </a:r>
            <a:r>
              <a:rPr lang="en-US" dirty="0"/>
              <a:t>R</a:t>
            </a:r>
            <a:r>
              <a:rPr lang="en-US" dirty="0" smtClean="0"/>
              <a:t>eal Formula Car</a:t>
            </a:r>
            <a:endParaRPr lang="en-US" dirty="0"/>
          </a:p>
        </p:txBody>
      </p:sp>
      <p:sp>
        <p:nvSpPr>
          <p:cNvPr id="3" name="Content Placeholder 2"/>
          <p:cNvSpPr>
            <a:spLocks noGrp="1"/>
          </p:cNvSpPr>
          <p:nvPr>
            <p:ph idx="1"/>
          </p:nvPr>
        </p:nvSpPr>
        <p:spPr/>
        <p:txBody>
          <a:bodyPr/>
          <a:lstStyle/>
          <a:p>
            <a:r>
              <a:rPr lang="en-US" dirty="0" smtClean="0"/>
              <a:t>The 2012 car was run on the </a:t>
            </a:r>
          </a:p>
          <a:p>
            <a:pPr marL="0" indent="0">
              <a:buNone/>
            </a:pPr>
            <a:r>
              <a:rPr lang="en-US" dirty="0" smtClean="0"/>
              <a:t>    </a:t>
            </a:r>
            <a:r>
              <a:rPr lang="en-US" dirty="0" err="1" smtClean="0"/>
              <a:t>dyno</a:t>
            </a:r>
            <a:r>
              <a:rPr lang="en-US" dirty="0" smtClean="0"/>
              <a:t> to measure real curves</a:t>
            </a:r>
          </a:p>
          <a:p>
            <a:r>
              <a:rPr lang="en-US" dirty="0" smtClean="0"/>
              <a:t>Runs were made from 5000</a:t>
            </a:r>
          </a:p>
          <a:p>
            <a:pPr marL="0" indent="0">
              <a:buNone/>
            </a:pPr>
            <a:r>
              <a:rPr lang="en-US" dirty="0" smtClean="0"/>
              <a:t>    RPM to 9000 at full throttle</a:t>
            </a:r>
            <a:endParaRPr lang="en-US" dirty="0"/>
          </a:p>
        </p:txBody>
      </p:sp>
      <p:pic>
        <p:nvPicPr>
          <p:cNvPr id="3075" name="Picture 3" descr="C:\Users\MJG523~1.003\AppData\Local\Temp\dyno graph.jpg"/>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5156912" y="3923405"/>
            <a:ext cx="3377488" cy="23507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867400" y="1600200"/>
            <a:ext cx="28448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80137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Compared</a:t>
            </a:r>
            <a:endParaRPr lang="en-US" dirty="0"/>
          </a:p>
        </p:txBody>
      </p:sp>
      <p:sp>
        <p:nvSpPr>
          <p:cNvPr id="3" name="Content Placeholder 2"/>
          <p:cNvSpPr>
            <a:spLocks noGrp="1"/>
          </p:cNvSpPr>
          <p:nvPr>
            <p:ph idx="1"/>
          </p:nvPr>
        </p:nvSpPr>
        <p:spPr>
          <a:xfrm>
            <a:off x="457200" y="1186977"/>
            <a:ext cx="8229600" cy="2057400"/>
          </a:xfrm>
        </p:spPr>
        <p:txBody>
          <a:bodyPr>
            <a:normAutofit fontScale="85000" lnSpcReduction="20000"/>
          </a:bodyPr>
          <a:lstStyle/>
          <a:p>
            <a:r>
              <a:rPr lang="en-US" dirty="0" smtClean="0"/>
              <a:t>Data imported to excel and compared</a:t>
            </a:r>
          </a:p>
          <a:p>
            <a:r>
              <a:rPr lang="en-US" dirty="0" smtClean="0"/>
              <a:t>The slope is very similar in linear region of curves</a:t>
            </a:r>
          </a:p>
          <a:p>
            <a:r>
              <a:rPr lang="en-US" dirty="0" smtClean="0"/>
              <a:t>However peak horsepower is offset</a:t>
            </a:r>
          </a:p>
          <a:p>
            <a:r>
              <a:rPr lang="en-US" dirty="0" smtClean="0"/>
              <a:t>Model is fast and easy to implement, not most accurate</a:t>
            </a:r>
            <a:endParaRPr lang="en-US" dirty="0"/>
          </a:p>
        </p:txBody>
      </p:sp>
      <p:graphicFrame>
        <p:nvGraphicFramePr>
          <p:cNvPr id="4" name="Chart 3"/>
          <p:cNvGraphicFramePr>
            <a:graphicFrameLocks/>
          </p:cNvGraphicFramePr>
          <p:nvPr>
            <p:extLst>
              <p:ext uri="{D42A27DB-BD31-4B8C-83A1-F6EECF244321}">
                <p14:modId xmlns:p14="http://schemas.microsoft.com/office/powerpoint/2010/main" val="2927995162"/>
              </p:ext>
            </p:extLst>
          </p:nvPr>
        </p:nvGraphicFramePr>
        <p:xfrm>
          <a:off x="1667608" y="3159370"/>
          <a:ext cx="5562600" cy="303162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65935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04A49901785041AF741C157FF60EBA" ma:contentTypeVersion="21" ma:contentTypeDescription="Create a new document." ma:contentTypeScope="" ma:versionID="3affe9f3ad662f7041dbcf2c454b5892">
  <xsd:schema xmlns:xsd="http://www.w3.org/2001/XMLSchema" xmlns:xs="http://www.w3.org/2001/XMLSchema" xmlns:p="http://schemas.microsoft.com/office/2006/metadata/properties" xmlns:ns2="c7c738f6-68ec-422e-b0e4-3523873f7adf" xmlns:ns3="542b8847-f5d4-4c9f-bd30-657d16e5db1d" targetNamespace="http://schemas.microsoft.com/office/2006/metadata/properties" ma:root="true" ma:fieldsID="91f30fe7832be7f590b5986e49d89340" ns2:_="" ns3:_="">
    <xsd:import namespace="c7c738f6-68ec-422e-b0e4-3523873f7adf"/>
    <xsd:import namespace="542b8847-f5d4-4c9f-bd30-657d16e5db1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_Flow_SignoffStatu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Size"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c738f6-68ec-422e-b0e4-3523873f7a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Flow_SignoffStatus" ma:index="12" nillable="true" ma:displayName="Sign-off status" ma:internalName="Sign_x002d_off_x0020_status">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Size" ma:index="22" nillable="true" ma:displayName="Size " ma:format="Dropdown" ma:internalName="Size" ma:percentage="FALSE">
      <xsd:simpleType>
        <xsd:restriction base="dms:Number"/>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8b28469-8996-4088-bd89-44d87d6385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Notes" ma:index="28"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2b8847-f5d4-4c9f-bd30-657d16e5db1d"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9eca24d-24b6-4c23-abe4-d1cce8e5186c}" ma:internalName="TaxCatchAll" ma:showField="CatchAllData" ma:web="542b8847-f5d4-4c9f-bd30-657d16e5db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c7c738f6-68ec-422e-b0e4-3523873f7adf" xsi:nil="true"/>
    <Size xmlns="c7c738f6-68ec-422e-b0e4-3523873f7adf" xsi:nil="true"/>
    <lcf76f155ced4ddcb4097134ff3c332f xmlns="c7c738f6-68ec-422e-b0e4-3523873f7adf">
      <Terms xmlns="http://schemas.microsoft.com/office/infopath/2007/PartnerControls"/>
    </lcf76f155ced4ddcb4097134ff3c332f>
    <TaxCatchAll xmlns="542b8847-f5d4-4c9f-bd30-657d16e5db1d" xsi:nil="true"/>
    <Notes xmlns="c7c738f6-68ec-422e-b0e4-3523873f7adf" xsi:nil="true"/>
  </documentManagement>
</p:properties>
</file>

<file path=customXml/itemProps1.xml><?xml version="1.0" encoding="utf-8"?>
<ds:datastoreItem xmlns:ds="http://schemas.openxmlformats.org/officeDocument/2006/customXml" ds:itemID="{B69E8125-F5DB-491B-A6C6-30771AC0F4A1}"/>
</file>

<file path=customXml/itemProps2.xml><?xml version="1.0" encoding="utf-8"?>
<ds:datastoreItem xmlns:ds="http://schemas.openxmlformats.org/officeDocument/2006/customXml" ds:itemID="{601FD2FA-0FB2-42D2-992A-2B886DB98F7F}"/>
</file>

<file path=customXml/itemProps3.xml><?xml version="1.0" encoding="utf-8"?>
<ds:datastoreItem xmlns:ds="http://schemas.openxmlformats.org/officeDocument/2006/customXml" ds:itemID="{09AB55A3-9E87-4AE3-81D0-9E7E6DF2464F}"/>
</file>

<file path=docProps/app.xml><?xml version="1.0" encoding="utf-8"?>
<Properties xmlns="http://schemas.openxmlformats.org/officeDocument/2006/extended-properties" xmlns:vt="http://schemas.openxmlformats.org/officeDocument/2006/docPropsVTypes">
  <Template/>
  <TotalTime>4704</TotalTime>
  <Words>3604</Words>
  <Application>Microsoft Office PowerPoint</Application>
  <PresentationFormat>On-screen Show (4:3)</PresentationFormat>
  <Paragraphs>858</Paragraphs>
  <Slides>71</Slides>
  <Notes>68</Notes>
  <HiddenSlides>9</HiddenSlides>
  <MMClips>1</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81" baseType="lpstr">
      <vt:lpstr>SimSun</vt:lpstr>
      <vt:lpstr>Arial</vt:lpstr>
      <vt:lpstr>Calibri</vt:lpstr>
      <vt:lpstr>Cambria Math</vt:lpstr>
      <vt:lpstr>Mangal</vt:lpstr>
      <vt:lpstr>Symbol</vt:lpstr>
      <vt:lpstr>Times New Roman</vt:lpstr>
      <vt:lpstr>Wingdings</vt:lpstr>
      <vt:lpstr>Office Theme</vt:lpstr>
      <vt:lpstr>Equation</vt:lpstr>
      <vt:lpstr>Automotive Vehicle Dynamics</vt:lpstr>
      <vt:lpstr>This is an engine. It’s basically an air pump that happens to use explosions to keep the pump going. It produces so much extra power beyond that needed to keep running that we can siphon some power off to make a vehicle move.</vt:lpstr>
      <vt:lpstr>There are 2 types of engines in common use (with others in development)</vt:lpstr>
      <vt:lpstr>Spark ignition engines are the most common now in the US fleet…</vt:lpstr>
      <vt:lpstr>In contrast, compression ignition are popular in Europe and on large trucks…</vt:lpstr>
      <vt:lpstr>Engine efficiencies favor CI over SI</vt:lpstr>
      <vt:lpstr>There are other engine types. For example, turbine engines have been implemented for use in cars before…</vt:lpstr>
      <vt:lpstr>Rotary engines are also in use today, but are not as common…</vt:lpstr>
      <vt:lpstr>Acceleration performance is usually what people want…</vt:lpstr>
      <vt:lpstr>To determine acceleration, have to recognize that torque/speed are interrelated</vt:lpstr>
      <vt:lpstr>It’s simple to show that the primary predictor of a vehicle’s acceleration performance is its power-to-weight ratio</vt:lpstr>
      <vt:lpstr>You can easily calculate acceleration limits from HP and weight</vt:lpstr>
      <vt:lpstr>Predicting Engine Power? Need a “map”!</vt:lpstr>
      <vt:lpstr>IC Engine Characteristics say a LOT about power and speed…</vt:lpstr>
      <vt:lpstr>The Aratamonov method is also called the VT-CPFM1 model</vt:lpstr>
      <vt:lpstr>IC Engine characteristics can be approximated generically</vt:lpstr>
      <vt:lpstr>Torque, Power, and Efficiency peak at different locations</vt:lpstr>
      <vt:lpstr>For this engine…</vt:lpstr>
      <vt:lpstr>IC Engine Characteristics</vt:lpstr>
      <vt:lpstr>But power isn’t everything…</vt:lpstr>
      <vt:lpstr>LSFC = Load Specific Fuel Consumption</vt:lpstr>
      <vt:lpstr>What LSFC does this predict?</vt:lpstr>
      <vt:lpstr>Fuel economy is usually seen as a tradeoff with power… and there’s some truth to that</vt:lpstr>
      <vt:lpstr>But the truth is that poor fuel economy is most associated with excess mass</vt:lpstr>
      <vt:lpstr>Do engines have dynamics (like the chassis)? Yes…</vt:lpstr>
      <vt:lpstr>Engine dynamics are quite complex but can be conveniently modeled with a combination of physical and empirical relationships</vt:lpstr>
      <vt:lpstr>Dynamic Engine Model</vt:lpstr>
      <vt:lpstr>Dynamic Engine Model</vt:lpstr>
      <vt:lpstr>Dynamic Engine Model</vt:lpstr>
      <vt:lpstr>Dynamic Engine Model</vt:lpstr>
      <vt:lpstr>Dynamic Engine Model</vt:lpstr>
      <vt:lpstr>Dynamic Engine Model</vt:lpstr>
      <vt:lpstr>Dynamic Engine Model</vt:lpstr>
      <vt:lpstr>For a simple dynamic engine model, you can ignore almost everything except the engine inertia</vt:lpstr>
      <vt:lpstr>PowerPoint Presentation</vt:lpstr>
      <vt:lpstr>There is another class that I teach (Powertrain modeling) that covers this in detail</vt:lpstr>
      <vt:lpstr>In closing, something fun</vt:lpstr>
      <vt:lpstr>References</vt:lpstr>
      <vt:lpstr>PowerPoint Presentation</vt:lpstr>
      <vt:lpstr>0-60 Times: Projected Vs. Tested</vt:lpstr>
      <vt:lpstr>Premise</vt:lpstr>
      <vt:lpstr>Cars That Were Tested</vt:lpstr>
      <vt:lpstr>Data From Each Car</vt:lpstr>
      <vt:lpstr>Part 1: Mathematical Projection of 0-60 time</vt:lpstr>
      <vt:lpstr>Derivation</vt:lpstr>
      <vt:lpstr>Projections for Each Car</vt:lpstr>
      <vt:lpstr>Part 2: Testing</vt:lpstr>
      <vt:lpstr>Assumptions</vt:lpstr>
      <vt:lpstr>Results from “Testing”</vt:lpstr>
      <vt:lpstr>Why So Off?</vt:lpstr>
      <vt:lpstr>Part 3: Revised Estimations</vt:lpstr>
      <vt:lpstr>Revised Values</vt:lpstr>
      <vt:lpstr>Better But…</vt:lpstr>
      <vt:lpstr>Conclusions</vt:lpstr>
      <vt:lpstr>MATLAB Code For Engine</vt:lpstr>
      <vt:lpstr>Automotive Vehicle Dynamics</vt:lpstr>
      <vt:lpstr>What’s a Dynamometer?</vt:lpstr>
      <vt:lpstr>Dynamometer Types</vt:lpstr>
      <vt:lpstr>Steady State Dynamometer</vt:lpstr>
      <vt:lpstr>S.S. Dynamometer Dynamics</vt:lpstr>
      <vt:lpstr>S.S. Dynamometer Dynamics</vt:lpstr>
      <vt:lpstr>Inertial Dynamometer</vt:lpstr>
      <vt:lpstr>Inertial Dynamometer Equations</vt:lpstr>
      <vt:lpstr>Inertial Dynamometer</vt:lpstr>
      <vt:lpstr>The Thomas D. Larson Pennsylvania Transportation Institute Dynamometer</vt:lpstr>
      <vt:lpstr>References</vt:lpstr>
      <vt:lpstr>PowerPoint Presentation</vt:lpstr>
      <vt:lpstr>Artamonov’s Engine Performance Predictions</vt:lpstr>
      <vt:lpstr>Artamonov’s Equations</vt:lpstr>
      <vt:lpstr>Dyno Runs with Real Formula Car</vt:lpstr>
      <vt:lpstr>Data Compared</vt:lpstr>
    </vt:vector>
  </TitlesOfParts>
  <Company>Dell Computer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Sean Brennan</dc:creator>
  <cp:lastModifiedBy>Sean Brennan</cp:lastModifiedBy>
  <cp:revision>195</cp:revision>
  <cp:lastPrinted>2014-03-31T17:10:46Z</cp:lastPrinted>
  <dcterms:created xsi:type="dcterms:W3CDTF">2000-01-08T19:37:57Z</dcterms:created>
  <dcterms:modified xsi:type="dcterms:W3CDTF">2016-03-26T21:33:27Z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0x0101009204A49901785041AF741C157FF60EBA</vt:lpwstr>
  </property>
</Properties>
</file>